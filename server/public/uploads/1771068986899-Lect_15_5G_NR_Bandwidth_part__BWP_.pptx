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75" r:id="rId2"/>
    <p:sldId id="476" r:id="rId3"/>
    <p:sldId id="477" r:id="rId4"/>
    <p:sldId id="543" r:id="rId5"/>
    <p:sldId id="544" r:id="rId6"/>
    <p:sldId id="545" r:id="rId7"/>
    <p:sldId id="546" r:id="rId8"/>
    <p:sldId id="547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-76200" y="685800"/>
            <a:ext cx="8534400" cy="14700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Slide Number Placeholder 14"/>
          <p:cNvSpPr txBox="1">
            <a:spLocks/>
          </p:cNvSpPr>
          <p:nvPr/>
        </p:nvSpPr>
        <p:spPr bwMode="auto">
          <a:xfrm>
            <a:off x="7747000" y="6302375"/>
            <a:ext cx="2844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mtClean="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4594214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4439690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57895" y="1752600"/>
            <a:ext cx="5029200" cy="1749425"/>
          </a:xfrm>
        </p:spPr>
        <p:txBody>
          <a:bodyPr>
            <a:normAutofit fontScale="700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15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5G NR</a:t>
            </a:r>
            <a:endParaRPr lang="en-US" sz="570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2" name="Rectangle 1"/>
          <p:cNvSpPr/>
          <p:nvPr/>
        </p:nvSpPr>
        <p:spPr>
          <a:xfrm>
            <a:off x="2865872" y="3507567"/>
            <a:ext cx="365843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000" spc="-10" dirty="0" smtClean="0">
                <a:solidFill>
                  <a:srgbClr val="FF0000"/>
                </a:solidFill>
                <a:latin typeface="Calibri"/>
                <a:cs typeface="Calibri"/>
              </a:rPr>
              <a:t>Bandwidth Part (BWP)</a:t>
            </a:r>
            <a:endParaRPr lang="en-IN" sz="30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2365375" y="187325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 smtClean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792480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Bandwidth Part (BWP)</a:t>
            </a:r>
            <a:endParaRPr lang="en-US" sz="24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5757" y="299124"/>
            <a:ext cx="368844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Bandwidth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2870" y="4031742"/>
            <a:ext cx="9041130" cy="2826385"/>
            <a:chOff x="137160" y="4031741"/>
            <a:chExt cx="12054840" cy="28263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4031741"/>
              <a:ext cx="12054839" cy="6812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4622291"/>
              <a:ext cx="12054839" cy="6812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0" y="5213603"/>
              <a:ext cx="12054839" cy="6812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160" y="5804915"/>
              <a:ext cx="12054839" cy="6812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160" y="6395465"/>
              <a:ext cx="12054839" cy="46253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72188" y="4161747"/>
            <a:ext cx="850249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A </a:t>
            </a:r>
            <a:r>
              <a:rPr b="1" spc="-5" dirty="0">
                <a:latin typeface="Calibri"/>
                <a:cs typeface="Calibri"/>
              </a:rPr>
              <a:t>bandwidth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part is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 </a:t>
            </a:r>
            <a:r>
              <a:rPr b="1" spc="-5" dirty="0">
                <a:latin typeface="Calibri"/>
                <a:cs typeface="Calibri"/>
              </a:rPr>
              <a:t>subset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contiguous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common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physical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resource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blocks (PRBs</a:t>
            </a:r>
            <a:r>
              <a:rPr b="1" spc="-5" dirty="0" smtClean="0">
                <a:latin typeface="Calibri"/>
                <a:cs typeface="Calibri"/>
              </a:rPr>
              <a:t>).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4099" y="1879695"/>
            <a:ext cx="227980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A UE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support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less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carrier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BW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1313" y="1308609"/>
            <a:ext cx="3238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75" dirty="0">
                <a:latin typeface="Calibri"/>
                <a:cs typeface="Calibri"/>
              </a:rPr>
              <a:t>L</a:t>
            </a:r>
            <a:r>
              <a:rPr sz="2400" b="1" dirty="0">
                <a:latin typeface="Calibri"/>
                <a:cs typeface="Calibri"/>
              </a:rPr>
              <a:t>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42114" y="1308609"/>
            <a:ext cx="29813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76968" y="3154038"/>
            <a:ext cx="205264" cy="50800"/>
            <a:chOff x="1169290" y="3154038"/>
            <a:chExt cx="273685" cy="50800"/>
          </a:xfrm>
        </p:grpSpPr>
        <p:sp>
          <p:nvSpPr>
            <p:cNvPr id="15" name="object 15"/>
            <p:cNvSpPr/>
            <p:nvPr/>
          </p:nvSpPr>
          <p:spPr>
            <a:xfrm>
              <a:off x="1283588" y="3179445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81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69289" y="3154044"/>
              <a:ext cx="273685" cy="50800"/>
            </a:xfrm>
            <a:custGeom>
              <a:avLst/>
              <a:gdLst/>
              <a:ahLst/>
              <a:cxnLst/>
              <a:rect l="l" t="t" r="r" b="b"/>
              <a:pathLst>
                <a:path w="273684" h="50800">
                  <a:moveTo>
                    <a:pt x="127000" y="0"/>
                  </a:moveTo>
                  <a:lnTo>
                    <a:pt x="0" y="25400"/>
                  </a:lnTo>
                  <a:lnTo>
                    <a:pt x="127000" y="50800"/>
                  </a:lnTo>
                  <a:lnTo>
                    <a:pt x="127000" y="0"/>
                  </a:lnTo>
                  <a:close/>
                </a:path>
                <a:path w="273684" h="50800">
                  <a:moveTo>
                    <a:pt x="273418" y="25412"/>
                  </a:moveTo>
                  <a:lnTo>
                    <a:pt x="146418" y="0"/>
                  </a:lnTo>
                  <a:lnTo>
                    <a:pt x="146418" y="50800"/>
                  </a:lnTo>
                  <a:lnTo>
                    <a:pt x="273418" y="25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69822" y="2040543"/>
            <a:ext cx="859155" cy="1011555"/>
            <a:chOff x="1159763" y="2040542"/>
            <a:chExt cx="1145540" cy="101155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9763" y="2570988"/>
              <a:ext cx="581405" cy="4808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12441" y="2570988"/>
              <a:ext cx="292607" cy="48082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47647" y="2812161"/>
              <a:ext cx="236854" cy="0"/>
            </a:xfrm>
            <a:custGeom>
              <a:avLst/>
              <a:gdLst/>
              <a:ahLst/>
              <a:cxnLst/>
              <a:rect l="l" t="t" r="r" b="b"/>
              <a:pathLst>
                <a:path w="236855">
                  <a:moveTo>
                    <a:pt x="0" y="0"/>
                  </a:moveTo>
                  <a:lnTo>
                    <a:pt x="236283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04883" y="2040542"/>
              <a:ext cx="302260" cy="351790"/>
            </a:xfrm>
            <a:custGeom>
              <a:avLst/>
              <a:gdLst/>
              <a:ahLst/>
              <a:cxnLst/>
              <a:rect l="l" t="t" r="r" b="b"/>
              <a:pathLst>
                <a:path w="302260" h="351789">
                  <a:moveTo>
                    <a:pt x="157213" y="0"/>
                  </a:moveTo>
                  <a:lnTo>
                    <a:pt x="2514" y="83045"/>
                  </a:lnTo>
                  <a:lnTo>
                    <a:pt x="0" y="91617"/>
                  </a:lnTo>
                  <a:lnTo>
                    <a:pt x="138125" y="348945"/>
                  </a:lnTo>
                  <a:lnTo>
                    <a:pt x="146672" y="351599"/>
                  </a:lnTo>
                  <a:lnTo>
                    <a:pt x="173784" y="337045"/>
                  </a:lnTo>
                  <a:lnTo>
                    <a:pt x="146862" y="337045"/>
                  </a:lnTo>
                  <a:lnTo>
                    <a:pt x="145796" y="336702"/>
                  </a:lnTo>
                  <a:lnTo>
                    <a:pt x="125095" y="298145"/>
                  </a:lnTo>
                  <a:lnTo>
                    <a:pt x="146010" y="286918"/>
                  </a:lnTo>
                  <a:lnTo>
                    <a:pt x="119075" y="286918"/>
                  </a:lnTo>
                  <a:lnTo>
                    <a:pt x="34010" y="128460"/>
                  </a:lnTo>
                  <a:lnTo>
                    <a:pt x="54925" y="117233"/>
                  </a:lnTo>
                  <a:lnTo>
                    <a:pt x="27978" y="117233"/>
                  </a:lnTo>
                  <a:lnTo>
                    <a:pt x="14427" y="91998"/>
                  </a:lnTo>
                  <a:lnTo>
                    <a:pt x="14744" y="90919"/>
                  </a:lnTo>
                  <a:lnTo>
                    <a:pt x="157022" y="14554"/>
                  </a:lnTo>
                  <a:lnTo>
                    <a:pt x="158775" y="14516"/>
                  </a:lnTo>
                  <a:lnTo>
                    <a:pt x="173018" y="14516"/>
                  </a:lnTo>
                  <a:lnTo>
                    <a:pt x="166446" y="2273"/>
                  </a:lnTo>
                  <a:lnTo>
                    <a:pt x="157213" y="0"/>
                  </a:lnTo>
                  <a:close/>
                </a:path>
                <a:path w="302260" h="351789">
                  <a:moveTo>
                    <a:pt x="283669" y="220662"/>
                  </a:moveTo>
                  <a:lnTo>
                    <a:pt x="269443" y="220662"/>
                  </a:lnTo>
                  <a:lnTo>
                    <a:pt x="290144" y="259219"/>
                  </a:lnTo>
                  <a:lnTo>
                    <a:pt x="289140" y="260667"/>
                  </a:lnTo>
                  <a:lnTo>
                    <a:pt x="146862" y="337045"/>
                  </a:lnTo>
                  <a:lnTo>
                    <a:pt x="173784" y="337045"/>
                  </a:lnTo>
                  <a:lnTo>
                    <a:pt x="293776" y="272630"/>
                  </a:lnTo>
                  <a:lnTo>
                    <a:pt x="298602" y="268754"/>
                  </a:lnTo>
                  <a:lnTo>
                    <a:pt x="301504" y="263623"/>
                  </a:lnTo>
                  <a:lnTo>
                    <a:pt x="302206" y="257811"/>
                  </a:lnTo>
                  <a:lnTo>
                    <a:pt x="300431" y="251891"/>
                  </a:lnTo>
                  <a:lnTo>
                    <a:pt x="283669" y="220662"/>
                  </a:lnTo>
                  <a:close/>
                </a:path>
                <a:path w="302260" h="351789">
                  <a:moveTo>
                    <a:pt x="205524" y="264007"/>
                  </a:moveTo>
                  <a:lnTo>
                    <a:pt x="191706" y="271424"/>
                  </a:lnTo>
                  <a:lnTo>
                    <a:pt x="189191" y="279996"/>
                  </a:lnTo>
                  <a:lnTo>
                    <a:pt x="196342" y="293319"/>
                  </a:lnTo>
                  <a:lnTo>
                    <a:pt x="204876" y="295960"/>
                  </a:lnTo>
                  <a:lnTo>
                    <a:pt x="218694" y="288544"/>
                  </a:lnTo>
                  <a:lnTo>
                    <a:pt x="221208" y="279971"/>
                  </a:lnTo>
                  <a:lnTo>
                    <a:pt x="214058" y="266649"/>
                  </a:lnTo>
                  <a:lnTo>
                    <a:pt x="205524" y="264007"/>
                  </a:lnTo>
                  <a:close/>
                </a:path>
                <a:path w="302260" h="351789">
                  <a:moveTo>
                    <a:pt x="200571" y="72466"/>
                  </a:moveTo>
                  <a:lnTo>
                    <a:pt x="194348" y="75806"/>
                  </a:lnTo>
                  <a:lnTo>
                    <a:pt x="193789" y="79717"/>
                  </a:lnTo>
                  <a:lnTo>
                    <a:pt x="263410" y="209435"/>
                  </a:lnTo>
                  <a:lnTo>
                    <a:pt x="119075" y="286918"/>
                  </a:lnTo>
                  <a:lnTo>
                    <a:pt x="146010" y="286918"/>
                  </a:lnTo>
                  <a:lnTo>
                    <a:pt x="269443" y="220662"/>
                  </a:lnTo>
                  <a:lnTo>
                    <a:pt x="283669" y="220662"/>
                  </a:lnTo>
                  <a:lnTo>
                    <a:pt x="204838" y="73786"/>
                  </a:lnTo>
                  <a:lnTo>
                    <a:pt x="200571" y="72466"/>
                  </a:lnTo>
                  <a:close/>
                </a:path>
                <a:path w="302260" h="351789">
                  <a:moveTo>
                    <a:pt x="173018" y="14516"/>
                  </a:moveTo>
                  <a:lnTo>
                    <a:pt x="158775" y="14516"/>
                  </a:lnTo>
                  <a:lnTo>
                    <a:pt x="172326" y="39750"/>
                  </a:lnTo>
                  <a:lnTo>
                    <a:pt x="27978" y="117233"/>
                  </a:lnTo>
                  <a:lnTo>
                    <a:pt x="54925" y="117233"/>
                  </a:lnTo>
                  <a:lnTo>
                    <a:pt x="178358" y="50977"/>
                  </a:lnTo>
                  <a:lnTo>
                    <a:pt x="192590" y="50977"/>
                  </a:lnTo>
                  <a:lnTo>
                    <a:pt x="173018" y="14516"/>
                  </a:lnTo>
                  <a:close/>
                </a:path>
                <a:path w="302260" h="351789">
                  <a:moveTo>
                    <a:pt x="102768" y="52705"/>
                  </a:moveTo>
                  <a:lnTo>
                    <a:pt x="72377" y="69011"/>
                  </a:lnTo>
                  <a:lnTo>
                    <a:pt x="71120" y="73304"/>
                  </a:lnTo>
                  <a:lnTo>
                    <a:pt x="74142" y="78917"/>
                  </a:lnTo>
                  <a:lnTo>
                    <a:pt x="78409" y="80238"/>
                  </a:lnTo>
                  <a:lnTo>
                    <a:pt x="108788" y="63919"/>
                  </a:lnTo>
                  <a:lnTo>
                    <a:pt x="110045" y="59639"/>
                  </a:lnTo>
                  <a:lnTo>
                    <a:pt x="107035" y="54025"/>
                  </a:lnTo>
                  <a:lnTo>
                    <a:pt x="102768" y="52705"/>
                  </a:lnTo>
                  <a:close/>
                </a:path>
                <a:path w="302260" h="351789">
                  <a:moveTo>
                    <a:pt x="192590" y="50977"/>
                  </a:moveTo>
                  <a:lnTo>
                    <a:pt x="178358" y="50977"/>
                  </a:lnTo>
                  <a:lnTo>
                    <a:pt x="185127" y="63588"/>
                  </a:lnTo>
                  <a:lnTo>
                    <a:pt x="188328" y="64579"/>
                  </a:lnTo>
                  <a:lnTo>
                    <a:pt x="194538" y="61252"/>
                  </a:lnTo>
                  <a:lnTo>
                    <a:pt x="196176" y="57657"/>
                  </a:lnTo>
                  <a:lnTo>
                    <a:pt x="192590" y="50977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95244" y="2284093"/>
              <a:ext cx="86010" cy="2959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90876" y="3250623"/>
            <a:ext cx="37671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20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MHz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4409" y="1910458"/>
            <a:ext cx="165306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All UEs support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full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carrier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BW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31872" y="2812160"/>
            <a:ext cx="177641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283" y="0"/>
                </a:lnTo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62484" y="2570989"/>
            <a:ext cx="1200149" cy="48082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189256" y="3154038"/>
            <a:ext cx="1181576" cy="50800"/>
            <a:chOff x="4252340" y="3154038"/>
            <a:chExt cx="1575435" cy="50800"/>
          </a:xfrm>
        </p:grpSpPr>
        <p:sp>
          <p:nvSpPr>
            <p:cNvPr id="28" name="object 28"/>
            <p:cNvSpPr/>
            <p:nvPr/>
          </p:nvSpPr>
          <p:spPr>
            <a:xfrm>
              <a:off x="4366640" y="3179445"/>
              <a:ext cx="1346835" cy="0"/>
            </a:xfrm>
            <a:custGeom>
              <a:avLst/>
              <a:gdLst/>
              <a:ahLst/>
              <a:cxnLst/>
              <a:rect l="l" t="t" r="r" b="b"/>
              <a:pathLst>
                <a:path w="1346835">
                  <a:moveTo>
                    <a:pt x="0" y="0"/>
                  </a:moveTo>
                  <a:lnTo>
                    <a:pt x="134666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52341" y="3154044"/>
              <a:ext cx="1575435" cy="50800"/>
            </a:xfrm>
            <a:custGeom>
              <a:avLst/>
              <a:gdLst/>
              <a:ahLst/>
              <a:cxnLst/>
              <a:rect l="l" t="t" r="r" b="b"/>
              <a:pathLst>
                <a:path w="1575435" h="50800">
                  <a:moveTo>
                    <a:pt x="127000" y="0"/>
                  </a:moveTo>
                  <a:lnTo>
                    <a:pt x="0" y="25400"/>
                  </a:lnTo>
                  <a:lnTo>
                    <a:pt x="127000" y="50800"/>
                  </a:lnTo>
                  <a:lnTo>
                    <a:pt x="127000" y="0"/>
                  </a:lnTo>
                  <a:close/>
                </a:path>
                <a:path w="1575435" h="50800">
                  <a:moveTo>
                    <a:pt x="1575269" y="25400"/>
                  </a:moveTo>
                  <a:lnTo>
                    <a:pt x="1448269" y="0"/>
                  </a:lnTo>
                  <a:lnTo>
                    <a:pt x="1448269" y="50800"/>
                  </a:lnTo>
                  <a:lnTo>
                    <a:pt x="157526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177540" y="2040183"/>
            <a:ext cx="2416493" cy="1012190"/>
            <a:chOff x="4236720" y="2040183"/>
            <a:chExt cx="3221990" cy="1012190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6720" y="2570987"/>
              <a:ext cx="1600961" cy="48082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8256" y="2570987"/>
              <a:ext cx="1600199" cy="48082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52388" y="2577846"/>
              <a:ext cx="697229" cy="46710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911983" y="2040183"/>
              <a:ext cx="304165" cy="352425"/>
            </a:xfrm>
            <a:custGeom>
              <a:avLst/>
              <a:gdLst/>
              <a:ahLst/>
              <a:cxnLst/>
              <a:rect l="l" t="t" r="r" b="b"/>
              <a:pathLst>
                <a:path w="304165" h="352425">
                  <a:moveTo>
                    <a:pt x="158572" y="0"/>
                  </a:moveTo>
                  <a:lnTo>
                    <a:pt x="2565" y="83743"/>
                  </a:lnTo>
                  <a:lnTo>
                    <a:pt x="0" y="92341"/>
                  </a:lnTo>
                  <a:lnTo>
                    <a:pt x="138137" y="349681"/>
                  </a:lnTo>
                  <a:lnTo>
                    <a:pt x="146723" y="352297"/>
                  </a:lnTo>
                  <a:lnTo>
                    <a:pt x="173882" y="337718"/>
                  </a:lnTo>
                  <a:lnTo>
                    <a:pt x="146964" y="337718"/>
                  </a:lnTo>
                  <a:lnTo>
                    <a:pt x="145897" y="337388"/>
                  </a:lnTo>
                  <a:lnTo>
                    <a:pt x="125196" y="298830"/>
                  </a:lnTo>
                  <a:lnTo>
                    <a:pt x="146108" y="287604"/>
                  </a:lnTo>
                  <a:lnTo>
                    <a:pt x="119164" y="287604"/>
                  </a:lnTo>
                  <a:lnTo>
                    <a:pt x="34099" y="129133"/>
                  </a:lnTo>
                  <a:lnTo>
                    <a:pt x="54992" y="117919"/>
                  </a:lnTo>
                  <a:lnTo>
                    <a:pt x="28079" y="117919"/>
                  </a:lnTo>
                  <a:lnTo>
                    <a:pt x="14528" y="92671"/>
                  </a:lnTo>
                  <a:lnTo>
                    <a:pt x="14859" y="91605"/>
                  </a:lnTo>
                  <a:lnTo>
                    <a:pt x="158318" y="14592"/>
                  </a:lnTo>
                  <a:lnTo>
                    <a:pt x="160096" y="14541"/>
                  </a:lnTo>
                  <a:lnTo>
                    <a:pt x="174443" y="14541"/>
                  </a:lnTo>
                  <a:lnTo>
                    <a:pt x="167843" y="2247"/>
                  </a:lnTo>
                  <a:lnTo>
                    <a:pt x="158572" y="0"/>
                  </a:lnTo>
                  <a:close/>
                </a:path>
                <a:path w="304165" h="352425">
                  <a:moveTo>
                    <a:pt x="285097" y="220687"/>
                  </a:moveTo>
                  <a:lnTo>
                    <a:pt x="270751" y="220687"/>
                  </a:lnTo>
                  <a:lnTo>
                    <a:pt x="291452" y="259257"/>
                  </a:lnTo>
                  <a:lnTo>
                    <a:pt x="290436" y="260705"/>
                  </a:lnTo>
                  <a:lnTo>
                    <a:pt x="146964" y="337718"/>
                  </a:lnTo>
                  <a:lnTo>
                    <a:pt x="173882" y="337718"/>
                  </a:lnTo>
                  <a:lnTo>
                    <a:pt x="295059" y="272669"/>
                  </a:lnTo>
                  <a:lnTo>
                    <a:pt x="299937" y="268768"/>
                  </a:lnTo>
                  <a:lnTo>
                    <a:pt x="302879" y="263621"/>
                  </a:lnTo>
                  <a:lnTo>
                    <a:pt x="303606" y="257801"/>
                  </a:lnTo>
                  <a:lnTo>
                    <a:pt x="301840" y="251879"/>
                  </a:lnTo>
                  <a:lnTo>
                    <a:pt x="285097" y="220687"/>
                  </a:lnTo>
                  <a:close/>
                </a:path>
                <a:path w="304165" h="352425">
                  <a:moveTo>
                    <a:pt x="206260" y="264337"/>
                  </a:moveTo>
                  <a:lnTo>
                    <a:pt x="192328" y="271818"/>
                  </a:lnTo>
                  <a:lnTo>
                    <a:pt x="189776" y="280416"/>
                  </a:lnTo>
                  <a:lnTo>
                    <a:pt x="196926" y="293738"/>
                  </a:lnTo>
                  <a:lnTo>
                    <a:pt x="205511" y="296354"/>
                  </a:lnTo>
                  <a:lnTo>
                    <a:pt x="219430" y="288886"/>
                  </a:lnTo>
                  <a:lnTo>
                    <a:pt x="221996" y="280276"/>
                  </a:lnTo>
                  <a:lnTo>
                    <a:pt x="214845" y="266953"/>
                  </a:lnTo>
                  <a:lnTo>
                    <a:pt x="206260" y="264337"/>
                  </a:lnTo>
                  <a:close/>
                </a:path>
                <a:path w="304165" h="352425">
                  <a:moveTo>
                    <a:pt x="201955" y="72466"/>
                  </a:moveTo>
                  <a:lnTo>
                    <a:pt x="195681" y="75831"/>
                  </a:lnTo>
                  <a:lnTo>
                    <a:pt x="195097" y="79755"/>
                  </a:lnTo>
                  <a:lnTo>
                    <a:pt x="264731" y="209473"/>
                  </a:lnTo>
                  <a:lnTo>
                    <a:pt x="119164" y="287604"/>
                  </a:lnTo>
                  <a:lnTo>
                    <a:pt x="146108" y="287604"/>
                  </a:lnTo>
                  <a:lnTo>
                    <a:pt x="270751" y="220687"/>
                  </a:lnTo>
                  <a:lnTo>
                    <a:pt x="285097" y="220687"/>
                  </a:lnTo>
                  <a:lnTo>
                    <a:pt x="206235" y="73774"/>
                  </a:lnTo>
                  <a:lnTo>
                    <a:pt x="201955" y="72466"/>
                  </a:lnTo>
                  <a:close/>
                </a:path>
                <a:path w="304165" h="352425">
                  <a:moveTo>
                    <a:pt x="174443" y="14541"/>
                  </a:moveTo>
                  <a:lnTo>
                    <a:pt x="160096" y="14541"/>
                  </a:lnTo>
                  <a:lnTo>
                    <a:pt x="173647" y="39789"/>
                  </a:lnTo>
                  <a:lnTo>
                    <a:pt x="28079" y="117919"/>
                  </a:lnTo>
                  <a:lnTo>
                    <a:pt x="54992" y="117919"/>
                  </a:lnTo>
                  <a:lnTo>
                    <a:pt x="179666" y="51003"/>
                  </a:lnTo>
                  <a:lnTo>
                    <a:pt x="194020" y="51003"/>
                  </a:lnTo>
                  <a:lnTo>
                    <a:pt x="174443" y="14541"/>
                  </a:lnTo>
                  <a:close/>
                </a:path>
                <a:path w="304165" h="352425">
                  <a:moveTo>
                    <a:pt x="103581" y="53009"/>
                  </a:moveTo>
                  <a:lnTo>
                    <a:pt x="72936" y="69456"/>
                  </a:lnTo>
                  <a:lnTo>
                    <a:pt x="71666" y="73748"/>
                  </a:lnTo>
                  <a:lnTo>
                    <a:pt x="74676" y="79362"/>
                  </a:lnTo>
                  <a:lnTo>
                    <a:pt x="78968" y="80670"/>
                  </a:lnTo>
                  <a:lnTo>
                    <a:pt x="109613" y="64223"/>
                  </a:lnTo>
                  <a:lnTo>
                    <a:pt x="110883" y="59918"/>
                  </a:lnTo>
                  <a:lnTo>
                    <a:pt x="107873" y="54317"/>
                  </a:lnTo>
                  <a:lnTo>
                    <a:pt x="103581" y="53009"/>
                  </a:lnTo>
                  <a:close/>
                </a:path>
                <a:path w="304165" h="352425">
                  <a:moveTo>
                    <a:pt x="194020" y="51003"/>
                  </a:moveTo>
                  <a:lnTo>
                    <a:pt x="179666" y="51003"/>
                  </a:lnTo>
                  <a:lnTo>
                    <a:pt x="186436" y="63626"/>
                  </a:lnTo>
                  <a:lnTo>
                    <a:pt x="189661" y="64604"/>
                  </a:lnTo>
                  <a:lnTo>
                    <a:pt x="195922" y="61239"/>
                  </a:lnTo>
                  <a:lnTo>
                    <a:pt x="197586" y="57645"/>
                  </a:lnTo>
                  <a:lnTo>
                    <a:pt x="194020" y="51003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00997" y="2284093"/>
              <a:ext cx="407847" cy="29592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448382" y="3250623"/>
            <a:ext cx="718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Up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400 </a:t>
            </a:r>
            <a:r>
              <a:rPr sz="1200" dirty="0">
                <a:latin typeface="Calibri"/>
                <a:cs typeface="Calibri"/>
              </a:rPr>
              <a:t>MHz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10"/>
          <p:cNvSpPr txBox="1"/>
          <p:nvPr/>
        </p:nvSpPr>
        <p:spPr>
          <a:xfrm>
            <a:off x="279057" y="4640537"/>
            <a:ext cx="9017343" cy="391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76300"/>
              </a:lnSpc>
            </a:pPr>
            <a:r>
              <a:rPr sz="1600" b="1" spc="-15" dirty="0" smtClean="0">
                <a:latin typeface="Calibri"/>
                <a:cs typeface="Calibri"/>
              </a:rPr>
              <a:t>Each</a:t>
            </a:r>
            <a:r>
              <a:rPr sz="1600" b="1" spc="-5" dirty="0" smtClean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bandwidth part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(BWP)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has </a:t>
            </a:r>
            <a:r>
              <a:rPr sz="1600" b="1" spc="-5" dirty="0">
                <a:latin typeface="Calibri"/>
                <a:cs typeface="Calibri"/>
              </a:rPr>
              <a:t>its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own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numerology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(i.e. </a:t>
            </a:r>
            <a:r>
              <a:rPr sz="1600" b="1" spc="-10" dirty="0">
                <a:latin typeface="Calibri"/>
                <a:cs typeface="Calibri"/>
              </a:rPr>
              <a:t>cyclic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prefix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length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subcarrier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spacing</a:t>
            </a:r>
            <a:r>
              <a:rPr sz="1600" b="1" spc="-5" dirty="0" smtClean="0">
                <a:latin typeface="Calibri"/>
                <a:cs typeface="Calibri"/>
              </a:rPr>
              <a:t>)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37" name="object 10"/>
          <p:cNvSpPr txBox="1"/>
          <p:nvPr/>
        </p:nvSpPr>
        <p:spPr>
          <a:xfrm>
            <a:off x="366327" y="6504988"/>
            <a:ext cx="850249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 smtClean="0">
                <a:latin typeface="Calibri"/>
                <a:cs typeface="Calibri"/>
              </a:rPr>
              <a:t>Only </a:t>
            </a:r>
            <a:r>
              <a:rPr b="1" dirty="0">
                <a:latin typeface="Calibri"/>
                <a:cs typeface="Calibri"/>
              </a:rPr>
              <a:t>one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BWP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in</a:t>
            </a:r>
            <a:r>
              <a:rPr b="1" dirty="0">
                <a:latin typeface="Calibri"/>
                <a:cs typeface="Calibri"/>
              </a:rPr>
              <a:t> the</a:t>
            </a:r>
            <a:r>
              <a:rPr b="1" spc="-5" dirty="0">
                <a:latin typeface="Calibri"/>
                <a:cs typeface="Calibri"/>
              </a:rPr>
              <a:t> UL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one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in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DL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are</a:t>
            </a:r>
            <a:r>
              <a:rPr b="1" spc="-5" dirty="0">
                <a:latin typeface="Calibri"/>
                <a:cs typeface="Calibri"/>
              </a:rPr>
              <a:t> active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at </a:t>
            </a:r>
            <a:r>
              <a:rPr b="1" dirty="0">
                <a:latin typeface="Calibri"/>
                <a:cs typeface="Calibri"/>
              </a:rPr>
              <a:t>a </a:t>
            </a:r>
            <a:r>
              <a:rPr b="1" spc="-10" dirty="0">
                <a:latin typeface="Calibri"/>
                <a:cs typeface="Calibri"/>
              </a:rPr>
              <a:t>given </a:t>
            </a:r>
            <a:r>
              <a:rPr b="1" spc="-5" dirty="0">
                <a:latin typeface="Calibri"/>
                <a:cs typeface="Calibri"/>
              </a:rPr>
              <a:t>time.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39" name="object 10"/>
          <p:cNvSpPr txBox="1"/>
          <p:nvPr/>
        </p:nvSpPr>
        <p:spPr>
          <a:xfrm>
            <a:off x="328487" y="5316031"/>
            <a:ext cx="850249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mtClean="0">
                <a:latin typeface="Calibri"/>
                <a:cs typeface="Calibri"/>
              </a:rPr>
              <a:t>A</a:t>
            </a:r>
            <a:r>
              <a:rPr b="1" spc="-5" dirty="0" smtClean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UE </a:t>
            </a:r>
            <a:r>
              <a:rPr b="1" spc="-10" dirty="0">
                <a:latin typeface="Calibri"/>
                <a:cs typeface="Calibri"/>
              </a:rPr>
              <a:t>can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be</a:t>
            </a:r>
            <a:r>
              <a:rPr b="1" spc="-10" dirty="0">
                <a:latin typeface="Calibri"/>
                <a:cs typeface="Calibri"/>
              </a:rPr>
              <a:t> configured </a:t>
            </a:r>
            <a:r>
              <a:rPr b="1" spc="-5" dirty="0">
                <a:latin typeface="Calibri"/>
                <a:cs typeface="Calibri"/>
              </a:rPr>
              <a:t>with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up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to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four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BWPs </a:t>
            </a:r>
            <a:r>
              <a:rPr b="1" spc="-5" dirty="0">
                <a:latin typeface="Calibri"/>
                <a:cs typeface="Calibri"/>
              </a:rPr>
              <a:t>in</a:t>
            </a:r>
            <a:r>
              <a:rPr b="1" dirty="0">
                <a:latin typeface="Calibri"/>
                <a:cs typeface="Calibri"/>
              </a:rPr>
              <a:t> the</a:t>
            </a:r>
            <a:r>
              <a:rPr b="1" spc="-5" dirty="0">
                <a:latin typeface="Calibri"/>
                <a:cs typeface="Calibri"/>
              </a:rPr>
              <a:t> uplink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or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four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BWPs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in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downlink</a:t>
            </a:r>
            <a:r>
              <a:rPr b="1" spc="-5" dirty="0" smtClean="0">
                <a:latin typeface="Calibri"/>
                <a:cs typeface="Calibri"/>
              </a:rPr>
              <a:t>.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40" name="object 10"/>
          <p:cNvSpPr txBox="1"/>
          <p:nvPr/>
        </p:nvSpPr>
        <p:spPr>
          <a:xfrm>
            <a:off x="389773" y="5941886"/>
            <a:ext cx="850249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A </a:t>
            </a:r>
            <a:r>
              <a:rPr b="1" spc="-5" dirty="0" smtClean="0">
                <a:latin typeface="Calibri"/>
                <a:cs typeface="Calibri"/>
              </a:rPr>
              <a:t>An</a:t>
            </a:r>
            <a:r>
              <a:rPr b="1" spc="5" dirty="0" smtClean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additional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four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BWPs </a:t>
            </a:r>
            <a:r>
              <a:rPr b="1" spc="-10" dirty="0">
                <a:latin typeface="Calibri"/>
                <a:cs typeface="Calibri"/>
              </a:rPr>
              <a:t>can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be </a:t>
            </a:r>
            <a:r>
              <a:rPr b="1" spc="-10" dirty="0">
                <a:latin typeface="Calibri"/>
                <a:cs typeface="Calibri"/>
              </a:rPr>
              <a:t>configured </a:t>
            </a:r>
            <a:r>
              <a:rPr b="1" spc="-5" dirty="0">
                <a:latin typeface="Calibri"/>
                <a:cs typeface="Calibri"/>
              </a:rPr>
              <a:t>in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supplementary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uplink. </a:t>
            </a:r>
            <a:endParaRPr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03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305792"/>
            <a:ext cx="543395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Bandwidth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Part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Use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3823" y="1674232"/>
            <a:ext cx="35699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1)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Supporting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reduced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UE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bandwidth</a:t>
            </a:r>
            <a:r>
              <a:rPr sz="1800" u="heavy" spc="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capability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28" y="2382774"/>
            <a:ext cx="3474720" cy="2017395"/>
          </a:xfrm>
          <a:custGeom>
            <a:avLst/>
            <a:gdLst/>
            <a:ahLst/>
            <a:cxnLst/>
            <a:rect l="l" t="t" r="r" b="b"/>
            <a:pathLst>
              <a:path w="4632960" h="2017395">
                <a:moveTo>
                  <a:pt x="3827195" y="0"/>
                </a:moveTo>
                <a:lnTo>
                  <a:pt x="805713" y="0"/>
                </a:lnTo>
                <a:lnTo>
                  <a:pt x="758367" y="1371"/>
                </a:lnTo>
                <a:lnTo>
                  <a:pt x="711758" y="5422"/>
                </a:lnTo>
                <a:lnTo>
                  <a:pt x="665924" y="12103"/>
                </a:lnTo>
                <a:lnTo>
                  <a:pt x="620979" y="21310"/>
                </a:lnTo>
                <a:lnTo>
                  <a:pt x="576973" y="32981"/>
                </a:lnTo>
                <a:lnTo>
                  <a:pt x="533984" y="47053"/>
                </a:lnTo>
                <a:lnTo>
                  <a:pt x="492099" y="63423"/>
                </a:lnTo>
                <a:lnTo>
                  <a:pt x="451383" y="82029"/>
                </a:lnTo>
                <a:lnTo>
                  <a:pt x="411924" y="102793"/>
                </a:lnTo>
                <a:lnTo>
                  <a:pt x="373786" y="125641"/>
                </a:lnTo>
                <a:lnTo>
                  <a:pt x="337045" y="150495"/>
                </a:lnTo>
                <a:lnTo>
                  <a:pt x="301790" y="177292"/>
                </a:lnTo>
                <a:lnTo>
                  <a:pt x="268071" y="205943"/>
                </a:lnTo>
                <a:lnTo>
                  <a:pt x="235991" y="236372"/>
                </a:lnTo>
                <a:lnTo>
                  <a:pt x="205612" y="268503"/>
                </a:lnTo>
                <a:lnTo>
                  <a:pt x="177012" y="302260"/>
                </a:lnTo>
                <a:lnTo>
                  <a:pt x="150266" y="337578"/>
                </a:lnTo>
                <a:lnTo>
                  <a:pt x="125437" y="374370"/>
                </a:lnTo>
                <a:lnTo>
                  <a:pt x="102628" y="412572"/>
                </a:lnTo>
                <a:lnTo>
                  <a:pt x="81902" y="452094"/>
                </a:lnTo>
                <a:lnTo>
                  <a:pt x="63322" y="492861"/>
                </a:lnTo>
                <a:lnTo>
                  <a:pt x="46977" y="534809"/>
                </a:lnTo>
                <a:lnTo>
                  <a:pt x="32931" y="577862"/>
                </a:lnTo>
                <a:lnTo>
                  <a:pt x="21285" y="621931"/>
                </a:lnTo>
                <a:lnTo>
                  <a:pt x="12090" y="666953"/>
                </a:lnTo>
                <a:lnTo>
                  <a:pt x="5422" y="712838"/>
                </a:lnTo>
                <a:lnTo>
                  <a:pt x="1371" y="759536"/>
                </a:lnTo>
                <a:lnTo>
                  <a:pt x="0" y="806945"/>
                </a:lnTo>
                <a:lnTo>
                  <a:pt x="0" y="1210449"/>
                </a:lnTo>
                <a:lnTo>
                  <a:pt x="1371" y="1257858"/>
                </a:lnTo>
                <a:lnTo>
                  <a:pt x="5422" y="1304556"/>
                </a:lnTo>
                <a:lnTo>
                  <a:pt x="12090" y="1350441"/>
                </a:lnTo>
                <a:lnTo>
                  <a:pt x="21285" y="1395463"/>
                </a:lnTo>
                <a:lnTo>
                  <a:pt x="32931" y="1439545"/>
                </a:lnTo>
                <a:lnTo>
                  <a:pt x="46977" y="1482598"/>
                </a:lnTo>
                <a:lnTo>
                  <a:pt x="63322" y="1524546"/>
                </a:lnTo>
                <a:lnTo>
                  <a:pt x="81902" y="1565313"/>
                </a:lnTo>
                <a:lnTo>
                  <a:pt x="102628" y="1604835"/>
                </a:lnTo>
                <a:lnTo>
                  <a:pt x="125437" y="1643037"/>
                </a:lnTo>
                <a:lnTo>
                  <a:pt x="150266" y="1679829"/>
                </a:lnTo>
                <a:lnTo>
                  <a:pt x="177012" y="1715147"/>
                </a:lnTo>
                <a:lnTo>
                  <a:pt x="205612" y="1748904"/>
                </a:lnTo>
                <a:lnTo>
                  <a:pt x="235991" y="1781035"/>
                </a:lnTo>
                <a:lnTo>
                  <a:pt x="268071" y="1811464"/>
                </a:lnTo>
                <a:lnTo>
                  <a:pt x="301790" y="1840102"/>
                </a:lnTo>
                <a:lnTo>
                  <a:pt x="337045" y="1866900"/>
                </a:lnTo>
                <a:lnTo>
                  <a:pt x="373786" y="1891753"/>
                </a:lnTo>
                <a:lnTo>
                  <a:pt x="411924" y="1914601"/>
                </a:lnTo>
                <a:lnTo>
                  <a:pt x="451383" y="1935365"/>
                </a:lnTo>
                <a:lnTo>
                  <a:pt x="492099" y="1953971"/>
                </a:lnTo>
                <a:lnTo>
                  <a:pt x="533984" y="1970341"/>
                </a:lnTo>
                <a:lnTo>
                  <a:pt x="576973" y="1984400"/>
                </a:lnTo>
                <a:lnTo>
                  <a:pt x="620979" y="1996071"/>
                </a:lnTo>
                <a:lnTo>
                  <a:pt x="665924" y="2005279"/>
                </a:lnTo>
                <a:lnTo>
                  <a:pt x="711758" y="2011959"/>
                </a:lnTo>
                <a:lnTo>
                  <a:pt x="758367" y="2016023"/>
                </a:lnTo>
                <a:lnTo>
                  <a:pt x="805713" y="2017395"/>
                </a:lnTo>
                <a:lnTo>
                  <a:pt x="3827081" y="2017395"/>
                </a:lnTo>
                <a:lnTo>
                  <a:pt x="3874427" y="2016023"/>
                </a:lnTo>
                <a:lnTo>
                  <a:pt x="3921061" y="2011959"/>
                </a:lnTo>
                <a:lnTo>
                  <a:pt x="3966883" y="2005279"/>
                </a:lnTo>
                <a:lnTo>
                  <a:pt x="4011841" y="1996071"/>
                </a:lnTo>
                <a:lnTo>
                  <a:pt x="4055859" y="1984400"/>
                </a:lnTo>
                <a:lnTo>
                  <a:pt x="4098836" y="1970341"/>
                </a:lnTo>
                <a:lnTo>
                  <a:pt x="4140733" y="1953971"/>
                </a:lnTo>
                <a:lnTo>
                  <a:pt x="4181436" y="1935365"/>
                </a:lnTo>
                <a:lnTo>
                  <a:pt x="4220908" y="1914601"/>
                </a:lnTo>
                <a:lnTo>
                  <a:pt x="4259046" y="1891753"/>
                </a:lnTo>
                <a:lnTo>
                  <a:pt x="4295787" y="1866900"/>
                </a:lnTo>
                <a:lnTo>
                  <a:pt x="4331042" y="1840102"/>
                </a:lnTo>
                <a:lnTo>
                  <a:pt x="4364748" y="1811464"/>
                </a:lnTo>
                <a:lnTo>
                  <a:pt x="4396828" y="1781035"/>
                </a:lnTo>
                <a:lnTo>
                  <a:pt x="4427207" y="1748904"/>
                </a:lnTo>
                <a:lnTo>
                  <a:pt x="4455807" y="1715147"/>
                </a:lnTo>
                <a:lnTo>
                  <a:pt x="4482553" y="1679829"/>
                </a:lnTo>
                <a:lnTo>
                  <a:pt x="4507369" y="1643037"/>
                </a:lnTo>
                <a:lnTo>
                  <a:pt x="4530178" y="1604835"/>
                </a:lnTo>
                <a:lnTo>
                  <a:pt x="4550918" y="1565313"/>
                </a:lnTo>
                <a:lnTo>
                  <a:pt x="4569485" y="1524546"/>
                </a:lnTo>
                <a:lnTo>
                  <a:pt x="4585830" y="1482598"/>
                </a:lnTo>
                <a:lnTo>
                  <a:pt x="4599863" y="1439545"/>
                </a:lnTo>
                <a:lnTo>
                  <a:pt x="4611522" y="1395463"/>
                </a:lnTo>
                <a:lnTo>
                  <a:pt x="4620717" y="1350441"/>
                </a:lnTo>
                <a:lnTo>
                  <a:pt x="4627372" y="1304556"/>
                </a:lnTo>
                <a:lnTo>
                  <a:pt x="4631436" y="1257858"/>
                </a:lnTo>
                <a:lnTo>
                  <a:pt x="4632794" y="1210449"/>
                </a:lnTo>
                <a:lnTo>
                  <a:pt x="4632794" y="806945"/>
                </a:lnTo>
                <a:lnTo>
                  <a:pt x="4631436" y="759536"/>
                </a:lnTo>
                <a:lnTo>
                  <a:pt x="4627372" y="712838"/>
                </a:lnTo>
                <a:lnTo>
                  <a:pt x="4620717" y="666953"/>
                </a:lnTo>
                <a:lnTo>
                  <a:pt x="4611522" y="621931"/>
                </a:lnTo>
                <a:lnTo>
                  <a:pt x="4599863" y="577862"/>
                </a:lnTo>
                <a:lnTo>
                  <a:pt x="4585830" y="534809"/>
                </a:lnTo>
                <a:lnTo>
                  <a:pt x="4569485" y="492861"/>
                </a:lnTo>
                <a:lnTo>
                  <a:pt x="4550918" y="452094"/>
                </a:lnTo>
                <a:lnTo>
                  <a:pt x="4530191" y="412572"/>
                </a:lnTo>
                <a:lnTo>
                  <a:pt x="4507382" y="374370"/>
                </a:lnTo>
                <a:lnTo>
                  <a:pt x="4482566" y="337578"/>
                </a:lnTo>
                <a:lnTo>
                  <a:pt x="4455820" y="302260"/>
                </a:lnTo>
                <a:lnTo>
                  <a:pt x="4427220" y="268503"/>
                </a:lnTo>
                <a:lnTo>
                  <a:pt x="4396841" y="236372"/>
                </a:lnTo>
                <a:lnTo>
                  <a:pt x="4364761" y="205943"/>
                </a:lnTo>
                <a:lnTo>
                  <a:pt x="4331068" y="177292"/>
                </a:lnTo>
                <a:lnTo>
                  <a:pt x="4295800" y="150495"/>
                </a:lnTo>
                <a:lnTo>
                  <a:pt x="4259072" y="125641"/>
                </a:lnTo>
                <a:lnTo>
                  <a:pt x="4220946" y="102793"/>
                </a:lnTo>
                <a:lnTo>
                  <a:pt x="4181487" y="82029"/>
                </a:lnTo>
                <a:lnTo>
                  <a:pt x="4140771" y="63423"/>
                </a:lnTo>
                <a:lnTo>
                  <a:pt x="4098899" y="47053"/>
                </a:lnTo>
                <a:lnTo>
                  <a:pt x="4055922" y="32981"/>
                </a:lnTo>
                <a:lnTo>
                  <a:pt x="4011917" y="21310"/>
                </a:lnTo>
                <a:lnTo>
                  <a:pt x="3966972" y="12103"/>
                </a:lnTo>
                <a:lnTo>
                  <a:pt x="3921150" y="5422"/>
                </a:lnTo>
                <a:lnTo>
                  <a:pt x="3874528" y="1371"/>
                </a:lnTo>
                <a:lnTo>
                  <a:pt x="382719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5286" y="2172187"/>
            <a:ext cx="722471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35" dirty="0">
                <a:latin typeface="Arial MT"/>
                <a:cs typeface="Arial MT"/>
              </a:rPr>
              <a:t>Overall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50" dirty="0">
                <a:latin typeface="Arial MT"/>
                <a:cs typeface="Arial MT"/>
              </a:rPr>
              <a:t>carrier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7754" y="2631252"/>
            <a:ext cx="3777139" cy="1920239"/>
            <a:chOff x="423672" y="2631251"/>
            <a:chExt cx="5036185" cy="1920239"/>
          </a:xfrm>
        </p:grpSpPr>
        <p:sp>
          <p:nvSpPr>
            <p:cNvPr id="8" name="object 8"/>
            <p:cNvSpPr/>
            <p:nvPr/>
          </p:nvSpPr>
          <p:spPr>
            <a:xfrm>
              <a:off x="2941316" y="2735579"/>
              <a:ext cx="1611630" cy="1311910"/>
            </a:xfrm>
            <a:custGeom>
              <a:avLst/>
              <a:gdLst/>
              <a:ahLst/>
              <a:cxnLst/>
              <a:rect l="l" t="t" r="r" b="b"/>
              <a:pathLst>
                <a:path w="1611629" h="1311910">
                  <a:moveTo>
                    <a:pt x="1107859" y="0"/>
                  </a:moveTo>
                  <a:lnTo>
                    <a:pt x="503567" y="0"/>
                  </a:lnTo>
                  <a:lnTo>
                    <a:pt x="455066" y="2311"/>
                  </a:lnTo>
                  <a:lnTo>
                    <a:pt x="407860" y="9093"/>
                  </a:lnTo>
                  <a:lnTo>
                    <a:pt x="362178" y="20154"/>
                  </a:lnTo>
                  <a:lnTo>
                    <a:pt x="318223" y="35267"/>
                  </a:lnTo>
                  <a:lnTo>
                    <a:pt x="276199" y="54216"/>
                  </a:lnTo>
                  <a:lnTo>
                    <a:pt x="236334" y="76809"/>
                  </a:lnTo>
                  <a:lnTo>
                    <a:pt x="198831" y="102806"/>
                  </a:lnTo>
                  <a:lnTo>
                    <a:pt x="163906" y="132029"/>
                  </a:lnTo>
                  <a:lnTo>
                    <a:pt x="131749" y="164249"/>
                  </a:lnTo>
                  <a:lnTo>
                    <a:pt x="102590" y="199250"/>
                  </a:lnTo>
                  <a:lnTo>
                    <a:pt x="76644" y="236816"/>
                  </a:lnTo>
                  <a:lnTo>
                    <a:pt x="54102" y="276758"/>
                  </a:lnTo>
                  <a:lnTo>
                    <a:pt x="35191" y="318846"/>
                  </a:lnTo>
                  <a:lnTo>
                    <a:pt x="20116" y="362877"/>
                  </a:lnTo>
                  <a:lnTo>
                    <a:pt x="9080" y="408635"/>
                  </a:lnTo>
                  <a:lnTo>
                    <a:pt x="2311" y="455917"/>
                  </a:lnTo>
                  <a:lnTo>
                    <a:pt x="0" y="504494"/>
                  </a:lnTo>
                  <a:lnTo>
                    <a:pt x="0" y="807237"/>
                  </a:lnTo>
                  <a:lnTo>
                    <a:pt x="2311" y="855814"/>
                  </a:lnTo>
                  <a:lnTo>
                    <a:pt x="9080" y="903097"/>
                  </a:lnTo>
                  <a:lnTo>
                    <a:pt x="20116" y="948855"/>
                  </a:lnTo>
                  <a:lnTo>
                    <a:pt x="35191" y="992886"/>
                  </a:lnTo>
                  <a:lnTo>
                    <a:pt x="54102" y="1034986"/>
                  </a:lnTo>
                  <a:lnTo>
                    <a:pt x="76631" y="1074915"/>
                  </a:lnTo>
                  <a:lnTo>
                    <a:pt x="102590" y="1112494"/>
                  </a:lnTo>
                  <a:lnTo>
                    <a:pt x="131749" y="1147495"/>
                  </a:lnTo>
                  <a:lnTo>
                    <a:pt x="163893" y="1179715"/>
                  </a:lnTo>
                  <a:lnTo>
                    <a:pt x="198818" y="1208925"/>
                  </a:lnTo>
                  <a:lnTo>
                    <a:pt x="236321" y="1234935"/>
                  </a:lnTo>
                  <a:lnTo>
                    <a:pt x="276174" y="1257515"/>
                  </a:lnTo>
                  <a:lnTo>
                    <a:pt x="318185" y="1276477"/>
                  </a:lnTo>
                  <a:lnTo>
                    <a:pt x="362127" y="1291577"/>
                  </a:lnTo>
                  <a:lnTo>
                    <a:pt x="407809" y="1302639"/>
                  </a:lnTo>
                  <a:lnTo>
                    <a:pt x="455002" y="1309420"/>
                  </a:lnTo>
                  <a:lnTo>
                    <a:pt x="503466" y="1311732"/>
                  </a:lnTo>
                  <a:lnTo>
                    <a:pt x="1107744" y="1311732"/>
                  </a:lnTo>
                  <a:lnTo>
                    <a:pt x="1156271" y="1309420"/>
                  </a:lnTo>
                  <a:lnTo>
                    <a:pt x="1203477" y="1302639"/>
                  </a:lnTo>
                  <a:lnTo>
                    <a:pt x="1249159" y="1291577"/>
                  </a:lnTo>
                  <a:lnTo>
                    <a:pt x="1293114" y="1276464"/>
                  </a:lnTo>
                  <a:lnTo>
                    <a:pt x="1335125" y="1257515"/>
                  </a:lnTo>
                  <a:lnTo>
                    <a:pt x="1374990" y="1234922"/>
                  </a:lnTo>
                  <a:lnTo>
                    <a:pt x="1412506" y="1208925"/>
                  </a:lnTo>
                  <a:lnTo>
                    <a:pt x="1447431" y="1179703"/>
                  </a:lnTo>
                  <a:lnTo>
                    <a:pt x="1479588" y="1147495"/>
                  </a:lnTo>
                  <a:lnTo>
                    <a:pt x="1508747" y="1112494"/>
                  </a:lnTo>
                  <a:lnTo>
                    <a:pt x="1534718" y="1074915"/>
                  </a:lnTo>
                  <a:lnTo>
                    <a:pt x="1557261" y="1034973"/>
                  </a:lnTo>
                  <a:lnTo>
                    <a:pt x="1576184" y="992886"/>
                  </a:lnTo>
                  <a:lnTo>
                    <a:pt x="1591271" y="948855"/>
                  </a:lnTo>
                  <a:lnTo>
                    <a:pt x="1602320" y="903097"/>
                  </a:lnTo>
                  <a:lnTo>
                    <a:pt x="1609102" y="855814"/>
                  </a:lnTo>
                  <a:lnTo>
                    <a:pt x="1611426" y="807237"/>
                  </a:lnTo>
                  <a:lnTo>
                    <a:pt x="1611426" y="504494"/>
                  </a:lnTo>
                  <a:lnTo>
                    <a:pt x="1609102" y="455917"/>
                  </a:lnTo>
                  <a:lnTo>
                    <a:pt x="1602320" y="408635"/>
                  </a:lnTo>
                  <a:lnTo>
                    <a:pt x="1591271" y="362877"/>
                  </a:lnTo>
                  <a:lnTo>
                    <a:pt x="1576184" y="318846"/>
                  </a:lnTo>
                  <a:lnTo>
                    <a:pt x="1557261" y="276758"/>
                  </a:lnTo>
                  <a:lnTo>
                    <a:pt x="1534718" y="236816"/>
                  </a:lnTo>
                  <a:lnTo>
                    <a:pt x="1508760" y="199250"/>
                  </a:lnTo>
                  <a:lnTo>
                    <a:pt x="1479600" y="164249"/>
                  </a:lnTo>
                  <a:lnTo>
                    <a:pt x="1447444" y="132029"/>
                  </a:lnTo>
                  <a:lnTo>
                    <a:pt x="1412519" y="102806"/>
                  </a:lnTo>
                  <a:lnTo>
                    <a:pt x="1375016" y="76809"/>
                  </a:lnTo>
                  <a:lnTo>
                    <a:pt x="1335163" y="54216"/>
                  </a:lnTo>
                  <a:lnTo>
                    <a:pt x="1293152" y="35267"/>
                  </a:lnTo>
                  <a:lnTo>
                    <a:pt x="1249210" y="20154"/>
                  </a:lnTo>
                  <a:lnTo>
                    <a:pt x="1203540" y="9093"/>
                  </a:lnTo>
                  <a:lnTo>
                    <a:pt x="1156347" y="2311"/>
                  </a:lnTo>
                  <a:lnTo>
                    <a:pt x="11078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3672" y="3391661"/>
              <a:ext cx="5036185" cy="1160145"/>
            </a:xfrm>
            <a:custGeom>
              <a:avLst/>
              <a:gdLst/>
              <a:ahLst/>
              <a:cxnLst/>
              <a:rect l="l" t="t" r="r" b="b"/>
              <a:pathLst>
                <a:path w="5036185" h="1160145">
                  <a:moveTo>
                    <a:pt x="5035575" y="0"/>
                  </a:moveTo>
                  <a:lnTo>
                    <a:pt x="0" y="0"/>
                  </a:lnTo>
                  <a:lnTo>
                    <a:pt x="0" y="1159738"/>
                  </a:lnTo>
                  <a:lnTo>
                    <a:pt x="5035575" y="1159738"/>
                  </a:lnTo>
                  <a:lnTo>
                    <a:pt x="5035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672" y="3384803"/>
              <a:ext cx="5035550" cy="13335"/>
            </a:xfrm>
            <a:custGeom>
              <a:avLst/>
              <a:gdLst/>
              <a:ahLst/>
              <a:cxnLst/>
              <a:rect l="l" t="t" r="r" b="b"/>
              <a:pathLst>
                <a:path w="5035550" h="13335">
                  <a:moveTo>
                    <a:pt x="5035524" y="0"/>
                  </a:moveTo>
                  <a:lnTo>
                    <a:pt x="0" y="0"/>
                  </a:lnTo>
                  <a:lnTo>
                    <a:pt x="0" y="13208"/>
                  </a:lnTo>
                  <a:lnTo>
                    <a:pt x="5035524" y="13208"/>
                  </a:lnTo>
                  <a:lnTo>
                    <a:pt x="5035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41701" y="2635379"/>
              <a:ext cx="0" cy="1009015"/>
            </a:xfrm>
            <a:custGeom>
              <a:avLst/>
              <a:gdLst/>
              <a:ahLst/>
              <a:cxnLst/>
              <a:rect l="l" t="t" r="r" b="b"/>
              <a:pathLst>
                <a:path h="1009014">
                  <a:moveTo>
                    <a:pt x="0" y="1008710"/>
                  </a:moveTo>
                  <a:lnTo>
                    <a:pt x="0" y="0"/>
                  </a:lnTo>
                </a:path>
              </a:pathLst>
            </a:custGeom>
            <a:ln w="805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3331" y="2635379"/>
              <a:ext cx="0" cy="1009015"/>
            </a:xfrm>
            <a:custGeom>
              <a:avLst/>
              <a:gdLst/>
              <a:ahLst/>
              <a:cxnLst/>
              <a:rect l="l" t="t" r="r" b="b"/>
              <a:pathLst>
                <a:path h="1009014">
                  <a:moveTo>
                    <a:pt x="0" y="1008710"/>
                  </a:moveTo>
                  <a:lnTo>
                    <a:pt x="0" y="0"/>
                  </a:lnTo>
                </a:path>
              </a:pathLst>
            </a:custGeom>
            <a:ln w="805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1523" y="3542918"/>
              <a:ext cx="1412875" cy="0"/>
            </a:xfrm>
            <a:custGeom>
              <a:avLst/>
              <a:gdLst/>
              <a:ahLst/>
              <a:cxnLst/>
              <a:rect l="l" t="t" r="r" b="b"/>
              <a:pathLst>
                <a:path w="1412875">
                  <a:moveTo>
                    <a:pt x="0" y="0"/>
                  </a:moveTo>
                  <a:lnTo>
                    <a:pt x="1412519" y="0"/>
                  </a:lnTo>
                </a:path>
              </a:pathLst>
            </a:custGeom>
            <a:ln w="8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41307" y="3505961"/>
              <a:ext cx="1612265" cy="73025"/>
            </a:xfrm>
            <a:custGeom>
              <a:avLst/>
              <a:gdLst/>
              <a:ahLst/>
              <a:cxnLst/>
              <a:rect l="l" t="t" r="r" b="b"/>
              <a:pathLst>
                <a:path w="1612264" h="73025">
                  <a:moveTo>
                    <a:pt x="109283" y="0"/>
                  </a:moveTo>
                  <a:lnTo>
                    <a:pt x="0" y="36385"/>
                  </a:lnTo>
                  <a:lnTo>
                    <a:pt x="109283" y="72758"/>
                  </a:lnTo>
                  <a:lnTo>
                    <a:pt x="109283" y="0"/>
                  </a:lnTo>
                  <a:close/>
                </a:path>
                <a:path w="1612264" h="73025">
                  <a:moveTo>
                    <a:pt x="1611947" y="36385"/>
                  </a:moveTo>
                  <a:lnTo>
                    <a:pt x="1502676" y="0"/>
                  </a:lnTo>
                  <a:lnTo>
                    <a:pt x="1502676" y="72758"/>
                  </a:lnTo>
                  <a:lnTo>
                    <a:pt x="1611947" y="36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86489" y="3521497"/>
            <a:ext cx="25336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20" dirty="0">
                <a:latin typeface="Arial MT"/>
                <a:cs typeface="Arial MT"/>
              </a:rPr>
              <a:t>B</a:t>
            </a:r>
            <a:r>
              <a:rPr sz="1050" spc="45" dirty="0">
                <a:latin typeface="Arial MT"/>
                <a:cs typeface="Arial MT"/>
              </a:rPr>
              <a:t>W</a:t>
            </a:r>
            <a:r>
              <a:rPr sz="1050" dirty="0">
                <a:latin typeface="Arial MT"/>
                <a:cs typeface="Arial MT"/>
              </a:rPr>
              <a:t>P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68824" y="1602689"/>
            <a:ext cx="357044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2)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Supporting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reduced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UE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energy</a:t>
            </a:r>
            <a:r>
              <a:rPr sz="1800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consumption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2636" y="2353056"/>
            <a:ext cx="3577114" cy="2077085"/>
          </a:xfrm>
          <a:custGeom>
            <a:avLst/>
            <a:gdLst/>
            <a:ahLst/>
            <a:cxnLst/>
            <a:rect l="l" t="t" r="r" b="b"/>
            <a:pathLst>
              <a:path w="4769484" h="2077085">
                <a:moveTo>
                  <a:pt x="3939819" y="0"/>
                </a:moveTo>
                <a:lnTo>
                  <a:pt x="829424" y="0"/>
                </a:lnTo>
                <a:lnTo>
                  <a:pt x="780694" y="1409"/>
                </a:lnTo>
                <a:lnTo>
                  <a:pt x="732701" y="5588"/>
                </a:lnTo>
                <a:lnTo>
                  <a:pt x="685520" y="12458"/>
                </a:lnTo>
                <a:lnTo>
                  <a:pt x="639241" y="21945"/>
                </a:lnTo>
                <a:lnTo>
                  <a:pt x="593940" y="33959"/>
                </a:lnTo>
                <a:lnTo>
                  <a:pt x="549694" y="48437"/>
                </a:lnTo>
                <a:lnTo>
                  <a:pt x="506577" y="65290"/>
                </a:lnTo>
                <a:lnTo>
                  <a:pt x="464667" y="84442"/>
                </a:lnTo>
                <a:lnTo>
                  <a:pt x="424040" y="105816"/>
                </a:lnTo>
                <a:lnTo>
                  <a:pt x="384784" y="129336"/>
                </a:lnTo>
                <a:lnTo>
                  <a:pt x="346963" y="154927"/>
                </a:lnTo>
                <a:lnTo>
                  <a:pt x="310667" y="182511"/>
                </a:lnTo>
                <a:lnTo>
                  <a:pt x="275958" y="212001"/>
                </a:lnTo>
                <a:lnTo>
                  <a:pt x="242938" y="243319"/>
                </a:lnTo>
                <a:lnTo>
                  <a:pt x="211658" y="276402"/>
                </a:lnTo>
                <a:lnTo>
                  <a:pt x="182219" y="311150"/>
                </a:lnTo>
                <a:lnTo>
                  <a:pt x="154686" y="347510"/>
                </a:lnTo>
                <a:lnTo>
                  <a:pt x="129133" y="385381"/>
                </a:lnTo>
                <a:lnTo>
                  <a:pt x="105651" y="424713"/>
                </a:lnTo>
                <a:lnTo>
                  <a:pt x="84302" y="465391"/>
                </a:lnTo>
                <a:lnTo>
                  <a:pt x="65176" y="507365"/>
                </a:lnTo>
                <a:lnTo>
                  <a:pt x="48348" y="550545"/>
                </a:lnTo>
                <a:lnTo>
                  <a:pt x="33908" y="594868"/>
                </a:lnTo>
                <a:lnTo>
                  <a:pt x="21907" y="640232"/>
                </a:lnTo>
                <a:lnTo>
                  <a:pt x="12433" y="686574"/>
                </a:lnTo>
                <a:lnTo>
                  <a:pt x="5575" y="733818"/>
                </a:lnTo>
                <a:lnTo>
                  <a:pt x="1409" y="781888"/>
                </a:lnTo>
                <a:lnTo>
                  <a:pt x="0" y="830681"/>
                </a:lnTo>
                <a:lnTo>
                  <a:pt x="0" y="1246060"/>
                </a:lnTo>
                <a:lnTo>
                  <a:pt x="1409" y="1294879"/>
                </a:lnTo>
                <a:lnTo>
                  <a:pt x="5575" y="1342936"/>
                </a:lnTo>
                <a:lnTo>
                  <a:pt x="12433" y="1390180"/>
                </a:lnTo>
                <a:lnTo>
                  <a:pt x="21907" y="1436535"/>
                </a:lnTo>
                <a:lnTo>
                  <a:pt x="33908" y="1481899"/>
                </a:lnTo>
                <a:lnTo>
                  <a:pt x="48348" y="1526222"/>
                </a:lnTo>
                <a:lnTo>
                  <a:pt x="65176" y="1569402"/>
                </a:lnTo>
                <a:lnTo>
                  <a:pt x="84302" y="1611376"/>
                </a:lnTo>
                <a:lnTo>
                  <a:pt x="105651" y="1652066"/>
                </a:lnTo>
                <a:lnTo>
                  <a:pt x="129133" y="1691386"/>
                </a:lnTo>
                <a:lnTo>
                  <a:pt x="154686" y="1729257"/>
                </a:lnTo>
                <a:lnTo>
                  <a:pt x="182219" y="1765617"/>
                </a:lnTo>
                <a:lnTo>
                  <a:pt x="211658" y="1800364"/>
                </a:lnTo>
                <a:lnTo>
                  <a:pt x="242938" y="1833448"/>
                </a:lnTo>
                <a:lnTo>
                  <a:pt x="275958" y="1864766"/>
                </a:lnTo>
                <a:lnTo>
                  <a:pt x="310667" y="1894255"/>
                </a:lnTo>
                <a:lnTo>
                  <a:pt x="346963" y="1921827"/>
                </a:lnTo>
                <a:lnTo>
                  <a:pt x="384784" y="1947418"/>
                </a:lnTo>
                <a:lnTo>
                  <a:pt x="424040" y="1970938"/>
                </a:lnTo>
                <a:lnTo>
                  <a:pt x="464667" y="1992312"/>
                </a:lnTo>
                <a:lnTo>
                  <a:pt x="506577" y="2011464"/>
                </a:lnTo>
                <a:lnTo>
                  <a:pt x="549694" y="2028317"/>
                </a:lnTo>
                <a:lnTo>
                  <a:pt x="593940" y="2042795"/>
                </a:lnTo>
                <a:lnTo>
                  <a:pt x="639241" y="2054809"/>
                </a:lnTo>
                <a:lnTo>
                  <a:pt x="685520" y="2064296"/>
                </a:lnTo>
                <a:lnTo>
                  <a:pt x="732701" y="2071166"/>
                </a:lnTo>
                <a:lnTo>
                  <a:pt x="780694" y="2075345"/>
                </a:lnTo>
                <a:lnTo>
                  <a:pt x="829424" y="2076754"/>
                </a:lnTo>
                <a:lnTo>
                  <a:pt x="3939705" y="2076754"/>
                </a:lnTo>
                <a:lnTo>
                  <a:pt x="3988447" y="2075345"/>
                </a:lnTo>
                <a:lnTo>
                  <a:pt x="4036441" y="2071166"/>
                </a:lnTo>
                <a:lnTo>
                  <a:pt x="4083621" y="2064296"/>
                </a:lnTo>
                <a:lnTo>
                  <a:pt x="4129900" y="2054809"/>
                </a:lnTo>
                <a:lnTo>
                  <a:pt x="4175213" y="2042795"/>
                </a:lnTo>
                <a:lnTo>
                  <a:pt x="4219460" y="2028317"/>
                </a:lnTo>
                <a:lnTo>
                  <a:pt x="4262577" y="2011464"/>
                </a:lnTo>
                <a:lnTo>
                  <a:pt x="4304487" y="1992312"/>
                </a:lnTo>
                <a:lnTo>
                  <a:pt x="4345114" y="1970938"/>
                </a:lnTo>
                <a:lnTo>
                  <a:pt x="4384370" y="1947418"/>
                </a:lnTo>
                <a:lnTo>
                  <a:pt x="4422190" y="1921827"/>
                </a:lnTo>
                <a:lnTo>
                  <a:pt x="4458500" y="1894255"/>
                </a:lnTo>
                <a:lnTo>
                  <a:pt x="4493196" y="1864766"/>
                </a:lnTo>
                <a:lnTo>
                  <a:pt x="4526216" y="1833448"/>
                </a:lnTo>
                <a:lnTo>
                  <a:pt x="4557496" y="1800364"/>
                </a:lnTo>
                <a:lnTo>
                  <a:pt x="4586935" y="1765617"/>
                </a:lnTo>
                <a:lnTo>
                  <a:pt x="4614468" y="1729257"/>
                </a:lnTo>
                <a:lnTo>
                  <a:pt x="4640008" y="1691386"/>
                </a:lnTo>
                <a:lnTo>
                  <a:pt x="4663490" y="1652066"/>
                </a:lnTo>
                <a:lnTo>
                  <a:pt x="4684839" y="1611376"/>
                </a:lnTo>
                <a:lnTo>
                  <a:pt x="4703953" y="1569402"/>
                </a:lnTo>
                <a:lnTo>
                  <a:pt x="4720780" y="1526222"/>
                </a:lnTo>
                <a:lnTo>
                  <a:pt x="4735233" y="1481899"/>
                </a:lnTo>
                <a:lnTo>
                  <a:pt x="4747221" y="1436535"/>
                </a:lnTo>
                <a:lnTo>
                  <a:pt x="4756696" y="1390180"/>
                </a:lnTo>
                <a:lnTo>
                  <a:pt x="4763554" y="1342936"/>
                </a:lnTo>
                <a:lnTo>
                  <a:pt x="4767719" y="1294879"/>
                </a:lnTo>
                <a:lnTo>
                  <a:pt x="4769129" y="1246060"/>
                </a:lnTo>
                <a:lnTo>
                  <a:pt x="4769129" y="830681"/>
                </a:lnTo>
                <a:lnTo>
                  <a:pt x="4767719" y="781888"/>
                </a:lnTo>
                <a:lnTo>
                  <a:pt x="4763554" y="733818"/>
                </a:lnTo>
                <a:lnTo>
                  <a:pt x="4756696" y="686574"/>
                </a:lnTo>
                <a:lnTo>
                  <a:pt x="4747221" y="640232"/>
                </a:lnTo>
                <a:lnTo>
                  <a:pt x="4735233" y="594868"/>
                </a:lnTo>
                <a:lnTo>
                  <a:pt x="4720780" y="550545"/>
                </a:lnTo>
                <a:lnTo>
                  <a:pt x="4703953" y="507365"/>
                </a:lnTo>
                <a:lnTo>
                  <a:pt x="4684839" y="465391"/>
                </a:lnTo>
                <a:lnTo>
                  <a:pt x="4663503" y="424713"/>
                </a:lnTo>
                <a:lnTo>
                  <a:pt x="4640021" y="385381"/>
                </a:lnTo>
                <a:lnTo>
                  <a:pt x="4614468" y="347510"/>
                </a:lnTo>
                <a:lnTo>
                  <a:pt x="4586947" y="311150"/>
                </a:lnTo>
                <a:lnTo>
                  <a:pt x="4557509" y="276402"/>
                </a:lnTo>
                <a:lnTo>
                  <a:pt x="4526229" y="243319"/>
                </a:lnTo>
                <a:lnTo>
                  <a:pt x="4493209" y="212001"/>
                </a:lnTo>
                <a:lnTo>
                  <a:pt x="4458512" y="182511"/>
                </a:lnTo>
                <a:lnTo>
                  <a:pt x="4422216" y="154927"/>
                </a:lnTo>
                <a:lnTo>
                  <a:pt x="4384408" y="129336"/>
                </a:lnTo>
                <a:lnTo>
                  <a:pt x="4345152" y="105816"/>
                </a:lnTo>
                <a:lnTo>
                  <a:pt x="4304538" y="84442"/>
                </a:lnTo>
                <a:lnTo>
                  <a:pt x="4262628" y="65290"/>
                </a:lnTo>
                <a:lnTo>
                  <a:pt x="4219511" y="48437"/>
                </a:lnTo>
                <a:lnTo>
                  <a:pt x="4175277" y="33959"/>
                </a:lnTo>
                <a:lnTo>
                  <a:pt x="4129976" y="21945"/>
                </a:lnTo>
                <a:lnTo>
                  <a:pt x="4083710" y="12458"/>
                </a:lnTo>
                <a:lnTo>
                  <a:pt x="4036542" y="5588"/>
                </a:lnTo>
                <a:lnTo>
                  <a:pt x="3988549" y="1409"/>
                </a:lnTo>
                <a:lnTo>
                  <a:pt x="393981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99484" y="2134151"/>
            <a:ext cx="73913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30" dirty="0">
                <a:latin typeface="Arial MT"/>
                <a:cs typeface="Arial MT"/>
              </a:rPr>
              <a:t>Overall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35" dirty="0">
                <a:latin typeface="Arial MT"/>
                <a:cs typeface="Arial MT"/>
              </a:rPr>
              <a:t>carrier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31949" y="2595883"/>
            <a:ext cx="3898583" cy="1990089"/>
            <a:chOff x="6575932" y="2595882"/>
            <a:chExt cx="5198110" cy="1990089"/>
          </a:xfrm>
        </p:grpSpPr>
        <p:sp>
          <p:nvSpPr>
            <p:cNvPr id="20" name="object 20"/>
            <p:cNvSpPr/>
            <p:nvPr/>
          </p:nvSpPr>
          <p:spPr>
            <a:xfrm>
              <a:off x="8449050" y="2716530"/>
              <a:ext cx="2384425" cy="1350010"/>
            </a:xfrm>
            <a:custGeom>
              <a:avLst/>
              <a:gdLst/>
              <a:ahLst/>
              <a:cxnLst/>
              <a:rect l="l" t="t" r="r" b="b"/>
              <a:pathLst>
                <a:path w="2384425" h="1350010">
                  <a:moveTo>
                    <a:pt x="1865909" y="0"/>
                  </a:moveTo>
                  <a:lnTo>
                    <a:pt x="518312" y="0"/>
                  </a:lnTo>
                  <a:lnTo>
                    <a:pt x="471119" y="2120"/>
                  </a:lnTo>
                  <a:lnTo>
                    <a:pt x="425119" y="8369"/>
                  </a:lnTo>
                  <a:lnTo>
                    <a:pt x="380492" y="18542"/>
                  </a:lnTo>
                  <a:lnTo>
                    <a:pt x="337426" y="32486"/>
                  </a:lnTo>
                  <a:lnTo>
                    <a:pt x="296087" y="49987"/>
                  </a:lnTo>
                  <a:lnTo>
                    <a:pt x="256679" y="70891"/>
                  </a:lnTo>
                  <a:lnTo>
                    <a:pt x="219367" y="94983"/>
                  </a:lnTo>
                  <a:lnTo>
                    <a:pt x="184340" y="122110"/>
                  </a:lnTo>
                  <a:lnTo>
                    <a:pt x="151777" y="152069"/>
                  </a:lnTo>
                  <a:lnTo>
                    <a:pt x="121881" y="184683"/>
                  </a:lnTo>
                  <a:lnTo>
                    <a:pt x="94805" y="219773"/>
                  </a:lnTo>
                  <a:lnTo>
                    <a:pt x="70751" y="257149"/>
                  </a:lnTo>
                  <a:lnTo>
                    <a:pt x="49898" y="296621"/>
                  </a:lnTo>
                  <a:lnTo>
                    <a:pt x="32423" y="338023"/>
                  </a:lnTo>
                  <a:lnTo>
                    <a:pt x="18516" y="381152"/>
                  </a:lnTo>
                  <a:lnTo>
                    <a:pt x="8356" y="425843"/>
                  </a:lnTo>
                  <a:lnTo>
                    <a:pt x="2120" y="471906"/>
                  </a:lnTo>
                  <a:lnTo>
                    <a:pt x="0" y="519163"/>
                  </a:lnTo>
                  <a:lnTo>
                    <a:pt x="0" y="830694"/>
                  </a:lnTo>
                  <a:lnTo>
                    <a:pt x="2120" y="877938"/>
                  </a:lnTo>
                  <a:lnTo>
                    <a:pt x="8356" y="924001"/>
                  </a:lnTo>
                  <a:lnTo>
                    <a:pt x="18516" y="968705"/>
                  </a:lnTo>
                  <a:lnTo>
                    <a:pt x="32423" y="1011834"/>
                  </a:lnTo>
                  <a:lnTo>
                    <a:pt x="49898" y="1053236"/>
                  </a:lnTo>
                  <a:lnTo>
                    <a:pt x="70751" y="1092720"/>
                  </a:lnTo>
                  <a:lnTo>
                    <a:pt x="94805" y="1130084"/>
                  </a:lnTo>
                  <a:lnTo>
                    <a:pt x="121869" y="1165174"/>
                  </a:lnTo>
                  <a:lnTo>
                    <a:pt x="151777" y="1197787"/>
                  </a:lnTo>
                  <a:lnTo>
                    <a:pt x="184327" y="1227747"/>
                  </a:lnTo>
                  <a:lnTo>
                    <a:pt x="219341" y="1254874"/>
                  </a:lnTo>
                  <a:lnTo>
                    <a:pt x="256654" y="1278966"/>
                  </a:lnTo>
                  <a:lnTo>
                    <a:pt x="296062" y="1299857"/>
                  </a:lnTo>
                  <a:lnTo>
                    <a:pt x="337388" y="1317371"/>
                  </a:lnTo>
                  <a:lnTo>
                    <a:pt x="380441" y="1331302"/>
                  </a:lnTo>
                  <a:lnTo>
                    <a:pt x="425069" y="1341488"/>
                  </a:lnTo>
                  <a:lnTo>
                    <a:pt x="471068" y="1347724"/>
                  </a:lnTo>
                  <a:lnTo>
                    <a:pt x="518198" y="1349844"/>
                  </a:lnTo>
                  <a:lnTo>
                    <a:pt x="1865795" y="1349844"/>
                  </a:lnTo>
                  <a:lnTo>
                    <a:pt x="1913001" y="1347724"/>
                  </a:lnTo>
                  <a:lnTo>
                    <a:pt x="1959000" y="1341488"/>
                  </a:lnTo>
                  <a:lnTo>
                    <a:pt x="2003628" y="1331302"/>
                  </a:lnTo>
                  <a:lnTo>
                    <a:pt x="2046693" y="1317358"/>
                  </a:lnTo>
                  <a:lnTo>
                    <a:pt x="2088032" y="1299857"/>
                  </a:lnTo>
                  <a:lnTo>
                    <a:pt x="2127440" y="1278966"/>
                  </a:lnTo>
                  <a:lnTo>
                    <a:pt x="2164753" y="1254861"/>
                  </a:lnTo>
                  <a:lnTo>
                    <a:pt x="2199779" y="1227747"/>
                  </a:lnTo>
                  <a:lnTo>
                    <a:pt x="2232342" y="1197787"/>
                  </a:lnTo>
                  <a:lnTo>
                    <a:pt x="2262251" y="1165174"/>
                  </a:lnTo>
                  <a:lnTo>
                    <a:pt x="2289327" y="1130084"/>
                  </a:lnTo>
                  <a:lnTo>
                    <a:pt x="2313393" y="1092708"/>
                  </a:lnTo>
                  <a:lnTo>
                    <a:pt x="2334260" y="1053236"/>
                  </a:lnTo>
                  <a:lnTo>
                    <a:pt x="2351735" y="1011834"/>
                  </a:lnTo>
                  <a:lnTo>
                    <a:pt x="2365654" y="968705"/>
                  </a:lnTo>
                  <a:lnTo>
                    <a:pt x="2375839" y="924001"/>
                  </a:lnTo>
                  <a:lnTo>
                    <a:pt x="2382075" y="877938"/>
                  </a:lnTo>
                  <a:lnTo>
                    <a:pt x="2384221" y="830694"/>
                  </a:lnTo>
                  <a:lnTo>
                    <a:pt x="2384221" y="519163"/>
                  </a:lnTo>
                  <a:lnTo>
                    <a:pt x="2382075" y="471906"/>
                  </a:lnTo>
                  <a:lnTo>
                    <a:pt x="2375839" y="425843"/>
                  </a:lnTo>
                  <a:lnTo>
                    <a:pt x="2365654" y="381152"/>
                  </a:lnTo>
                  <a:lnTo>
                    <a:pt x="2351735" y="338023"/>
                  </a:lnTo>
                  <a:lnTo>
                    <a:pt x="2334260" y="296621"/>
                  </a:lnTo>
                  <a:lnTo>
                    <a:pt x="2313393" y="257149"/>
                  </a:lnTo>
                  <a:lnTo>
                    <a:pt x="2289340" y="219773"/>
                  </a:lnTo>
                  <a:lnTo>
                    <a:pt x="2262263" y="184683"/>
                  </a:lnTo>
                  <a:lnTo>
                    <a:pt x="2232355" y="152069"/>
                  </a:lnTo>
                  <a:lnTo>
                    <a:pt x="2199792" y="122110"/>
                  </a:lnTo>
                  <a:lnTo>
                    <a:pt x="2164778" y="94983"/>
                  </a:lnTo>
                  <a:lnTo>
                    <a:pt x="2127465" y="70891"/>
                  </a:lnTo>
                  <a:lnTo>
                    <a:pt x="2088057" y="49987"/>
                  </a:lnTo>
                  <a:lnTo>
                    <a:pt x="2046732" y="32486"/>
                  </a:lnTo>
                  <a:lnTo>
                    <a:pt x="2003679" y="18542"/>
                  </a:lnTo>
                  <a:lnTo>
                    <a:pt x="1959063" y="8369"/>
                  </a:lnTo>
                  <a:lnTo>
                    <a:pt x="1913077" y="2120"/>
                  </a:lnTo>
                  <a:lnTo>
                    <a:pt x="1865909" y="0"/>
                  </a:lnTo>
                  <a:close/>
                </a:path>
              </a:pathLst>
            </a:custGeom>
            <a:solidFill>
              <a:srgbClr val="FFC000">
                <a:alpha val="498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8116" y="2716530"/>
              <a:ext cx="700405" cy="1350010"/>
            </a:xfrm>
            <a:custGeom>
              <a:avLst/>
              <a:gdLst/>
              <a:ahLst/>
              <a:cxnLst/>
              <a:rect l="l" t="t" r="r" b="b"/>
              <a:pathLst>
                <a:path w="700404" h="1350010">
                  <a:moveTo>
                    <a:pt x="389026" y="0"/>
                  </a:moveTo>
                  <a:lnTo>
                    <a:pt x="311226" y="0"/>
                  </a:lnTo>
                  <a:lnTo>
                    <a:pt x="265201" y="3378"/>
                  </a:lnTo>
                  <a:lnTo>
                    <a:pt x="221297" y="13195"/>
                  </a:lnTo>
                  <a:lnTo>
                    <a:pt x="179971" y="28956"/>
                  </a:lnTo>
                  <a:lnTo>
                    <a:pt x="141706" y="50190"/>
                  </a:lnTo>
                  <a:lnTo>
                    <a:pt x="106997" y="76415"/>
                  </a:lnTo>
                  <a:lnTo>
                    <a:pt x="76301" y="107137"/>
                  </a:lnTo>
                  <a:lnTo>
                    <a:pt x="50114" y="141897"/>
                  </a:lnTo>
                  <a:lnTo>
                    <a:pt x="28905" y="180187"/>
                  </a:lnTo>
                  <a:lnTo>
                    <a:pt x="13157" y="221538"/>
                  </a:lnTo>
                  <a:lnTo>
                    <a:pt x="3365" y="265468"/>
                  </a:lnTo>
                  <a:lnTo>
                    <a:pt x="0" y="311492"/>
                  </a:lnTo>
                  <a:lnTo>
                    <a:pt x="0" y="1038352"/>
                  </a:lnTo>
                  <a:lnTo>
                    <a:pt x="3365" y="1084376"/>
                  </a:lnTo>
                  <a:lnTo>
                    <a:pt x="13157" y="1128318"/>
                  </a:lnTo>
                  <a:lnTo>
                    <a:pt x="28905" y="1169670"/>
                  </a:lnTo>
                  <a:lnTo>
                    <a:pt x="50101" y="1207960"/>
                  </a:lnTo>
                  <a:lnTo>
                    <a:pt x="76288" y="1242720"/>
                  </a:lnTo>
                  <a:lnTo>
                    <a:pt x="106972" y="1273441"/>
                  </a:lnTo>
                  <a:lnTo>
                    <a:pt x="141681" y="1299667"/>
                  </a:lnTo>
                  <a:lnTo>
                    <a:pt x="179933" y="1320901"/>
                  </a:lnTo>
                  <a:lnTo>
                    <a:pt x="221233" y="1336662"/>
                  </a:lnTo>
                  <a:lnTo>
                    <a:pt x="265125" y="1346466"/>
                  </a:lnTo>
                  <a:lnTo>
                    <a:pt x="311099" y="1349844"/>
                  </a:lnTo>
                  <a:lnTo>
                    <a:pt x="388912" y="1349844"/>
                  </a:lnTo>
                  <a:lnTo>
                    <a:pt x="434924" y="1346466"/>
                  </a:lnTo>
                  <a:lnTo>
                    <a:pt x="478828" y="1336662"/>
                  </a:lnTo>
                  <a:lnTo>
                    <a:pt x="520166" y="1320901"/>
                  </a:lnTo>
                  <a:lnTo>
                    <a:pt x="558431" y="1299667"/>
                  </a:lnTo>
                  <a:lnTo>
                    <a:pt x="593153" y="1273441"/>
                  </a:lnTo>
                  <a:lnTo>
                    <a:pt x="623849" y="1242720"/>
                  </a:lnTo>
                  <a:lnTo>
                    <a:pt x="650049" y="1207960"/>
                  </a:lnTo>
                  <a:lnTo>
                    <a:pt x="671271" y="1169670"/>
                  </a:lnTo>
                  <a:lnTo>
                    <a:pt x="687031" y="1128318"/>
                  </a:lnTo>
                  <a:lnTo>
                    <a:pt x="696848" y="1084376"/>
                  </a:lnTo>
                  <a:lnTo>
                    <a:pt x="700252" y="1038352"/>
                  </a:lnTo>
                  <a:lnTo>
                    <a:pt x="700252" y="311492"/>
                  </a:lnTo>
                  <a:lnTo>
                    <a:pt x="696848" y="265468"/>
                  </a:lnTo>
                  <a:lnTo>
                    <a:pt x="687031" y="221538"/>
                  </a:lnTo>
                  <a:lnTo>
                    <a:pt x="671271" y="180187"/>
                  </a:lnTo>
                  <a:lnTo>
                    <a:pt x="650062" y="141897"/>
                  </a:lnTo>
                  <a:lnTo>
                    <a:pt x="623862" y="107137"/>
                  </a:lnTo>
                  <a:lnTo>
                    <a:pt x="593166" y="76415"/>
                  </a:lnTo>
                  <a:lnTo>
                    <a:pt x="558457" y="50190"/>
                  </a:lnTo>
                  <a:lnTo>
                    <a:pt x="520204" y="28956"/>
                  </a:lnTo>
                  <a:lnTo>
                    <a:pt x="478891" y="13195"/>
                  </a:lnTo>
                  <a:lnTo>
                    <a:pt x="435013" y="3378"/>
                  </a:lnTo>
                  <a:lnTo>
                    <a:pt x="3890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82917" y="3391662"/>
              <a:ext cx="5184140" cy="1194435"/>
            </a:xfrm>
            <a:custGeom>
              <a:avLst/>
              <a:gdLst/>
              <a:ahLst/>
              <a:cxnLst/>
              <a:rect l="l" t="t" r="r" b="b"/>
              <a:pathLst>
                <a:path w="5184140" h="1194435">
                  <a:moveTo>
                    <a:pt x="5183720" y="0"/>
                  </a:moveTo>
                  <a:lnTo>
                    <a:pt x="0" y="0"/>
                  </a:lnTo>
                  <a:lnTo>
                    <a:pt x="0" y="1194028"/>
                  </a:lnTo>
                  <a:lnTo>
                    <a:pt x="5183720" y="1194028"/>
                  </a:lnTo>
                  <a:lnTo>
                    <a:pt x="5183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57818" y="2600327"/>
              <a:ext cx="0" cy="1038860"/>
            </a:xfrm>
            <a:custGeom>
              <a:avLst/>
              <a:gdLst/>
              <a:ahLst/>
              <a:cxnLst/>
              <a:rect l="l" t="t" r="r" b="b"/>
              <a:pathLst>
                <a:path h="1038860">
                  <a:moveTo>
                    <a:pt x="0" y="1038390"/>
                  </a:moveTo>
                  <a:lnTo>
                    <a:pt x="0" y="0"/>
                  </a:lnTo>
                </a:path>
              </a:pathLst>
            </a:custGeom>
            <a:ln w="829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33734" y="2612519"/>
              <a:ext cx="0" cy="1039494"/>
            </a:xfrm>
            <a:custGeom>
              <a:avLst/>
              <a:gdLst/>
              <a:ahLst/>
              <a:cxnLst/>
              <a:rect l="l" t="t" r="r" b="b"/>
              <a:pathLst>
                <a:path h="1039495">
                  <a:moveTo>
                    <a:pt x="0" y="1039152"/>
                  </a:moveTo>
                  <a:lnTo>
                    <a:pt x="0" y="0"/>
                  </a:lnTo>
                </a:path>
              </a:pathLst>
            </a:custGeom>
            <a:ln w="829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52306" y="3547491"/>
              <a:ext cx="2179320" cy="0"/>
            </a:xfrm>
            <a:custGeom>
              <a:avLst/>
              <a:gdLst/>
              <a:ahLst/>
              <a:cxnLst/>
              <a:rect l="l" t="t" r="r" b="b"/>
              <a:pathLst>
                <a:path w="2179320">
                  <a:moveTo>
                    <a:pt x="0" y="0"/>
                  </a:moveTo>
                  <a:lnTo>
                    <a:pt x="2179078" y="0"/>
                  </a:lnTo>
                </a:path>
              </a:pathLst>
            </a:custGeom>
            <a:ln w="83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49043" y="3509771"/>
              <a:ext cx="2385060" cy="74930"/>
            </a:xfrm>
            <a:custGeom>
              <a:avLst/>
              <a:gdLst/>
              <a:ahLst/>
              <a:cxnLst/>
              <a:rect l="l" t="t" r="r" b="b"/>
              <a:pathLst>
                <a:path w="2385059" h="74929">
                  <a:moveTo>
                    <a:pt x="112344" y="0"/>
                  </a:moveTo>
                  <a:lnTo>
                    <a:pt x="0" y="37261"/>
                  </a:lnTo>
                  <a:lnTo>
                    <a:pt x="112344" y="74523"/>
                  </a:lnTo>
                  <a:lnTo>
                    <a:pt x="112344" y="0"/>
                  </a:lnTo>
                  <a:close/>
                </a:path>
                <a:path w="2385059" h="74929">
                  <a:moveTo>
                    <a:pt x="2384641" y="37261"/>
                  </a:moveTo>
                  <a:lnTo>
                    <a:pt x="2272296" y="0"/>
                  </a:lnTo>
                  <a:lnTo>
                    <a:pt x="2272296" y="74523"/>
                  </a:lnTo>
                  <a:lnTo>
                    <a:pt x="2384641" y="37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82917" y="3391662"/>
              <a:ext cx="5184140" cy="0"/>
            </a:xfrm>
            <a:custGeom>
              <a:avLst/>
              <a:gdLst/>
              <a:ahLst/>
              <a:cxnLst/>
              <a:rect l="l" t="t" r="r" b="b"/>
              <a:pathLst>
                <a:path w="5184140">
                  <a:moveTo>
                    <a:pt x="0" y="0"/>
                  </a:moveTo>
                  <a:lnTo>
                    <a:pt x="5183670" y="0"/>
                  </a:lnTo>
                </a:path>
              </a:pathLst>
            </a:custGeom>
            <a:ln w="13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010649" y="3523330"/>
            <a:ext cx="42433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5" dirty="0">
                <a:latin typeface="Arial MT"/>
                <a:cs typeface="Arial MT"/>
              </a:rPr>
              <a:t>BW</a:t>
            </a:r>
            <a:r>
              <a:rPr sz="1100" spc="-5" dirty="0">
                <a:latin typeface="Arial MT"/>
                <a:cs typeface="Arial MT"/>
              </a:rPr>
              <a:t>P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#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55536" y="2626615"/>
            <a:ext cx="531971" cy="770255"/>
            <a:chOff x="9274047" y="2626614"/>
            <a:chExt cx="709295" cy="770255"/>
          </a:xfrm>
        </p:grpSpPr>
        <p:sp>
          <p:nvSpPr>
            <p:cNvPr id="30" name="object 30"/>
            <p:cNvSpPr/>
            <p:nvPr/>
          </p:nvSpPr>
          <p:spPr>
            <a:xfrm>
              <a:off x="9978770" y="2664338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727659"/>
                  </a:moveTo>
                  <a:lnTo>
                    <a:pt x="0" y="0"/>
                  </a:lnTo>
                </a:path>
              </a:pathLst>
            </a:custGeom>
            <a:ln w="829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78492" y="2664338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727659"/>
                  </a:moveTo>
                  <a:lnTo>
                    <a:pt x="0" y="0"/>
                  </a:lnTo>
                </a:path>
              </a:pathLst>
            </a:custGeom>
            <a:ln w="829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381362" y="2664333"/>
              <a:ext cx="494665" cy="0"/>
            </a:xfrm>
            <a:custGeom>
              <a:avLst/>
              <a:gdLst/>
              <a:ahLst/>
              <a:cxnLst/>
              <a:rect l="l" t="t" r="r" b="b"/>
              <a:pathLst>
                <a:path w="494665">
                  <a:moveTo>
                    <a:pt x="0" y="0"/>
                  </a:moveTo>
                  <a:lnTo>
                    <a:pt x="494360" y="0"/>
                  </a:lnTo>
                </a:path>
              </a:pathLst>
            </a:custGeom>
            <a:ln w="83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78099" y="2626613"/>
              <a:ext cx="700405" cy="75565"/>
            </a:xfrm>
            <a:custGeom>
              <a:avLst/>
              <a:gdLst/>
              <a:ahLst/>
              <a:cxnLst/>
              <a:rect l="l" t="t" r="r" b="b"/>
              <a:pathLst>
                <a:path w="700404" h="75564">
                  <a:moveTo>
                    <a:pt x="112344" y="0"/>
                  </a:moveTo>
                  <a:lnTo>
                    <a:pt x="0" y="37642"/>
                  </a:lnTo>
                  <a:lnTo>
                    <a:pt x="112344" y="75285"/>
                  </a:lnTo>
                  <a:lnTo>
                    <a:pt x="112344" y="0"/>
                  </a:lnTo>
                  <a:close/>
                </a:path>
                <a:path w="700404" h="75564">
                  <a:moveTo>
                    <a:pt x="699858" y="37642"/>
                  </a:moveTo>
                  <a:lnTo>
                    <a:pt x="588276" y="0"/>
                  </a:lnTo>
                  <a:lnTo>
                    <a:pt x="588276" y="75285"/>
                  </a:lnTo>
                  <a:lnTo>
                    <a:pt x="699858" y="37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049523" y="2458774"/>
            <a:ext cx="42433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5" dirty="0">
                <a:latin typeface="Arial MT"/>
                <a:cs typeface="Arial MT"/>
              </a:rPr>
              <a:t>BW</a:t>
            </a:r>
            <a:r>
              <a:rPr sz="1100" spc="-5" dirty="0">
                <a:latin typeface="Arial MT"/>
                <a:cs typeface="Arial MT"/>
              </a:rPr>
              <a:t>P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#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25755" y="3823207"/>
            <a:ext cx="33775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Supporting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FDM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different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numerologies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618045" y="4094035"/>
            <a:ext cx="3398520" cy="2283460"/>
            <a:chOff x="3490727" y="4094035"/>
            <a:chExt cx="4531360" cy="2283460"/>
          </a:xfrm>
        </p:grpSpPr>
        <p:sp>
          <p:nvSpPr>
            <p:cNvPr id="37" name="object 37"/>
            <p:cNvSpPr/>
            <p:nvPr/>
          </p:nvSpPr>
          <p:spPr>
            <a:xfrm>
              <a:off x="3512820" y="4102607"/>
              <a:ext cx="4500880" cy="0"/>
            </a:xfrm>
            <a:custGeom>
              <a:avLst/>
              <a:gdLst/>
              <a:ahLst/>
              <a:cxnLst/>
              <a:rect l="l" t="t" r="r" b="b"/>
              <a:pathLst>
                <a:path w="4500880">
                  <a:moveTo>
                    <a:pt x="0" y="0"/>
                  </a:moveTo>
                  <a:lnTo>
                    <a:pt x="4500626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90727" y="4450841"/>
              <a:ext cx="4422140" cy="1926589"/>
            </a:xfrm>
            <a:custGeom>
              <a:avLst/>
              <a:gdLst/>
              <a:ahLst/>
              <a:cxnLst/>
              <a:rect l="l" t="t" r="r" b="b"/>
              <a:pathLst>
                <a:path w="4422140" h="1926589">
                  <a:moveTo>
                    <a:pt x="3653142" y="0"/>
                  </a:moveTo>
                  <a:lnTo>
                    <a:pt x="769061" y="0"/>
                  </a:lnTo>
                  <a:lnTo>
                    <a:pt x="720432" y="1511"/>
                  </a:lnTo>
                  <a:lnTo>
                    <a:pt x="672592" y="6007"/>
                  </a:lnTo>
                  <a:lnTo>
                    <a:pt x="625652" y="13373"/>
                  </a:lnTo>
                  <a:lnTo>
                    <a:pt x="579704" y="23533"/>
                  </a:lnTo>
                  <a:lnTo>
                    <a:pt x="534822" y="36398"/>
                  </a:lnTo>
                  <a:lnTo>
                    <a:pt x="491108" y="51866"/>
                  </a:lnTo>
                  <a:lnTo>
                    <a:pt x="448640" y="69862"/>
                  </a:lnTo>
                  <a:lnTo>
                    <a:pt x="407530" y="90284"/>
                  </a:lnTo>
                  <a:lnTo>
                    <a:pt x="367842" y="113042"/>
                  </a:lnTo>
                  <a:lnTo>
                    <a:pt x="329679" y="138048"/>
                  </a:lnTo>
                  <a:lnTo>
                    <a:pt x="293141" y="165214"/>
                  </a:lnTo>
                  <a:lnTo>
                    <a:pt x="258292" y="194462"/>
                  </a:lnTo>
                  <a:lnTo>
                    <a:pt x="225247" y="225678"/>
                  </a:lnTo>
                  <a:lnTo>
                    <a:pt x="194094" y="258775"/>
                  </a:lnTo>
                  <a:lnTo>
                    <a:pt x="164909" y="293687"/>
                  </a:lnTo>
                  <a:lnTo>
                    <a:pt x="137782" y="330288"/>
                  </a:lnTo>
                  <a:lnTo>
                    <a:pt x="112826" y="368515"/>
                  </a:lnTo>
                  <a:lnTo>
                    <a:pt x="90106" y="408279"/>
                  </a:lnTo>
                  <a:lnTo>
                    <a:pt x="69723" y="449465"/>
                  </a:lnTo>
                  <a:lnTo>
                    <a:pt x="51765" y="491997"/>
                  </a:lnTo>
                  <a:lnTo>
                    <a:pt x="36322" y="535800"/>
                  </a:lnTo>
                  <a:lnTo>
                    <a:pt x="23482" y="580758"/>
                  </a:lnTo>
                  <a:lnTo>
                    <a:pt x="13335" y="626795"/>
                  </a:lnTo>
                  <a:lnTo>
                    <a:pt x="5981" y="673811"/>
                  </a:lnTo>
                  <a:lnTo>
                    <a:pt x="1511" y="721728"/>
                  </a:lnTo>
                  <a:lnTo>
                    <a:pt x="0" y="770445"/>
                  </a:lnTo>
                  <a:lnTo>
                    <a:pt x="0" y="1155699"/>
                  </a:lnTo>
                  <a:lnTo>
                    <a:pt x="1511" y="1204417"/>
                  </a:lnTo>
                  <a:lnTo>
                    <a:pt x="5981" y="1252334"/>
                  </a:lnTo>
                  <a:lnTo>
                    <a:pt x="13335" y="1299362"/>
                  </a:lnTo>
                  <a:lnTo>
                    <a:pt x="23482" y="1345399"/>
                  </a:lnTo>
                  <a:lnTo>
                    <a:pt x="36322" y="1390357"/>
                  </a:lnTo>
                  <a:lnTo>
                    <a:pt x="51765" y="1434147"/>
                  </a:lnTo>
                  <a:lnTo>
                    <a:pt x="69723" y="1476692"/>
                  </a:lnTo>
                  <a:lnTo>
                    <a:pt x="90106" y="1517878"/>
                  </a:lnTo>
                  <a:lnTo>
                    <a:pt x="112826" y="1557629"/>
                  </a:lnTo>
                  <a:lnTo>
                    <a:pt x="137782" y="1595856"/>
                  </a:lnTo>
                  <a:lnTo>
                    <a:pt x="164909" y="1632470"/>
                  </a:lnTo>
                  <a:lnTo>
                    <a:pt x="194094" y="1667370"/>
                  </a:lnTo>
                  <a:lnTo>
                    <a:pt x="225247" y="1700479"/>
                  </a:lnTo>
                  <a:lnTo>
                    <a:pt x="258292" y="1731695"/>
                  </a:lnTo>
                  <a:lnTo>
                    <a:pt x="293141" y="1760931"/>
                  </a:lnTo>
                  <a:lnTo>
                    <a:pt x="329679" y="1788096"/>
                  </a:lnTo>
                  <a:lnTo>
                    <a:pt x="367842" y="1813102"/>
                  </a:lnTo>
                  <a:lnTo>
                    <a:pt x="407530" y="1835861"/>
                  </a:lnTo>
                  <a:lnTo>
                    <a:pt x="448640" y="1856282"/>
                  </a:lnTo>
                  <a:lnTo>
                    <a:pt x="491108" y="1874278"/>
                  </a:lnTo>
                  <a:lnTo>
                    <a:pt x="534822" y="1889747"/>
                  </a:lnTo>
                  <a:lnTo>
                    <a:pt x="579704" y="1902599"/>
                  </a:lnTo>
                  <a:lnTo>
                    <a:pt x="625652" y="1912759"/>
                  </a:lnTo>
                  <a:lnTo>
                    <a:pt x="672592" y="1920138"/>
                  </a:lnTo>
                  <a:lnTo>
                    <a:pt x="720432" y="1924621"/>
                  </a:lnTo>
                  <a:lnTo>
                    <a:pt x="769061" y="1926132"/>
                  </a:lnTo>
                  <a:lnTo>
                    <a:pt x="3653040" y="1926132"/>
                  </a:lnTo>
                  <a:lnTo>
                    <a:pt x="3701681" y="1924621"/>
                  </a:lnTo>
                  <a:lnTo>
                    <a:pt x="3749522" y="1920138"/>
                  </a:lnTo>
                  <a:lnTo>
                    <a:pt x="3796461" y="1912759"/>
                  </a:lnTo>
                  <a:lnTo>
                    <a:pt x="3842423" y="1902599"/>
                  </a:lnTo>
                  <a:lnTo>
                    <a:pt x="3887304" y="1889747"/>
                  </a:lnTo>
                  <a:lnTo>
                    <a:pt x="3931018" y="1874278"/>
                  </a:lnTo>
                  <a:lnTo>
                    <a:pt x="3973487" y="1856282"/>
                  </a:lnTo>
                  <a:lnTo>
                    <a:pt x="4014609" y="1835861"/>
                  </a:lnTo>
                  <a:lnTo>
                    <a:pt x="4054284" y="1813102"/>
                  </a:lnTo>
                  <a:lnTo>
                    <a:pt x="4092448" y="1788096"/>
                  </a:lnTo>
                  <a:lnTo>
                    <a:pt x="4128998" y="1760931"/>
                  </a:lnTo>
                  <a:lnTo>
                    <a:pt x="4163834" y="1731695"/>
                  </a:lnTo>
                  <a:lnTo>
                    <a:pt x="4196867" y="1700479"/>
                  </a:lnTo>
                  <a:lnTo>
                    <a:pt x="4228033" y="1667370"/>
                  </a:lnTo>
                  <a:lnTo>
                    <a:pt x="4257217" y="1632470"/>
                  </a:lnTo>
                  <a:lnTo>
                    <a:pt x="4284332" y="1595856"/>
                  </a:lnTo>
                  <a:lnTo>
                    <a:pt x="4309287" y="1557629"/>
                  </a:lnTo>
                  <a:lnTo>
                    <a:pt x="4332008" y="1517878"/>
                  </a:lnTo>
                  <a:lnTo>
                    <a:pt x="4352391" y="1476692"/>
                  </a:lnTo>
                  <a:lnTo>
                    <a:pt x="4370349" y="1434147"/>
                  </a:lnTo>
                  <a:lnTo>
                    <a:pt x="4385792" y="1390357"/>
                  </a:lnTo>
                  <a:lnTo>
                    <a:pt x="4398619" y="1345399"/>
                  </a:lnTo>
                  <a:lnTo>
                    <a:pt x="4408766" y="1299362"/>
                  </a:lnTo>
                  <a:lnTo>
                    <a:pt x="4416120" y="1252334"/>
                  </a:lnTo>
                  <a:lnTo>
                    <a:pt x="4420590" y="1204417"/>
                  </a:lnTo>
                  <a:lnTo>
                    <a:pt x="4422101" y="1155699"/>
                  </a:lnTo>
                  <a:lnTo>
                    <a:pt x="4422101" y="770445"/>
                  </a:lnTo>
                  <a:lnTo>
                    <a:pt x="4420590" y="721728"/>
                  </a:lnTo>
                  <a:lnTo>
                    <a:pt x="4416120" y="673811"/>
                  </a:lnTo>
                  <a:lnTo>
                    <a:pt x="4408766" y="626795"/>
                  </a:lnTo>
                  <a:lnTo>
                    <a:pt x="4398619" y="580758"/>
                  </a:lnTo>
                  <a:lnTo>
                    <a:pt x="4385792" y="535800"/>
                  </a:lnTo>
                  <a:lnTo>
                    <a:pt x="4370349" y="491997"/>
                  </a:lnTo>
                  <a:lnTo>
                    <a:pt x="4352391" y="449465"/>
                  </a:lnTo>
                  <a:lnTo>
                    <a:pt x="4332008" y="408279"/>
                  </a:lnTo>
                  <a:lnTo>
                    <a:pt x="4309300" y="368515"/>
                  </a:lnTo>
                  <a:lnTo>
                    <a:pt x="4284332" y="330288"/>
                  </a:lnTo>
                  <a:lnTo>
                    <a:pt x="4257217" y="293687"/>
                  </a:lnTo>
                  <a:lnTo>
                    <a:pt x="4228045" y="258775"/>
                  </a:lnTo>
                  <a:lnTo>
                    <a:pt x="4196880" y="225678"/>
                  </a:lnTo>
                  <a:lnTo>
                    <a:pt x="4163847" y="194462"/>
                  </a:lnTo>
                  <a:lnTo>
                    <a:pt x="4129011" y="165214"/>
                  </a:lnTo>
                  <a:lnTo>
                    <a:pt x="4092473" y="138048"/>
                  </a:lnTo>
                  <a:lnTo>
                    <a:pt x="4054322" y="113042"/>
                  </a:lnTo>
                  <a:lnTo>
                    <a:pt x="4014635" y="90284"/>
                  </a:lnTo>
                  <a:lnTo>
                    <a:pt x="3973525" y="69862"/>
                  </a:lnTo>
                  <a:lnTo>
                    <a:pt x="3931069" y="51866"/>
                  </a:lnTo>
                  <a:lnTo>
                    <a:pt x="3887355" y="36398"/>
                  </a:lnTo>
                  <a:lnTo>
                    <a:pt x="3842486" y="23533"/>
                  </a:lnTo>
                  <a:lnTo>
                    <a:pt x="3796538" y="13373"/>
                  </a:lnTo>
                  <a:lnTo>
                    <a:pt x="3749598" y="6007"/>
                  </a:lnTo>
                  <a:lnTo>
                    <a:pt x="3701770" y="1511"/>
                  </a:lnTo>
                  <a:lnTo>
                    <a:pt x="36531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921849" y="4249182"/>
            <a:ext cx="69056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40" dirty="0">
                <a:latin typeface="Arial MT"/>
                <a:cs typeface="Arial MT"/>
              </a:rPr>
              <a:t>Overall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55" dirty="0">
                <a:latin typeface="Arial MT"/>
                <a:cs typeface="Arial MT"/>
              </a:rPr>
              <a:t>carrier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469309" y="4780027"/>
            <a:ext cx="3615214" cy="1741805"/>
            <a:chOff x="3292411" y="4780026"/>
            <a:chExt cx="4820285" cy="1741805"/>
          </a:xfrm>
        </p:grpSpPr>
        <p:sp>
          <p:nvSpPr>
            <p:cNvPr id="41" name="object 41"/>
            <p:cNvSpPr/>
            <p:nvPr/>
          </p:nvSpPr>
          <p:spPr>
            <a:xfrm>
              <a:off x="3959357" y="4780026"/>
              <a:ext cx="2211070" cy="1252220"/>
            </a:xfrm>
            <a:custGeom>
              <a:avLst/>
              <a:gdLst/>
              <a:ahLst/>
              <a:cxnLst/>
              <a:rect l="l" t="t" r="r" b="b"/>
              <a:pathLst>
                <a:path w="2211070" h="1252220">
                  <a:moveTo>
                    <a:pt x="1730159" y="0"/>
                  </a:moveTo>
                  <a:lnTo>
                    <a:pt x="480593" y="0"/>
                  </a:lnTo>
                  <a:lnTo>
                    <a:pt x="431457" y="2489"/>
                  </a:lnTo>
                  <a:lnTo>
                    <a:pt x="383730" y="9779"/>
                  </a:lnTo>
                  <a:lnTo>
                    <a:pt x="337680" y="21653"/>
                  </a:lnTo>
                  <a:lnTo>
                    <a:pt x="293522" y="37846"/>
                  </a:lnTo>
                  <a:lnTo>
                    <a:pt x="251510" y="58115"/>
                  </a:lnTo>
                  <a:lnTo>
                    <a:pt x="211886" y="82232"/>
                  </a:lnTo>
                  <a:lnTo>
                    <a:pt x="174891" y="109956"/>
                  </a:lnTo>
                  <a:lnTo>
                    <a:pt x="140754" y="141033"/>
                  </a:lnTo>
                  <a:lnTo>
                    <a:pt x="109740" y="175234"/>
                  </a:lnTo>
                  <a:lnTo>
                    <a:pt x="82067" y="212293"/>
                  </a:lnTo>
                  <a:lnTo>
                    <a:pt x="58000" y="251993"/>
                  </a:lnTo>
                  <a:lnTo>
                    <a:pt x="37757" y="294081"/>
                  </a:lnTo>
                  <a:lnTo>
                    <a:pt x="21602" y="338315"/>
                  </a:lnTo>
                  <a:lnTo>
                    <a:pt x="9753" y="384467"/>
                  </a:lnTo>
                  <a:lnTo>
                    <a:pt x="2476" y="432269"/>
                  </a:lnTo>
                  <a:lnTo>
                    <a:pt x="0" y="481495"/>
                  </a:lnTo>
                  <a:lnTo>
                    <a:pt x="0" y="770420"/>
                  </a:lnTo>
                  <a:lnTo>
                    <a:pt x="2476" y="819645"/>
                  </a:lnTo>
                  <a:lnTo>
                    <a:pt x="9753" y="867448"/>
                  </a:lnTo>
                  <a:lnTo>
                    <a:pt x="21602" y="913599"/>
                  </a:lnTo>
                  <a:lnTo>
                    <a:pt x="37757" y="957834"/>
                  </a:lnTo>
                  <a:lnTo>
                    <a:pt x="58000" y="999921"/>
                  </a:lnTo>
                  <a:lnTo>
                    <a:pt x="82080" y="1039622"/>
                  </a:lnTo>
                  <a:lnTo>
                    <a:pt x="109740" y="1076693"/>
                  </a:lnTo>
                  <a:lnTo>
                    <a:pt x="140766" y="1110881"/>
                  </a:lnTo>
                  <a:lnTo>
                    <a:pt x="174891" y="1141958"/>
                  </a:lnTo>
                  <a:lnTo>
                    <a:pt x="211899" y="1169682"/>
                  </a:lnTo>
                  <a:lnTo>
                    <a:pt x="251523" y="1193800"/>
                  </a:lnTo>
                  <a:lnTo>
                    <a:pt x="293535" y="1214069"/>
                  </a:lnTo>
                  <a:lnTo>
                    <a:pt x="337693" y="1230261"/>
                  </a:lnTo>
                  <a:lnTo>
                    <a:pt x="383755" y="1242123"/>
                  </a:lnTo>
                  <a:lnTo>
                    <a:pt x="431495" y="1249426"/>
                  </a:lnTo>
                  <a:lnTo>
                    <a:pt x="480593" y="1251915"/>
                  </a:lnTo>
                  <a:lnTo>
                    <a:pt x="1730159" y="1251915"/>
                  </a:lnTo>
                  <a:lnTo>
                    <a:pt x="1779308" y="1249426"/>
                  </a:lnTo>
                  <a:lnTo>
                    <a:pt x="1827022" y="1242123"/>
                  </a:lnTo>
                  <a:lnTo>
                    <a:pt x="1873072" y="1230261"/>
                  </a:lnTo>
                  <a:lnTo>
                    <a:pt x="1917230" y="1214069"/>
                  </a:lnTo>
                  <a:lnTo>
                    <a:pt x="1959241" y="1193787"/>
                  </a:lnTo>
                  <a:lnTo>
                    <a:pt x="1998865" y="1169670"/>
                  </a:lnTo>
                  <a:lnTo>
                    <a:pt x="2035860" y="1141958"/>
                  </a:lnTo>
                  <a:lnTo>
                    <a:pt x="2069985" y="1110881"/>
                  </a:lnTo>
                  <a:lnTo>
                    <a:pt x="2101011" y="1076680"/>
                  </a:lnTo>
                  <a:lnTo>
                    <a:pt x="2128672" y="1039622"/>
                  </a:lnTo>
                  <a:lnTo>
                    <a:pt x="2152751" y="999921"/>
                  </a:lnTo>
                  <a:lnTo>
                    <a:pt x="2172982" y="957834"/>
                  </a:lnTo>
                  <a:lnTo>
                    <a:pt x="2189149" y="913599"/>
                  </a:lnTo>
                  <a:lnTo>
                    <a:pt x="2200998" y="867448"/>
                  </a:lnTo>
                  <a:lnTo>
                    <a:pt x="2208276" y="819645"/>
                  </a:lnTo>
                  <a:lnTo>
                    <a:pt x="2210765" y="770420"/>
                  </a:lnTo>
                  <a:lnTo>
                    <a:pt x="2210765" y="481495"/>
                  </a:lnTo>
                  <a:lnTo>
                    <a:pt x="2208276" y="432269"/>
                  </a:lnTo>
                  <a:lnTo>
                    <a:pt x="2200998" y="384467"/>
                  </a:lnTo>
                  <a:lnTo>
                    <a:pt x="2189149" y="338315"/>
                  </a:lnTo>
                  <a:lnTo>
                    <a:pt x="2172982" y="294081"/>
                  </a:lnTo>
                  <a:lnTo>
                    <a:pt x="2152751" y="251993"/>
                  </a:lnTo>
                  <a:lnTo>
                    <a:pt x="2128672" y="212293"/>
                  </a:lnTo>
                  <a:lnTo>
                    <a:pt x="2101011" y="175234"/>
                  </a:lnTo>
                  <a:lnTo>
                    <a:pt x="2069985" y="141033"/>
                  </a:lnTo>
                  <a:lnTo>
                    <a:pt x="2035848" y="109956"/>
                  </a:lnTo>
                  <a:lnTo>
                    <a:pt x="1998853" y="82232"/>
                  </a:lnTo>
                  <a:lnTo>
                    <a:pt x="1959229" y="58115"/>
                  </a:lnTo>
                  <a:lnTo>
                    <a:pt x="1917217" y="37846"/>
                  </a:lnTo>
                  <a:lnTo>
                    <a:pt x="1873059" y="21653"/>
                  </a:lnTo>
                  <a:lnTo>
                    <a:pt x="1827009" y="9779"/>
                  </a:lnTo>
                  <a:lnTo>
                    <a:pt x="1779295" y="2489"/>
                  </a:lnTo>
                  <a:lnTo>
                    <a:pt x="1730159" y="0"/>
                  </a:lnTo>
                  <a:close/>
                </a:path>
              </a:pathLst>
            </a:custGeom>
            <a:solidFill>
              <a:srgbClr val="FFC000">
                <a:alpha val="498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39076" y="4792218"/>
              <a:ext cx="1333500" cy="1252220"/>
            </a:xfrm>
            <a:custGeom>
              <a:avLst/>
              <a:gdLst/>
              <a:ahLst/>
              <a:cxnLst/>
              <a:rect l="l" t="t" r="r" b="b"/>
              <a:pathLst>
                <a:path w="1333500" h="1252220">
                  <a:moveTo>
                    <a:pt x="1045044" y="0"/>
                  </a:moveTo>
                  <a:lnTo>
                    <a:pt x="288277" y="0"/>
                  </a:lnTo>
                  <a:lnTo>
                    <a:pt x="241515" y="3784"/>
                  </a:lnTo>
                  <a:lnTo>
                    <a:pt x="197167" y="14731"/>
                  </a:lnTo>
                  <a:lnTo>
                    <a:pt x="155803" y="32245"/>
                  </a:lnTo>
                  <a:lnTo>
                    <a:pt x="118033" y="55740"/>
                  </a:lnTo>
                  <a:lnTo>
                    <a:pt x="84442" y="84620"/>
                  </a:lnTo>
                  <a:lnTo>
                    <a:pt x="55626" y="118287"/>
                  </a:lnTo>
                  <a:lnTo>
                    <a:pt x="32181" y="156133"/>
                  </a:lnTo>
                  <a:lnTo>
                    <a:pt x="14693" y="197586"/>
                  </a:lnTo>
                  <a:lnTo>
                    <a:pt x="3771" y="242036"/>
                  </a:lnTo>
                  <a:lnTo>
                    <a:pt x="0" y="288899"/>
                  </a:lnTo>
                  <a:lnTo>
                    <a:pt x="0" y="962964"/>
                  </a:lnTo>
                  <a:lnTo>
                    <a:pt x="3771" y="1009815"/>
                  </a:lnTo>
                  <a:lnTo>
                    <a:pt x="14693" y="1054277"/>
                  </a:lnTo>
                  <a:lnTo>
                    <a:pt x="32181" y="1095717"/>
                  </a:lnTo>
                  <a:lnTo>
                    <a:pt x="55626" y="1133576"/>
                  </a:lnTo>
                  <a:lnTo>
                    <a:pt x="84442" y="1167244"/>
                  </a:lnTo>
                  <a:lnTo>
                    <a:pt x="118033" y="1196111"/>
                  </a:lnTo>
                  <a:lnTo>
                    <a:pt x="155803" y="1219606"/>
                  </a:lnTo>
                  <a:lnTo>
                    <a:pt x="197167" y="1237132"/>
                  </a:lnTo>
                  <a:lnTo>
                    <a:pt x="241515" y="1248079"/>
                  </a:lnTo>
                  <a:lnTo>
                    <a:pt x="288277" y="1251851"/>
                  </a:lnTo>
                  <a:lnTo>
                    <a:pt x="1044943" y="1251851"/>
                  </a:lnTo>
                  <a:lnTo>
                    <a:pt x="1091717" y="1248079"/>
                  </a:lnTo>
                  <a:lnTo>
                    <a:pt x="1136091" y="1237132"/>
                  </a:lnTo>
                  <a:lnTo>
                    <a:pt x="1177455" y="1219606"/>
                  </a:lnTo>
                  <a:lnTo>
                    <a:pt x="1215224" y="1196111"/>
                  </a:lnTo>
                  <a:lnTo>
                    <a:pt x="1248816" y="1167244"/>
                  </a:lnTo>
                  <a:lnTo>
                    <a:pt x="1277620" y="1133576"/>
                  </a:lnTo>
                  <a:lnTo>
                    <a:pt x="1301051" y="1095717"/>
                  </a:lnTo>
                  <a:lnTo>
                    <a:pt x="1318526" y="1054277"/>
                  </a:lnTo>
                  <a:lnTo>
                    <a:pt x="1329436" y="1009815"/>
                  </a:lnTo>
                  <a:lnTo>
                    <a:pt x="1333207" y="962964"/>
                  </a:lnTo>
                  <a:lnTo>
                    <a:pt x="1333207" y="288899"/>
                  </a:lnTo>
                  <a:lnTo>
                    <a:pt x="1329436" y="242036"/>
                  </a:lnTo>
                  <a:lnTo>
                    <a:pt x="1318526" y="197586"/>
                  </a:lnTo>
                  <a:lnTo>
                    <a:pt x="1301051" y="156133"/>
                  </a:lnTo>
                  <a:lnTo>
                    <a:pt x="1277620" y="118287"/>
                  </a:lnTo>
                  <a:lnTo>
                    <a:pt x="1248829" y="84620"/>
                  </a:lnTo>
                  <a:lnTo>
                    <a:pt x="1215250" y="55740"/>
                  </a:lnTo>
                  <a:lnTo>
                    <a:pt x="1177493" y="32245"/>
                  </a:lnTo>
                  <a:lnTo>
                    <a:pt x="1136142" y="14731"/>
                  </a:lnTo>
                  <a:lnTo>
                    <a:pt x="1091793" y="3784"/>
                  </a:lnTo>
                  <a:lnTo>
                    <a:pt x="10450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98697" y="5414010"/>
              <a:ext cx="4806950" cy="1108075"/>
            </a:xfrm>
            <a:custGeom>
              <a:avLst/>
              <a:gdLst/>
              <a:ahLst/>
              <a:cxnLst/>
              <a:rect l="l" t="t" r="r" b="b"/>
              <a:pathLst>
                <a:path w="4806950" h="1108075">
                  <a:moveTo>
                    <a:pt x="4806581" y="0"/>
                  </a:moveTo>
                  <a:lnTo>
                    <a:pt x="0" y="0"/>
                  </a:lnTo>
                  <a:lnTo>
                    <a:pt x="0" y="1107528"/>
                  </a:lnTo>
                  <a:lnTo>
                    <a:pt x="4806581" y="1107528"/>
                  </a:lnTo>
                  <a:lnTo>
                    <a:pt x="48065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54779" y="4803651"/>
              <a:ext cx="0" cy="839469"/>
            </a:xfrm>
            <a:custGeom>
              <a:avLst/>
              <a:gdLst/>
              <a:ahLst/>
              <a:cxnLst/>
              <a:rect l="l" t="t" r="r" b="b"/>
              <a:pathLst>
                <a:path h="839470">
                  <a:moveTo>
                    <a:pt x="0" y="839317"/>
                  </a:moveTo>
                  <a:lnTo>
                    <a:pt x="0" y="0"/>
                  </a:lnTo>
                </a:path>
              </a:pathLst>
            </a:custGeom>
            <a:ln w="769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58483" y="4803645"/>
              <a:ext cx="0" cy="851535"/>
            </a:xfrm>
            <a:custGeom>
              <a:avLst/>
              <a:gdLst/>
              <a:ahLst/>
              <a:cxnLst/>
              <a:rect l="l" t="t" r="r" b="b"/>
              <a:pathLst>
                <a:path h="851535">
                  <a:moveTo>
                    <a:pt x="0" y="850988"/>
                  </a:moveTo>
                  <a:lnTo>
                    <a:pt x="0" y="0"/>
                  </a:lnTo>
                </a:path>
              </a:pathLst>
            </a:custGeom>
            <a:ln w="769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42409" y="5558028"/>
              <a:ext cx="2021839" cy="0"/>
            </a:xfrm>
            <a:custGeom>
              <a:avLst/>
              <a:gdLst/>
              <a:ahLst/>
              <a:cxnLst/>
              <a:rect l="l" t="t" r="r" b="b"/>
              <a:pathLst>
                <a:path w="2021839">
                  <a:moveTo>
                    <a:pt x="0" y="0"/>
                  </a:moveTo>
                  <a:lnTo>
                    <a:pt x="2021230" y="0"/>
                  </a:lnTo>
                </a:path>
              </a:pathLst>
            </a:custGeom>
            <a:ln w="7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947160" y="5523737"/>
              <a:ext cx="2211070" cy="69850"/>
            </a:xfrm>
            <a:custGeom>
              <a:avLst/>
              <a:gdLst/>
              <a:ahLst/>
              <a:cxnLst/>
              <a:rect l="l" t="t" r="r" b="b"/>
              <a:pathLst>
                <a:path w="2211070" h="69850">
                  <a:moveTo>
                    <a:pt x="104076" y="0"/>
                  </a:moveTo>
                  <a:lnTo>
                    <a:pt x="0" y="34798"/>
                  </a:lnTo>
                  <a:lnTo>
                    <a:pt x="104076" y="69596"/>
                  </a:lnTo>
                  <a:lnTo>
                    <a:pt x="104076" y="0"/>
                  </a:lnTo>
                  <a:close/>
                </a:path>
                <a:path w="2211070" h="69850">
                  <a:moveTo>
                    <a:pt x="2211019" y="34798"/>
                  </a:moveTo>
                  <a:lnTo>
                    <a:pt x="2107692" y="0"/>
                  </a:lnTo>
                  <a:lnTo>
                    <a:pt x="2107692" y="69596"/>
                  </a:lnTo>
                  <a:lnTo>
                    <a:pt x="2211019" y="34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99078" y="5414391"/>
              <a:ext cx="4806950" cy="0"/>
            </a:xfrm>
            <a:custGeom>
              <a:avLst/>
              <a:gdLst/>
              <a:ahLst/>
              <a:cxnLst/>
              <a:rect l="l" t="t" r="r" b="b"/>
              <a:pathLst>
                <a:path w="4806950">
                  <a:moveTo>
                    <a:pt x="0" y="0"/>
                  </a:moveTo>
                  <a:lnTo>
                    <a:pt x="4806530" y="0"/>
                  </a:lnTo>
                </a:path>
              </a:pathLst>
            </a:custGeom>
            <a:ln w="12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375618" y="5552771"/>
            <a:ext cx="82248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Arial MT"/>
                <a:cs typeface="Arial MT"/>
              </a:rPr>
              <a:t>B</a:t>
            </a:r>
            <a:r>
              <a:rPr sz="1000" spc="25" dirty="0">
                <a:latin typeface="Arial MT"/>
                <a:cs typeface="Arial MT"/>
              </a:rPr>
              <a:t>W</a:t>
            </a:r>
            <a:r>
              <a:rPr sz="1000" dirty="0">
                <a:latin typeface="Arial MT"/>
                <a:cs typeface="Arial MT"/>
              </a:rPr>
              <a:t>P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#</a:t>
            </a:r>
            <a:r>
              <a:rPr sz="1000" spc="-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spc="55" dirty="0">
                <a:latin typeface="Arial MT"/>
                <a:cs typeface="Arial MT"/>
              </a:rPr>
              <a:t>(nu</a:t>
            </a:r>
            <a:r>
              <a:rPr sz="1000" dirty="0">
                <a:latin typeface="Arial MT"/>
                <a:cs typeface="Arial MT"/>
              </a:rPr>
              <a:t>m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55" dirty="0">
                <a:latin typeface="Arial MT"/>
                <a:cs typeface="Arial MT"/>
              </a:rPr>
              <a:t>ero</a:t>
            </a:r>
            <a:r>
              <a:rPr sz="1000" spc="50" dirty="0">
                <a:latin typeface="Arial MT"/>
                <a:cs typeface="Arial MT"/>
              </a:rPr>
              <a:t>l</a:t>
            </a:r>
            <a:r>
              <a:rPr sz="1000" spc="55" dirty="0">
                <a:latin typeface="Arial MT"/>
                <a:cs typeface="Arial MT"/>
              </a:rPr>
              <a:t>o</a:t>
            </a:r>
            <a:r>
              <a:rPr sz="1000" spc="45" dirty="0">
                <a:latin typeface="Arial MT"/>
                <a:cs typeface="Arial MT"/>
              </a:rPr>
              <a:t>g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#</a:t>
            </a:r>
            <a:r>
              <a:rPr sz="1000" spc="-185" dirty="0">
                <a:latin typeface="Arial MT"/>
                <a:cs typeface="Arial MT"/>
              </a:rPr>
              <a:t> </a:t>
            </a:r>
            <a:r>
              <a:rPr sz="1000" spc="40" dirty="0">
                <a:latin typeface="Arial MT"/>
                <a:cs typeface="Arial MT"/>
              </a:rPr>
              <a:t>1)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751422" y="4803646"/>
            <a:ext cx="1006316" cy="867410"/>
            <a:chOff x="6335229" y="4803646"/>
            <a:chExt cx="1341755" cy="867410"/>
          </a:xfrm>
        </p:grpSpPr>
        <p:sp>
          <p:nvSpPr>
            <p:cNvPr id="51" name="object 51"/>
            <p:cNvSpPr/>
            <p:nvPr/>
          </p:nvSpPr>
          <p:spPr>
            <a:xfrm>
              <a:off x="7672578" y="4803646"/>
              <a:ext cx="0" cy="861060"/>
            </a:xfrm>
            <a:custGeom>
              <a:avLst/>
              <a:gdLst/>
              <a:ahLst/>
              <a:cxnLst/>
              <a:rect l="l" t="t" r="r" b="b"/>
              <a:pathLst>
                <a:path h="861060">
                  <a:moveTo>
                    <a:pt x="0" y="860869"/>
                  </a:moveTo>
                  <a:lnTo>
                    <a:pt x="0" y="0"/>
                  </a:lnTo>
                </a:path>
              </a:pathLst>
            </a:custGeom>
            <a:ln w="769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39078" y="4803651"/>
              <a:ext cx="0" cy="867410"/>
            </a:xfrm>
            <a:custGeom>
              <a:avLst/>
              <a:gdLst/>
              <a:ahLst/>
              <a:cxnLst/>
              <a:rect l="l" t="t" r="r" b="b"/>
              <a:pathLst>
                <a:path h="867410">
                  <a:moveTo>
                    <a:pt x="0" y="867397"/>
                  </a:moveTo>
                  <a:lnTo>
                    <a:pt x="0" y="0"/>
                  </a:lnTo>
                </a:path>
              </a:pathLst>
            </a:custGeom>
            <a:ln w="769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33566" y="5550407"/>
              <a:ext cx="1143635" cy="0"/>
            </a:xfrm>
            <a:custGeom>
              <a:avLst/>
              <a:gdLst/>
              <a:ahLst/>
              <a:cxnLst/>
              <a:rect l="l" t="t" r="r" b="b"/>
              <a:pathLst>
                <a:path w="1143634">
                  <a:moveTo>
                    <a:pt x="0" y="0"/>
                  </a:moveTo>
                  <a:lnTo>
                    <a:pt x="1143622" y="0"/>
                  </a:lnTo>
                </a:path>
              </a:pathLst>
            </a:custGeom>
            <a:ln w="7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39065" y="5515355"/>
              <a:ext cx="1334135" cy="69850"/>
            </a:xfrm>
            <a:custGeom>
              <a:avLst/>
              <a:gdLst/>
              <a:ahLst/>
              <a:cxnLst/>
              <a:rect l="l" t="t" r="r" b="b"/>
              <a:pathLst>
                <a:path w="1334134" h="69850">
                  <a:moveTo>
                    <a:pt x="103327" y="0"/>
                  </a:moveTo>
                  <a:lnTo>
                    <a:pt x="0" y="34798"/>
                  </a:lnTo>
                  <a:lnTo>
                    <a:pt x="103327" y="69596"/>
                  </a:lnTo>
                  <a:lnTo>
                    <a:pt x="103327" y="0"/>
                  </a:lnTo>
                  <a:close/>
                </a:path>
                <a:path w="1334134" h="69850">
                  <a:moveTo>
                    <a:pt x="1333855" y="34798"/>
                  </a:moveTo>
                  <a:lnTo>
                    <a:pt x="1229880" y="0"/>
                  </a:lnTo>
                  <a:lnTo>
                    <a:pt x="1229880" y="69596"/>
                  </a:lnTo>
                  <a:lnTo>
                    <a:pt x="1333855" y="34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835696" y="5530745"/>
            <a:ext cx="82248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Arial MT"/>
                <a:cs typeface="Arial MT"/>
              </a:rPr>
              <a:t>B</a:t>
            </a:r>
            <a:r>
              <a:rPr sz="1000" spc="25" dirty="0">
                <a:latin typeface="Arial MT"/>
                <a:cs typeface="Arial MT"/>
              </a:rPr>
              <a:t>W</a:t>
            </a:r>
            <a:r>
              <a:rPr sz="1000" dirty="0">
                <a:latin typeface="Arial MT"/>
                <a:cs typeface="Arial MT"/>
              </a:rPr>
              <a:t>P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#</a:t>
            </a:r>
            <a:r>
              <a:rPr sz="1000" spc="-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spc="55" dirty="0">
                <a:latin typeface="Arial MT"/>
                <a:cs typeface="Arial MT"/>
              </a:rPr>
              <a:t>(nu</a:t>
            </a:r>
            <a:r>
              <a:rPr sz="1000" dirty="0">
                <a:latin typeface="Arial MT"/>
                <a:cs typeface="Arial MT"/>
              </a:rPr>
              <a:t>m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55" dirty="0">
                <a:latin typeface="Arial MT"/>
                <a:cs typeface="Arial MT"/>
              </a:rPr>
              <a:t>ero</a:t>
            </a:r>
            <a:r>
              <a:rPr sz="1000" spc="50" dirty="0">
                <a:latin typeface="Arial MT"/>
                <a:cs typeface="Arial MT"/>
              </a:rPr>
              <a:t>l</a:t>
            </a:r>
            <a:r>
              <a:rPr sz="1000" spc="55" dirty="0">
                <a:latin typeface="Arial MT"/>
                <a:cs typeface="Arial MT"/>
              </a:rPr>
              <a:t>o</a:t>
            </a:r>
            <a:r>
              <a:rPr sz="1000" spc="45" dirty="0">
                <a:latin typeface="Arial MT"/>
                <a:cs typeface="Arial MT"/>
              </a:rPr>
              <a:t>g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#</a:t>
            </a:r>
            <a:r>
              <a:rPr sz="1000" spc="-185" dirty="0">
                <a:latin typeface="Arial MT"/>
                <a:cs typeface="Arial MT"/>
              </a:rPr>
              <a:t> </a:t>
            </a:r>
            <a:r>
              <a:rPr sz="1000" spc="40" dirty="0">
                <a:latin typeface="Arial MT"/>
                <a:cs typeface="Arial MT"/>
              </a:rPr>
              <a:t>2)</a:t>
            </a:r>
            <a:endParaRPr sz="1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6047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4051" y="305792"/>
            <a:ext cx="5444902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Bandwidth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Part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Use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2220" y="1859117"/>
            <a:ext cx="300513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4)</a:t>
            </a:r>
            <a:r>
              <a:rPr sz="18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Supporting</a:t>
            </a:r>
            <a:r>
              <a:rPr sz="18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non-contiguous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spectrum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2906" y="2720339"/>
            <a:ext cx="3965258" cy="2302510"/>
          </a:xfrm>
          <a:custGeom>
            <a:avLst/>
            <a:gdLst/>
            <a:ahLst/>
            <a:cxnLst/>
            <a:rect l="l" t="t" r="r" b="b"/>
            <a:pathLst>
              <a:path w="5287010" h="2302510">
                <a:moveTo>
                  <a:pt x="4367212" y="0"/>
                </a:moveTo>
                <a:lnTo>
                  <a:pt x="919403" y="0"/>
                </a:lnTo>
                <a:lnTo>
                  <a:pt x="870572" y="1270"/>
                </a:lnTo>
                <a:lnTo>
                  <a:pt x="822413" y="5067"/>
                </a:lnTo>
                <a:lnTo>
                  <a:pt x="774966" y="11303"/>
                </a:lnTo>
                <a:lnTo>
                  <a:pt x="728332" y="19913"/>
                </a:lnTo>
                <a:lnTo>
                  <a:pt x="682536" y="30861"/>
                </a:lnTo>
                <a:lnTo>
                  <a:pt x="637666" y="44056"/>
                </a:lnTo>
                <a:lnTo>
                  <a:pt x="593763" y="59436"/>
                </a:lnTo>
                <a:lnTo>
                  <a:pt x="550926" y="76962"/>
                </a:lnTo>
                <a:lnTo>
                  <a:pt x="509181" y="96532"/>
                </a:lnTo>
                <a:lnTo>
                  <a:pt x="468617" y="118122"/>
                </a:lnTo>
                <a:lnTo>
                  <a:pt x="429285" y="141643"/>
                </a:lnTo>
                <a:lnTo>
                  <a:pt x="391248" y="167043"/>
                </a:lnTo>
                <a:lnTo>
                  <a:pt x="354584" y="194246"/>
                </a:lnTo>
                <a:lnTo>
                  <a:pt x="319341" y="223202"/>
                </a:lnTo>
                <a:lnTo>
                  <a:pt x="285584" y="253834"/>
                </a:lnTo>
                <a:lnTo>
                  <a:pt x="253390" y="286092"/>
                </a:lnTo>
                <a:lnTo>
                  <a:pt x="222808" y="319900"/>
                </a:lnTo>
                <a:lnTo>
                  <a:pt x="193903" y="355206"/>
                </a:lnTo>
                <a:lnTo>
                  <a:pt x="166738" y="391934"/>
                </a:lnTo>
                <a:lnTo>
                  <a:pt x="141389" y="430034"/>
                </a:lnTo>
                <a:lnTo>
                  <a:pt x="117906" y="469430"/>
                </a:lnTo>
                <a:lnTo>
                  <a:pt x="96367" y="510057"/>
                </a:lnTo>
                <a:lnTo>
                  <a:pt x="76822" y="551878"/>
                </a:lnTo>
                <a:lnTo>
                  <a:pt x="59334" y="594791"/>
                </a:lnTo>
                <a:lnTo>
                  <a:pt x="43980" y="638759"/>
                </a:lnTo>
                <a:lnTo>
                  <a:pt x="30797" y="683704"/>
                </a:lnTo>
                <a:lnTo>
                  <a:pt x="19888" y="729564"/>
                </a:lnTo>
                <a:lnTo>
                  <a:pt x="11277" y="776287"/>
                </a:lnTo>
                <a:lnTo>
                  <a:pt x="5054" y="823810"/>
                </a:lnTo>
                <a:lnTo>
                  <a:pt x="1270" y="872045"/>
                </a:lnTo>
                <a:lnTo>
                  <a:pt x="0" y="920953"/>
                </a:lnTo>
                <a:lnTo>
                  <a:pt x="0" y="1381467"/>
                </a:lnTo>
                <a:lnTo>
                  <a:pt x="1270" y="1430375"/>
                </a:lnTo>
                <a:lnTo>
                  <a:pt x="5054" y="1478622"/>
                </a:lnTo>
                <a:lnTo>
                  <a:pt x="11277" y="1526146"/>
                </a:lnTo>
                <a:lnTo>
                  <a:pt x="19888" y="1572869"/>
                </a:lnTo>
                <a:lnTo>
                  <a:pt x="30797" y="1618729"/>
                </a:lnTo>
                <a:lnTo>
                  <a:pt x="43980" y="1663687"/>
                </a:lnTo>
                <a:lnTo>
                  <a:pt x="59334" y="1707654"/>
                </a:lnTo>
                <a:lnTo>
                  <a:pt x="76822" y="1750568"/>
                </a:lnTo>
                <a:lnTo>
                  <a:pt x="96367" y="1792376"/>
                </a:lnTo>
                <a:lnTo>
                  <a:pt x="117906" y="1833016"/>
                </a:lnTo>
                <a:lnTo>
                  <a:pt x="141389" y="1872411"/>
                </a:lnTo>
                <a:lnTo>
                  <a:pt x="166738" y="1910499"/>
                </a:lnTo>
                <a:lnTo>
                  <a:pt x="193903" y="1947240"/>
                </a:lnTo>
                <a:lnTo>
                  <a:pt x="222808" y="1982533"/>
                </a:lnTo>
                <a:lnTo>
                  <a:pt x="253390" y="2016353"/>
                </a:lnTo>
                <a:lnTo>
                  <a:pt x="285584" y="2048598"/>
                </a:lnTo>
                <a:lnTo>
                  <a:pt x="319341" y="2079231"/>
                </a:lnTo>
                <a:lnTo>
                  <a:pt x="354584" y="2108187"/>
                </a:lnTo>
                <a:lnTo>
                  <a:pt x="391248" y="2135390"/>
                </a:lnTo>
                <a:lnTo>
                  <a:pt x="429285" y="2160790"/>
                </a:lnTo>
                <a:lnTo>
                  <a:pt x="468617" y="2184298"/>
                </a:lnTo>
                <a:lnTo>
                  <a:pt x="509181" y="2205888"/>
                </a:lnTo>
                <a:lnTo>
                  <a:pt x="550926" y="2225471"/>
                </a:lnTo>
                <a:lnTo>
                  <a:pt x="593763" y="2242985"/>
                </a:lnTo>
                <a:lnTo>
                  <a:pt x="637666" y="2258364"/>
                </a:lnTo>
                <a:lnTo>
                  <a:pt x="682536" y="2271560"/>
                </a:lnTo>
                <a:lnTo>
                  <a:pt x="728332" y="2282507"/>
                </a:lnTo>
                <a:lnTo>
                  <a:pt x="774966" y="2291118"/>
                </a:lnTo>
                <a:lnTo>
                  <a:pt x="822413" y="2297353"/>
                </a:lnTo>
                <a:lnTo>
                  <a:pt x="870572" y="2301138"/>
                </a:lnTo>
                <a:lnTo>
                  <a:pt x="919403" y="2302421"/>
                </a:lnTo>
                <a:lnTo>
                  <a:pt x="4367085" y="2302421"/>
                </a:lnTo>
                <a:lnTo>
                  <a:pt x="4415917" y="2301138"/>
                </a:lnTo>
                <a:lnTo>
                  <a:pt x="4464088" y="2297353"/>
                </a:lnTo>
                <a:lnTo>
                  <a:pt x="4511535" y="2291118"/>
                </a:lnTo>
                <a:lnTo>
                  <a:pt x="4558182" y="2282507"/>
                </a:lnTo>
                <a:lnTo>
                  <a:pt x="4603978" y="2271560"/>
                </a:lnTo>
                <a:lnTo>
                  <a:pt x="4648860" y="2258364"/>
                </a:lnTo>
                <a:lnTo>
                  <a:pt x="4692751" y="2242985"/>
                </a:lnTo>
                <a:lnTo>
                  <a:pt x="4735601" y="2225471"/>
                </a:lnTo>
                <a:lnTo>
                  <a:pt x="4777333" y="2205888"/>
                </a:lnTo>
                <a:lnTo>
                  <a:pt x="4817910" y="2184298"/>
                </a:lnTo>
                <a:lnTo>
                  <a:pt x="4857229" y="2160790"/>
                </a:lnTo>
                <a:lnTo>
                  <a:pt x="4895265" y="2135390"/>
                </a:lnTo>
                <a:lnTo>
                  <a:pt x="4931930" y="2108187"/>
                </a:lnTo>
                <a:lnTo>
                  <a:pt x="4967173" y="2079231"/>
                </a:lnTo>
                <a:lnTo>
                  <a:pt x="5000929" y="2048598"/>
                </a:lnTo>
                <a:lnTo>
                  <a:pt x="5033124" y="2016353"/>
                </a:lnTo>
                <a:lnTo>
                  <a:pt x="5063705" y="1982533"/>
                </a:lnTo>
                <a:lnTo>
                  <a:pt x="5092611" y="1947240"/>
                </a:lnTo>
                <a:lnTo>
                  <a:pt x="5119763" y="1910499"/>
                </a:lnTo>
                <a:lnTo>
                  <a:pt x="5145112" y="1872411"/>
                </a:lnTo>
                <a:lnTo>
                  <a:pt x="5168595" y="1833016"/>
                </a:lnTo>
                <a:lnTo>
                  <a:pt x="5190134" y="1792376"/>
                </a:lnTo>
                <a:lnTo>
                  <a:pt x="5209679" y="1750568"/>
                </a:lnTo>
                <a:lnTo>
                  <a:pt x="5227154" y="1707654"/>
                </a:lnTo>
                <a:lnTo>
                  <a:pt x="5242521" y="1663687"/>
                </a:lnTo>
                <a:lnTo>
                  <a:pt x="5255691" y="1618729"/>
                </a:lnTo>
                <a:lnTo>
                  <a:pt x="5266601" y="1572869"/>
                </a:lnTo>
                <a:lnTo>
                  <a:pt x="5275211" y="1526146"/>
                </a:lnTo>
                <a:lnTo>
                  <a:pt x="5281434" y="1478622"/>
                </a:lnTo>
                <a:lnTo>
                  <a:pt x="5285206" y="1430375"/>
                </a:lnTo>
                <a:lnTo>
                  <a:pt x="5286489" y="1381467"/>
                </a:lnTo>
                <a:lnTo>
                  <a:pt x="5286489" y="920953"/>
                </a:lnTo>
                <a:lnTo>
                  <a:pt x="5285206" y="872045"/>
                </a:lnTo>
                <a:lnTo>
                  <a:pt x="5281434" y="823810"/>
                </a:lnTo>
                <a:lnTo>
                  <a:pt x="5275211" y="776287"/>
                </a:lnTo>
                <a:lnTo>
                  <a:pt x="5266601" y="729564"/>
                </a:lnTo>
                <a:lnTo>
                  <a:pt x="5255691" y="683704"/>
                </a:lnTo>
                <a:lnTo>
                  <a:pt x="5242521" y="638759"/>
                </a:lnTo>
                <a:lnTo>
                  <a:pt x="5227167" y="594791"/>
                </a:lnTo>
                <a:lnTo>
                  <a:pt x="5209679" y="551878"/>
                </a:lnTo>
                <a:lnTo>
                  <a:pt x="5190134" y="510057"/>
                </a:lnTo>
                <a:lnTo>
                  <a:pt x="5168595" y="469430"/>
                </a:lnTo>
                <a:lnTo>
                  <a:pt x="5145112" y="430034"/>
                </a:lnTo>
                <a:lnTo>
                  <a:pt x="5119776" y="391934"/>
                </a:lnTo>
                <a:lnTo>
                  <a:pt x="5092611" y="355206"/>
                </a:lnTo>
                <a:lnTo>
                  <a:pt x="5063718" y="319900"/>
                </a:lnTo>
                <a:lnTo>
                  <a:pt x="5033137" y="286092"/>
                </a:lnTo>
                <a:lnTo>
                  <a:pt x="5000942" y="253834"/>
                </a:lnTo>
                <a:lnTo>
                  <a:pt x="4967198" y="223202"/>
                </a:lnTo>
                <a:lnTo>
                  <a:pt x="4931956" y="194246"/>
                </a:lnTo>
                <a:lnTo>
                  <a:pt x="4895291" y="167043"/>
                </a:lnTo>
                <a:lnTo>
                  <a:pt x="4857267" y="141643"/>
                </a:lnTo>
                <a:lnTo>
                  <a:pt x="4817948" y="118122"/>
                </a:lnTo>
                <a:lnTo>
                  <a:pt x="4777384" y="96532"/>
                </a:lnTo>
                <a:lnTo>
                  <a:pt x="4735652" y="76962"/>
                </a:lnTo>
                <a:lnTo>
                  <a:pt x="4692802" y="59436"/>
                </a:lnTo>
                <a:lnTo>
                  <a:pt x="4648923" y="44056"/>
                </a:lnTo>
                <a:lnTo>
                  <a:pt x="4604054" y="30861"/>
                </a:lnTo>
                <a:lnTo>
                  <a:pt x="4558271" y="19913"/>
                </a:lnTo>
                <a:lnTo>
                  <a:pt x="4511624" y="11303"/>
                </a:lnTo>
                <a:lnTo>
                  <a:pt x="4464189" y="5067"/>
                </a:lnTo>
                <a:lnTo>
                  <a:pt x="4416031" y="1270"/>
                </a:lnTo>
                <a:lnTo>
                  <a:pt x="436721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63257" y="2481041"/>
            <a:ext cx="82438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Arial MT"/>
                <a:cs typeface="Arial MT"/>
              </a:rPr>
              <a:t>Overall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60" dirty="0">
                <a:latin typeface="Arial MT"/>
                <a:cs typeface="Arial MT"/>
              </a:rPr>
              <a:t>carrier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4361" y="3080575"/>
            <a:ext cx="4321969" cy="2115185"/>
            <a:chOff x="299148" y="3080574"/>
            <a:chExt cx="5762625" cy="2115185"/>
          </a:xfrm>
        </p:grpSpPr>
        <p:sp>
          <p:nvSpPr>
            <p:cNvPr id="8" name="object 8"/>
            <p:cNvSpPr/>
            <p:nvPr/>
          </p:nvSpPr>
          <p:spPr>
            <a:xfrm>
              <a:off x="537212" y="3123437"/>
              <a:ext cx="2011680" cy="1497330"/>
            </a:xfrm>
            <a:custGeom>
              <a:avLst/>
              <a:gdLst/>
              <a:ahLst/>
              <a:cxnLst/>
              <a:rect l="l" t="t" r="r" b="b"/>
              <a:pathLst>
                <a:path w="2011680" h="1497329">
                  <a:moveTo>
                    <a:pt x="1551622" y="0"/>
                  </a:moveTo>
                  <a:lnTo>
                    <a:pt x="459714" y="0"/>
                  </a:lnTo>
                  <a:lnTo>
                    <a:pt x="412711" y="2374"/>
                  </a:lnTo>
                  <a:lnTo>
                    <a:pt x="367068" y="9359"/>
                  </a:lnTo>
                  <a:lnTo>
                    <a:pt x="323011" y="20713"/>
                  </a:lnTo>
                  <a:lnTo>
                    <a:pt x="280771" y="36195"/>
                  </a:lnTo>
                  <a:lnTo>
                    <a:pt x="240588" y="55587"/>
                  </a:lnTo>
                  <a:lnTo>
                    <a:pt x="202679" y="78663"/>
                  </a:lnTo>
                  <a:lnTo>
                    <a:pt x="167297" y="105181"/>
                  </a:lnTo>
                  <a:lnTo>
                    <a:pt x="134645" y="134899"/>
                  </a:lnTo>
                  <a:lnTo>
                    <a:pt x="104978" y="167614"/>
                  </a:lnTo>
                  <a:lnTo>
                    <a:pt x="78511" y="203060"/>
                  </a:lnTo>
                  <a:lnTo>
                    <a:pt x="55486" y="241033"/>
                  </a:lnTo>
                  <a:lnTo>
                    <a:pt x="36118" y="281292"/>
                  </a:lnTo>
                  <a:lnTo>
                    <a:pt x="20662" y="323608"/>
                  </a:lnTo>
                  <a:lnTo>
                    <a:pt x="9334" y="367741"/>
                  </a:lnTo>
                  <a:lnTo>
                    <a:pt x="2374" y="413473"/>
                  </a:lnTo>
                  <a:lnTo>
                    <a:pt x="0" y="460552"/>
                  </a:lnTo>
                  <a:lnTo>
                    <a:pt x="0" y="1036281"/>
                  </a:lnTo>
                  <a:lnTo>
                    <a:pt x="2374" y="1083373"/>
                  </a:lnTo>
                  <a:lnTo>
                    <a:pt x="9334" y="1129093"/>
                  </a:lnTo>
                  <a:lnTo>
                    <a:pt x="20662" y="1173238"/>
                  </a:lnTo>
                  <a:lnTo>
                    <a:pt x="36131" y="1215555"/>
                  </a:lnTo>
                  <a:lnTo>
                    <a:pt x="55486" y="1255814"/>
                  </a:lnTo>
                  <a:lnTo>
                    <a:pt x="78511" y="1293787"/>
                  </a:lnTo>
                  <a:lnTo>
                    <a:pt x="104978" y="1329232"/>
                  </a:lnTo>
                  <a:lnTo>
                    <a:pt x="134658" y="1361948"/>
                  </a:lnTo>
                  <a:lnTo>
                    <a:pt x="167297" y="1391666"/>
                  </a:lnTo>
                  <a:lnTo>
                    <a:pt x="202691" y="1418183"/>
                  </a:lnTo>
                  <a:lnTo>
                    <a:pt x="240601" y="1441246"/>
                  </a:lnTo>
                  <a:lnTo>
                    <a:pt x="280784" y="1460639"/>
                  </a:lnTo>
                  <a:lnTo>
                    <a:pt x="323037" y="1476133"/>
                  </a:lnTo>
                  <a:lnTo>
                    <a:pt x="367093" y="1487474"/>
                  </a:lnTo>
                  <a:lnTo>
                    <a:pt x="412762" y="1494459"/>
                  </a:lnTo>
                  <a:lnTo>
                    <a:pt x="459714" y="1496834"/>
                  </a:lnTo>
                  <a:lnTo>
                    <a:pt x="1551495" y="1496834"/>
                  </a:lnTo>
                  <a:lnTo>
                    <a:pt x="1598523" y="1494459"/>
                  </a:lnTo>
                  <a:lnTo>
                    <a:pt x="1644192" y="1487474"/>
                  </a:lnTo>
                  <a:lnTo>
                    <a:pt x="1688249" y="1476121"/>
                  </a:lnTo>
                  <a:lnTo>
                    <a:pt x="1730489" y="1460639"/>
                  </a:lnTo>
                  <a:lnTo>
                    <a:pt x="1770684" y="1441246"/>
                  </a:lnTo>
                  <a:lnTo>
                    <a:pt x="1808581" y="1418170"/>
                  </a:lnTo>
                  <a:lnTo>
                    <a:pt x="1843976" y="1391666"/>
                  </a:lnTo>
                  <a:lnTo>
                    <a:pt x="1876628" y="1361935"/>
                  </a:lnTo>
                  <a:lnTo>
                    <a:pt x="1906295" y="1329232"/>
                  </a:lnTo>
                  <a:lnTo>
                    <a:pt x="1932762" y="1293774"/>
                  </a:lnTo>
                  <a:lnTo>
                    <a:pt x="1955787" y="1255801"/>
                  </a:lnTo>
                  <a:lnTo>
                    <a:pt x="1975154" y="1215542"/>
                  </a:lnTo>
                  <a:lnTo>
                    <a:pt x="1990623" y="1173238"/>
                  </a:lnTo>
                  <a:lnTo>
                    <a:pt x="2001964" y="1129093"/>
                  </a:lnTo>
                  <a:lnTo>
                    <a:pt x="2008949" y="1083373"/>
                  </a:lnTo>
                  <a:lnTo>
                    <a:pt x="2011349" y="1036281"/>
                  </a:lnTo>
                  <a:lnTo>
                    <a:pt x="2011349" y="460552"/>
                  </a:lnTo>
                  <a:lnTo>
                    <a:pt x="2008949" y="413473"/>
                  </a:lnTo>
                  <a:lnTo>
                    <a:pt x="2001964" y="367741"/>
                  </a:lnTo>
                  <a:lnTo>
                    <a:pt x="1990623" y="323608"/>
                  </a:lnTo>
                  <a:lnTo>
                    <a:pt x="1975154" y="281292"/>
                  </a:lnTo>
                  <a:lnTo>
                    <a:pt x="1955800" y="241033"/>
                  </a:lnTo>
                  <a:lnTo>
                    <a:pt x="1932762" y="203060"/>
                  </a:lnTo>
                  <a:lnTo>
                    <a:pt x="1906308" y="167614"/>
                  </a:lnTo>
                  <a:lnTo>
                    <a:pt x="1876640" y="134899"/>
                  </a:lnTo>
                  <a:lnTo>
                    <a:pt x="1843989" y="105181"/>
                  </a:lnTo>
                  <a:lnTo>
                    <a:pt x="1808607" y="78663"/>
                  </a:lnTo>
                  <a:lnTo>
                    <a:pt x="1770710" y="55587"/>
                  </a:lnTo>
                  <a:lnTo>
                    <a:pt x="1730540" y="36195"/>
                  </a:lnTo>
                  <a:lnTo>
                    <a:pt x="1688312" y="20713"/>
                  </a:lnTo>
                  <a:lnTo>
                    <a:pt x="1644256" y="9359"/>
                  </a:lnTo>
                  <a:lnTo>
                    <a:pt x="1598625" y="2374"/>
                  </a:lnTo>
                  <a:lnTo>
                    <a:pt x="1551622" y="0"/>
                  </a:lnTo>
                  <a:close/>
                </a:path>
              </a:pathLst>
            </a:custGeom>
            <a:solidFill>
              <a:srgbClr val="FFC000">
                <a:alpha val="498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41828" y="3128009"/>
              <a:ext cx="1594485" cy="1497330"/>
            </a:xfrm>
            <a:custGeom>
              <a:avLst/>
              <a:gdLst/>
              <a:ahLst/>
              <a:cxnLst/>
              <a:rect l="l" t="t" r="r" b="b"/>
              <a:pathLst>
                <a:path w="1594485" h="1497329">
                  <a:moveTo>
                    <a:pt x="1249730" y="0"/>
                  </a:moveTo>
                  <a:lnTo>
                    <a:pt x="344728" y="0"/>
                  </a:lnTo>
                  <a:lnTo>
                    <a:pt x="297954" y="3149"/>
                  </a:lnTo>
                  <a:lnTo>
                    <a:pt x="253098" y="12344"/>
                  </a:lnTo>
                  <a:lnTo>
                    <a:pt x="210553" y="27152"/>
                  </a:lnTo>
                  <a:lnTo>
                    <a:pt x="170751" y="47167"/>
                  </a:lnTo>
                  <a:lnTo>
                    <a:pt x="134086" y="71983"/>
                  </a:lnTo>
                  <a:lnTo>
                    <a:pt x="100977" y="101180"/>
                  </a:lnTo>
                  <a:lnTo>
                    <a:pt x="71831" y="134353"/>
                  </a:lnTo>
                  <a:lnTo>
                    <a:pt x="47066" y="171081"/>
                  </a:lnTo>
                  <a:lnTo>
                    <a:pt x="27089" y="210972"/>
                  </a:lnTo>
                  <a:lnTo>
                    <a:pt x="12318" y="253593"/>
                  </a:lnTo>
                  <a:lnTo>
                    <a:pt x="3149" y="298551"/>
                  </a:lnTo>
                  <a:lnTo>
                    <a:pt x="0" y="345414"/>
                  </a:lnTo>
                  <a:lnTo>
                    <a:pt x="0" y="1151356"/>
                  </a:lnTo>
                  <a:lnTo>
                    <a:pt x="3149" y="1198219"/>
                  </a:lnTo>
                  <a:lnTo>
                    <a:pt x="12318" y="1243177"/>
                  </a:lnTo>
                  <a:lnTo>
                    <a:pt x="27089" y="1285798"/>
                  </a:lnTo>
                  <a:lnTo>
                    <a:pt x="47066" y="1325689"/>
                  </a:lnTo>
                  <a:lnTo>
                    <a:pt x="71831" y="1362430"/>
                  </a:lnTo>
                  <a:lnTo>
                    <a:pt x="100977" y="1395603"/>
                  </a:lnTo>
                  <a:lnTo>
                    <a:pt x="134086" y="1424800"/>
                  </a:lnTo>
                  <a:lnTo>
                    <a:pt x="170751" y="1449616"/>
                  </a:lnTo>
                  <a:lnTo>
                    <a:pt x="210553" y="1469631"/>
                  </a:lnTo>
                  <a:lnTo>
                    <a:pt x="253098" y="1484426"/>
                  </a:lnTo>
                  <a:lnTo>
                    <a:pt x="297954" y="1493621"/>
                  </a:lnTo>
                  <a:lnTo>
                    <a:pt x="344728" y="1496771"/>
                  </a:lnTo>
                  <a:lnTo>
                    <a:pt x="1249603" y="1496771"/>
                  </a:lnTo>
                  <a:lnTo>
                    <a:pt x="1296403" y="1493621"/>
                  </a:lnTo>
                  <a:lnTo>
                    <a:pt x="1341285" y="1484426"/>
                  </a:lnTo>
                  <a:lnTo>
                    <a:pt x="1383830" y="1469631"/>
                  </a:lnTo>
                  <a:lnTo>
                    <a:pt x="1423644" y="1449616"/>
                  </a:lnTo>
                  <a:lnTo>
                    <a:pt x="1460309" y="1424800"/>
                  </a:lnTo>
                  <a:lnTo>
                    <a:pt x="1493405" y="1395603"/>
                  </a:lnTo>
                  <a:lnTo>
                    <a:pt x="1522539" y="1362430"/>
                  </a:lnTo>
                  <a:lnTo>
                    <a:pt x="1547291" y="1325689"/>
                  </a:lnTo>
                  <a:lnTo>
                    <a:pt x="1567268" y="1285798"/>
                  </a:lnTo>
                  <a:lnTo>
                    <a:pt x="1582039" y="1243177"/>
                  </a:lnTo>
                  <a:lnTo>
                    <a:pt x="1591195" y="1198219"/>
                  </a:lnTo>
                  <a:lnTo>
                    <a:pt x="1594345" y="1151356"/>
                  </a:lnTo>
                  <a:lnTo>
                    <a:pt x="1594345" y="345414"/>
                  </a:lnTo>
                  <a:lnTo>
                    <a:pt x="1591195" y="298551"/>
                  </a:lnTo>
                  <a:lnTo>
                    <a:pt x="1582039" y="253593"/>
                  </a:lnTo>
                  <a:lnTo>
                    <a:pt x="1567268" y="210972"/>
                  </a:lnTo>
                  <a:lnTo>
                    <a:pt x="1547304" y="171081"/>
                  </a:lnTo>
                  <a:lnTo>
                    <a:pt x="1522552" y="134353"/>
                  </a:lnTo>
                  <a:lnTo>
                    <a:pt x="1493431" y="101180"/>
                  </a:lnTo>
                  <a:lnTo>
                    <a:pt x="1460334" y="71983"/>
                  </a:lnTo>
                  <a:lnTo>
                    <a:pt x="1423682" y="47167"/>
                  </a:lnTo>
                  <a:lnTo>
                    <a:pt x="1383893" y="27152"/>
                  </a:lnTo>
                  <a:lnTo>
                    <a:pt x="1341361" y="12344"/>
                  </a:lnTo>
                  <a:lnTo>
                    <a:pt x="1296504" y="3149"/>
                  </a:lnTo>
                  <a:lnTo>
                    <a:pt x="124973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85106" y="3123437"/>
              <a:ext cx="906144" cy="1497330"/>
            </a:xfrm>
            <a:custGeom>
              <a:avLst/>
              <a:gdLst/>
              <a:ahLst/>
              <a:cxnLst/>
              <a:rect l="l" t="t" r="r" b="b"/>
              <a:pathLst>
                <a:path w="906145" h="1497329">
                  <a:moveTo>
                    <a:pt x="560539" y="0"/>
                  </a:moveTo>
                  <a:lnTo>
                    <a:pt x="344982" y="0"/>
                  </a:lnTo>
                  <a:lnTo>
                    <a:pt x="298183" y="3149"/>
                  </a:lnTo>
                  <a:lnTo>
                    <a:pt x="253288" y="12344"/>
                  </a:lnTo>
                  <a:lnTo>
                    <a:pt x="210718" y="27152"/>
                  </a:lnTo>
                  <a:lnTo>
                    <a:pt x="170878" y="47167"/>
                  </a:lnTo>
                  <a:lnTo>
                    <a:pt x="134188" y="71983"/>
                  </a:lnTo>
                  <a:lnTo>
                    <a:pt x="101053" y="101180"/>
                  </a:lnTo>
                  <a:lnTo>
                    <a:pt x="71894" y="134353"/>
                  </a:lnTo>
                  <a:lnTo>
                    <a:pt x="47104" y="171081"/>
                  </a:lnTo>
                  <a:lnTo>
                    <a:pt x="27114" y="210972"/>
                  </a:lnTo>
                  <a:lnTo>
                    <a:pt x="12331" y="253593"/>
                  </a:lnTo>
                  <a:lnTo>
                    <a:pt x="3149" y="298551"/>
                  </a:lnTo>
                  <a:lnTo>
                    <a:pt x="0" y="345414"/>
                  </a:lnTo>
                  <a:lnTo>
                    <a:pt x="0" y="1151420"/>
                  </a:lnTo>
                  <a:lnTo>
                    <a:pt x="3149" y="1198295"/>
                  </a:lnTo>
                  <a:lnTo>
                    <a:pt x="12331" y="1243241"/>
                  </a:lnTo>
                  <a:lnTo>
                    <a:pt x="27114" y="1285875"/>
                  </a:lnTo>
                  <a:lnTo>
                    <a:pt x="47104" y="1325753"/>
                  </a:lnTo>
                  <a:lnTo>
                    <a:pt x="71894" y="1362494"/>
                  </a:lnTo>
                  <a:lnTo>
                    <a:pt x="101053" y="1395666"/>
                  </a:lnTo>
                  <a:lnTo>
                    <a:pt x="134188" y="1424863"/>
                  </a:lnTo>
                  <a:lnTo>
                    <a:pt x="170878" y="1449679"/>
                  </a:lnTo>
                  <a:lnTo>
                    <a:pt x="210718" y="1469694"/>
                  </a:lnTo>
                  <a:lnTo>
                    <a:pt x="253288" y="1484503"/>
                  </a:lnTo>
                  <a:lnTo>
                    <a:pt x="298183" y="1493685"/>
                  </a:lnTo>
                  <a:lnTo>
                    <a:pt x="344982" y="1496834"/>
                  </a:lnTo>
                  <a:lnTo>
                    <a:pt x="560539" y="1496834"/>
                  </a:lnTo>
                  <a:lnTo>
                    <a:pt x="607352" y="1493685"/>
                  </a:lnTo>
                  <a:lnTo>
                    <a:pt x="652246" y="1484503"/>
                  </a:lnTo>
                  <a:lnTo>
                    <a:pt x="694817" y="1469694"/>
                  </a:lnTo>
                  <a:lnTo>
                    <a:pt x="734656" y="1449679"/>
                  </a:lnTo>
                  <a:lnTo>
                    <a:pt x="771334" y="1424863"/>
                  </a:lnTo>
                  <a:lnTo>
                    <a:pt x="804468" y="1395666"/>
                  </a:lnTo>
                  <a:lnTo>
                    <a:pt x="833640" y="1362494"/>
                  </a:lnTo>
                  <a:lnTo>
                    <a:pt x="858418" y="1325753"/>
                  </a:lnTo>
                  <a:lnTo>
                    <a:pt x="878408" y="1285875"/>
                  </a:lnTo>
                  <a:lnTo>
                    <a:pt x="893203" y="1243241"/>
                  </a:lnTo>
                  <a:lnTo>
                    <a:pt x="902373" y="1198295"/>
                  </a:lnTo>
                  <a:lnTo>
                    <a:pt x="905522" y="1151420"/>
                  </a:lnTo>
                  <a:lnTo>
                    <a:pt x="905522" y="345414"/>
                  </a:lnTo>
                  <a:lnTo>
                    <a:pt x="902373" y="298551"/>
                  </a:lnTo>
                  <a:lnTo>
                    <a:pt x="893203" y="253593"/>
                  </a:lnTo>
                  <a:lnTo>
                    <a:pt x="878408" y="210972"/>
                  </a:lnTo>
                  <a:lnTo>
                    <a:pt x="858418" y="171081"/>
                  </a:lnTo>
                  <a:lnTo>
                    <a:pt x="833640" y="134353"/>
                  </a:lnTo>
                  <a:lnTo>
                    <a:pt x="804468" y="101180"/>
                  </a:lnTo>
                  <a:lnTo>
                    <a:pt x="771334" y="71983"/>
                  </a:lnTo>
                  <a:lnTo>
                    <a:pt x="734656" y="47167"/>
                  </a:lnTo>
                  <a:lnTo>
                    <a:pt x="694817" y="27152"/>
                  </a:lnTo>
                  <a:lnTo>
                    <a:pt x="652246" y="12344"/>
                  </a:lnTo>
                  <a:lnTo>
                    <a:pt x="607352" y="3149"/>
                  </a:lnTo>
                  <a:lnTo>
                    <a:pt x="560539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086" y="3871721"/>
              <a:ext cx="5747385" cy="1323975"/>
            </a:xfrm>
            <a:custGeom>
              <a:avLst/>
              <a:gdLst/>
              <a:ahLst/>
              <a:cxnLst/>
              <a:rect l="l" t="t" r="r" b="b"/>
              <a:pathLst>
                <a:path w="5747385" h="1323975">
                  <a:moveTo>
                    <a:pt x="5746775" y="0"/>
                  </a:moveTo>
                  <a:lnTo>
                    <a:pt x="0" y="0"/>
                  </a:lnTo>
                  <a:lnTo>
                    <a:pt x="0" y="1323835"/>
                  </a:lnTo>
                  <a:lnTo>
                    <a:pt x="5746775" y="1323835"/>
                  </a:lnTo>
                  <a:lnTo>
                    <a:pt x="5746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7210" y="3099052"/>
              <a:ext cx="0" cy="1003300"/>
            </a:xfrm>
            <a:custGeom>
              <a:avLst/>
              <a:gdLst/>
              <a:ahLst/>
              <a:cxnLst/>
              <a:rect l="l" t="t" r="r" b="b"/>
              <a:pathLst>
                <a:path h="1003300">
                  <a:moveTo>
                    <a:pt x="0" y="1003274"/>
                  </a:moveTo>
                  <a:lnTo>
                    <a:pt x="0" y="0"/>
                  </a:lnTo>
                </a:path>
              </a:pathLst>
            </a:custGeom>
            <a:ln w="919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48128" y="3085336"/>
              <a:ext cx="0" cy="1017269"/>
            </a:xfrm>
            <a:custGeom>
              <a:avLst/>
              <a:gdLst/>
              <a:ahLst/>
              <a:cxnLst/>
              <a:rect l="l" t="t" r="r" b="b"/>
              <a:pathLst>
                <a:path h="1017270">
                  <a:moveTo>
                    <a:pt x="0" y="1016965"/>
                  </a:moveTo>
                  <a:lnTo>
                    <a:pt x="0" y="0"/>
                  </a:lnTo>
                </a:path>
              </a:pathLst>
            </a:custGeom>
            <a:ln w="919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0747" y="4044695"/>
              <a:ext cx="1784350" cy="0"/>
            </a:xfrm>
            <a:custGeom>
              <a:avLst/>
              <a:gdLst/>
              <a:ahLst/>
              <a:cxnLst/>
              <a:rect l="l" t="t" r="r" b="b"/>
              <a:pathLst>
                <a:path w="1784350">
                  <a:moveTo>
                    <a:pt x="0" y="0"/>
                  </a:moveTo>
                  <a:lnTo>
                    <a:pt x="1784032" y="0"/>
                  </a:lnTo>
                </a:path>
              </a:pathLst>
            </a:custGeom>
            <a:ln w="9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7197" y="4002785"/>
              <a:ext cx="2011680" cy="83185"/>
            </a:xfrm>
            <a:custGeom>
              <a:avLst/>
              <a:gdLst/>
              <a:ahLst/>
              <a:cxnLst/>
              <a:rect l="l" t="t" r="r" b="b"/>
              <a:pathLst>
                <a:path w="2011680" h="83185">
                  <a:moveTo>
                    <a:pt x="123875" y="0"/>
                  </a:moveTo>
                  <a:lnTo>
                    <a:pt x="0" y="41389"/>
                  </a:lnTo>
                  <a:lnTo>
                    <a:pt x="123875" y="82778"/>
                  </a:lnTo>
                  <a:lnTo>
                    <a:pt x="123875" y="0"/>
                  </a:lnTo>
                  <a:close/>
                </a:path>
                <a:path w="2011680" h="83185">
                  <a:moveTo>
                    <a:pt x="2011349" y="41389"/>
                  </a:moveTo>
                  <a:lnTo>
                    <a:pt x="1886724" y="0"/>
                  </a:lnTo>
                  <a:lnTo>
                    <a:pt x="1886724" y="82778"/>
                  </a:lnTo>
                  <a:lnTo>
                    <a:pt x="2011349" y="413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086" y="3871721"/>
              <a:ext cx="5746750" cy="0"/>
            </a:xfrm>
            <a:custGeom>
              <a:avLst/>
              <a:gdLst/>
              <a:ahLst/>
              <a:cxnLst/>
              <a:rect l="l" t="t" r="r" b="b"/>
              <a:pathLst>
                <a:path w="5746750">
                  <a:moveTo>
                    <a:pt x="0" y="0"/>
                  </a:moveTo>
                  <a:lnTo>
                    <a:pt x="5746711" y="0"/>
                  </a:lnTo>
                </a:path>
              </a:pathLst>
            </a:custGeom>
            <a:ln w="15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3713" y="4035446"/>
            <a:ext cx="4662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 MT"/>
                <a:cs typeface="Arial MT"/>
              </a:rPr>
              <a:t>B</a:t>
            </a:r>
            <a:r>
              <a:rPr sz="1200" spc="25" dirty="0">
                <a:latin typeface="Arial MT"/>
                <a:cs typeface="Arial MT"/>
              </a:rPr>
              <a:t>W</a:t>
            </a:r>
            <a:r>
              <a:rPr sz="1200" dirty="0">
                <a:latin typeface="Arial MT"/>
                <a:cs typeface="Arial MT"/>
              </a:rPr>
              <a:t>P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#</a:t>
            </a:r>
            <a:r>
              <a:rPr sz="1200" spc="-1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52798" y="3137723"/>
            <a:ext cx="1203484" cy="1045844"/>
            <a:chOff x="3937063" y="3137723"/>
            <a:chExt cx="1604645" cy="1045844"/>
          </a:xfrm>
        </p:grpSpPr>
        <p:sp>
          <p:nvSpPr>
            <p:cNvPr id="19" name="object 19"/>
            <p:cNvSpPr/>
            <p:nvPr/>
          </p:nvSpPr>
          <p:spPr>
            <a:xfrm>
              <a:off x="5536692" y="3142485"/>
              <a:ext cx="0" cy="1029335"/>
            </a:xfrm>
            <a:custGeom>
              <a:avLst/>
              <a:gdLst/>
              <a:ahLst/>
              <a:cxnLst/>
              <a:rect l="l" t="t" r="r" b="b"/>
              <a:pathLst>
                <a:path h="1029335">
                  <a:moveTo>
                    <a:pt x="0" y="1029208"/>
                  </a:moveTo>
                  <a:lnTo>
                    <a:pt x="0" y="0"/>
                  </a:lnTo>
                </a:path>
              </a:pathLst>
            </a:custGeom>
            <a:ln w="919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41826" y="3142488"/>
              <a:ext cx="0" cy="1036319"/>
            </a:xfrm>
            <a:custGeom>
              <a:avLst/>
              <a:gdLst/>
              <a:ahLst/>
              <a:cxnLst/>
              <a:rect l="l" t="t" r="r" b="b"/>
              <a:pathLst>
                <a:path h="1036320">
                  <a:moveTo>
                    <a:pt x="0" y="1036281"/>
                  </a:moveTo>
                  <a:lnTo>
                    <a:pt x="0" y="0"/>
                  </a:lnTo>
                </a:path>
              </a:pathLst>
            </a:custGeom>
            <a:ln w="919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55364" y="4034790"/>
              <a:ext cx="1367155" cy="0"/>
            </a:xfrm>
            <a:custGeom>
              <a:avLst/>
              <a:gdLst/>
              <a:ahLst/>
              <a:cxnLst/>
              <a:rect l="l" t="t" r="r" b="b"/>
              <a:pathLst>
                <a:path w="1367154">
                  <a:moveTo>
                    <a:pt x="0" y="0"/>
                  </a:moveTo>
                  <a:lnTo>
                    <a:pt x="1366913" y="0"/>
                  </a:lnTo>
                </a:path>
              </a:pathLst>
            </a:custGeom>
            <a:ln w="9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1813" y="3993641"/>
              <a:ext cx="1594485" cy="83185"/>
            </a:xfrm>
            <a:custGeom>
              <a:avLst/>
              <a:gdLst/>
              <a:ahLst/>
              <a:cxnLst/>
              <a:rect l="l" t="t" r="r" b="b"/>
              <a:pathLst>
                <a:path w="1594485" h="83185">
                  <a:moveTo>
                    <a:pt x="123875" y="0"/>
                  </a:moveTo>
                  <a:lnTo>
                    <a:pt x="0" y="41389"/>
                  </a:lnTo>
                  <a:lnTo>
                    <a:pt x="123875" y="82778"/>
                  </a:lnTo>
                  <a:lnTo>
                    <a:pt x="123875" y="0"/>
                  </a:lnTo>
                  <a:close/>
                </a:path>
                <a:path w="1594485" h="83185">
                  <a:moveTo>
                    <a:pt x="1594421" y="41389"/>
                  </a:moveTo>
                  <a:lnTo>
                    <a:pt x="1470672" y="0"/>
                  </a:lnTo>
                  <a:lnTo>
                    <a:pt x="1470672" y="82778"/>
                  </a:lnTo>
                  <a:lnTo>
                    <a:pt x="1594421" y="413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305741" y="4030713"/>
            <a:ext cx="4662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 MT"/>
                <a:cs typeface="Arial MT"/>
              </a:rPr>
              <a:t>B</a:t>
            </a:r>
            <a:r>
              <a:rPr sz="1200" spc="25" dirty="0">
                <a:latin typeface="Arial MT"/>
                <a:cs typeface="Arial MT"/>
              </a:rPr>
              <a:t>W</a:t>
            </a:r>
            <a:r>
              <a:rPr sz="1200" dirty="0">
                <a:latin typeface="Arial MT"/>
                <a:cs typeface="Arial MT"/>
              </a:rPr>
              <a:t>P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#</a:t>
            </a:r>
            <a:r>
              <a:rPr sz="1200" spc="-1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94010" y="3641597"/>
            <a:ext cx="170021" cy="814069"/>
            <a:chOff x="3192012" y="3641597"/>
            <a:chExt cx="226695" cy="814069"/>
          </a:xfrm>
        </p:grpSpPr>
        <p:sp>
          <p:nvSpPr>
            <p:cNvPr id="25" name="object 25"/>
            <p:cNvSpPr/>
            <p:nvPr/>
          </p:nvSpPr>
          <p:spPr>
            <a:xfrm>
              <a:off x="3235446" y="3768093"/>
              <a:ext cx="175260" cy="680085"/>
            </a:xfrm>
            <a:custGeom>
              <a:avLst/>
              <a:gdLst/>
              <a:ahLst/>
              <a:cxnLst/>
              <a:rect l="l" t="t" r="r" b="b"/>
              <a:pathLst>
                <a:path w="175260" h="680085">
                  <a:moveTo>
                    <a:pt x="175082" y="679475"/>
                  </a:moveTo>
                  <a:lnTo>
                    <a:pt x="0" y="0"/>
                  </a:lnTo>
                </a:path>
              </a:pathLst>
            </a:custGeom>
            <a:ln w="153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92012" y="3641597"/>
              <a:ext cx="92710" cy="149860"/>
            </a:xfrm>
            <a:custGeom>
              <a:avLst/>
              <a:gdLst/>
              <a:ahLst/>
              <a:cxnLst/>
              <a:rect l="l" t="t" r="r" b="b"/>
              <a:pathLst>
                <a:path w="92710" h="149860">
                  <a:moveTo>
                    <a:pt x="10490" y="0"/>
                  </a:moveTo>
                  <a:lnTo>
                    <a:pt x="0" y="149809"/>
                  </a:lnTo>
                  <a:lnTo>
                    <a:pt x="92201" y="126072"/>
                  </a:lnTo>
                  <a:lnTo>
                    <a:pt x="10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23841" y="4451223"/>
            <a:ext cx="17678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latin typeface="Arial MT"/>
                <a:cs typeface="Arial MT"/>
              </a:rPr>
              <a:t>S</a:t>
            </a:r>
            <a:r>
              <a:rPr sz="1200" spc="10" dirty="0">
                <a:latin typeface="Arial MT"/>
                <a:cs typeface="Arial MT"/>
              </a:rPr>
              <a:t>om</a:t>
            </a:r>
            <a:r>
              <a:rPr sz="1200" spc="75" dirty="0">
                <a:latin typeface="Arial MT"/>
                <a:cs typeface="Arial MT"/>
              </a:rPr>
              <a:t>e</a:t>
            </a:r>
            <a:r>
              <a:rPr sz="1200" spc="80" dirty="0">
                <a:latin typeface="Arial MT"/>
                <a:cs typeface="Arial MT"/>
              </a:rPr>
              <a:t>t</a:t>
            </a:r>
            <a:r>
              <a:rPr sz="1200" spc="70" dirty="0">
                <a:latin typeface="Arial MT"/>
                <a:cs typeface="Arial MT"/>
              </a:rPr>
              <a:t>h</a:t>
            </a:r>
            <a:r>
              <a:rPr sz="1200" spc="65" dirty="0">
                <a:latin typeface="Arial MT"/>
                <a:cs typeface="Arial MT"/>
              </a:rPr>
              <a:t>i</a:t>
            </a:r>
            <a:r>
              <a:rPr sz="1200" spc="70" dirty="0">
                <a:latin typeface="Arial MT"/>
                <a:cs typeface="Arial MT"/>
              </a:rPr>
              <a:t>n</a:t>
            </a:r>
            <a:r>
              <a:rPr sz="1200" dirty="0">
                <a:latin typeface="Arial MT"/>
                <a:cs typeface="Arial MT"/>
              </a:rPr>
              <a:t>g</a:t>
            </a:r>
            <a:r>
              <a:rPr sz="1200" spc="130" dirty="0">
                <a:latin typeface="Arial MT"/>
                <a:cs typeface="Arial MT"/>
              </a:rPr>
              <a:t> </a:t>
            </a:r>
            <a:r>
              <a:rPr sz="1200" spc="45" dirty="0">
                <a:latin typeface="Arial MT"/>
                <a:cs typeface="Arial MT"/>
              </a:rPr>
              <a:t>co</a:t>
            </a:r>
            <a:r>
              <a:rPr sz="1200" spc="50" dirty="0">
                <a:latin typeface="Arial MT"/>
                <a:cs typeface="Arial MT"/>
              </a:rPr>
              <a:t>m</a:t>
            </a:r>
            <a:r>
              <a:rPr sz="1200" spc="70" dirty="0">
                <a:latin typeface="Arial MT"/>
                <a:cs typeface="Arial MT"/>
              </a:rPr>
              <a:t>p</a:t>
            </a:r>
            <a:r>
              <a:rPr sz="1200" spc="60" dirty="0">
                <a:latin typeface="Arial MT"/>
                <a:cs typeface="Arial MT"/>
              </a:rPr>
              <a:t>le</a:t>
            </a:r>
            <a:r>
              <a:rPr sz="1200" spc="70" dirty="0">
                <a:latin typeface="Arial MT"/>
                <a:cs typeface="Arial MT"/>
              </a:rPr>
              <a:t>t</a:t>
            </a:r>
            <a:r>
              <a:rPr sz="1200" spc="60" dirty="0">
                <a:latin typeface="Arial MT"/>
                <a:cs typeface="Arial MT"/>
              </a:rPr>
              <a:t>el</a:t>
            </a:r>
            <a:r>
              <a:rPr sz="1200" dirty="0">
                <a:latin typeface="Arial MT"/>
                <a:cs typeface="Arial MT"/>
              </a:rPr>
              <a:t>y</a:t>
            </a:r>
            <a:r>
              <a:rPr sz="1200" spc="-130" dirty="0">
                <a:latin typeface="Arial MT"/>
                <a:cs typeface="Arial MT"/>
              </a:rPr>
              <a:t> </a:t>
            </a:r>
            <a:r>
              <a:rPr sz="1200" spc="75" dirty="0">
                <a:latin typeface="Arial MT"/>
                <a:cs typeface="Arial MT"/>
              </a:rPr>
              <a:t>unknow</a:t>
            </a:r>
            <a:r>
              <a:rPr sz="1200" dirty="0"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63453" y="2726436"/>
            <a:ext cx="3943350" cy="2290445"/>
          </a:xfrm>
          <a:custGeom>
            <a:avLst/>
            <a:gdLst/>
            <a:ahLst/>
            <a:cxnLst/>
            <a:rect l="l" t="t" r="r" b="b"/>
            <a:pathLst>
              <a:path w="5257800" h="2290445">
                <a:moveTo>
                  <a:pt x="4343387" y="0"/>
                </a:moveTo>
                <a:lnTo>
                  <a:pt x="914387" y="0"/>
                </a:lnTo>
                <a:lnTo>
                  <a:pt x="865822" y="1270"/>
                </a:lnTo>
                <a:lnTo>
                  <a:pt x="817918" y="5041"/>
                </a:lnTo>
                <a:lnTo>
                  <a:pt x="770737" y="11239"/>
                </a:lnTo>
                <a:lnTo>
                  <a:pt x="724344" y="19812"/>
                </a:lnTo>
                <a:lnTo>
                  <a:pt x="678815" y="30695"/>
                </a:lnTo>
                <a:lnTo>
                  <a:pt x="634174" y="43815"/>
                </a:lnTo>
                <a:lnTo>
                  <a:pt x="590524" y="59131"/>
                </a:lnTo>
                <a:lnTo>
                  <a:pt x="547916" y="76555"/>
                </a:lnTo>
                <a:lnTo>
                  <a:pt x="506399" y="96024"/>
                </a:lnTo>
                <a:lnTo>
                  <a:pt x="466051" y="117500"/>
                </a:lnTo>
                <a:lnTo>
                  <a:pt x="426935" y="140893"/>
                </a:lnTo>
                <a:lnTo>
                  <a:pt x="389115" y="166154"/>
                </a:lnTo>
                <a:lnTo>
                  <a:pt x="352653" y="193217"/>
                </a:lnTo>
                <a:lnTo>
                  <a:pt x="317601" y="222021"/>
                </a:lnTo>
                <a:lnTo>
                  <a:pt x="284022" y="252501"/>
                </a:lnTo>
                <a:lnTo>
                  <a:pt x="252006" y="284581"/>
                </a:lnTo>
                <a:lnTo>
                  <a:pt x="221589" y="318211"/>
                </a:lnTo>
                <a:lnTo>
                  <a:pt x="192836" y="353339"/>
                </a:lnTo>
                <a:lnTo>
                  <a:pt x="165836" y="389877"/>
                </a:lnTo>
                <a:lnTo>
                  <a:pt x="140614" y="427774"/>
                </a:lnTo>
                <a:lnTo>
                  <a:pt x="117271" y="466953"/>
                </a:lnTo>
                <a:lnTo>
                  <a:pt x="95834" y="507377"/>
                </a:lnTo>
                <a:lnTo>
                  <a:pt x="76403" y="548970"/>
                </a:lnTo>
                <a:lnTo>
                  <a:pt x="59004" y="591667"/>
                </a:lnTo>
                <a:lnTo>
                  <a:pt x="43738" y="635393"/>
                </a:lnTo>
                <a:lnTo>
                  <a:pt x="30632" y="680110"/>
                </a:lnTo>
                <a:lnTo>
                  <a:pt x="19773" y="725728"/>
                </a:lnTo>
                <a:lnTo>
                  <a:pt x="11214" y="772210"/>
                </a:lnTo>
                <a:lnTo>
                  <a:pt x="5029" y="819467"/>
                </a:lnTo>
                <a:lnTo>
                  <a:pt x="1270" y="867460"/>
                </a:lnTo>
                <a:lnTo>
                  <a:pt x="0" y="916101"/>
                </a:lnTo>
                <a:lnTo>
                  <a:pt x="0" y="1374203"/>
                </a:lnTo>
                <a:lnTo>
                  <a:pt x="1270" y="1422857"/>
                </a:lnTo>
                <a:lnTo>
                  <a:pt x="5029" y="1470837"/>
                </a:lnTo>
                <a:lnTo>
                  <a:pt x="11214" y="1518107"/>
                </a:lnTo>
                <a:lnTo>
                  <a:pt x="19773" y="1564589"/>
                </a:lnTo>
                <a:lnTo>
                  <a:pt x="30632" y="1610220"/>
                </a:lnTo>
                <a:lnTo>
                  <a:pt x="43738" y="1654924"/>
                </a:lnTo>
                <a:lnTo>
                  <a:pt x="59004" y="1698663"/>
                </a:lnTo>
                <a:lnTo>
                  <a:pt x="76403" y="1741360"/>
                </a:lnTo>
                <a:lnTo>
                  <a:pt x="95834" y="1782940"/>
                </a:lnTo>
                <a:lnTo>
                  <a:pt x="117271" y="1823364"/>
                </a:lnTo>
                <a:lnTo>
                  <a:pt x="140614" y="1862556"/>
                </a:lnTo>
                <a:lnTo>
                  <a:pt x="165836" y="1900453"/>
                </a:lnTo>
                <a:lnTo>
                  <a:pt x="192836" y="1936991"/>
                </a:lnTo>
                <a:lnTo>
                  <a:pt x="221589" y="1972106"/>
                </a:lnTo>
                <a:lnTo>
                  <a:pt x="252006" y="2005736"/>
                </a:lnTo>
                <a:lnTo>
                  <a:pt x="284022" y="2037816"/>
                </a:lnTo>
                <a:lnTo>
                  <a:pt x="317601" y="2068296"/>
                </a:lnTo>
                <a:lnTo>
                  <a:pt x="352653" y="2097100"/>
                </a:lnTo>
                <a:lnTo>
                  <a:pt x="389115" y="2124151"/>
                </a:lnTo>
                <a:lnTo>
                  <a:pt x="426935" y="2149411"/>
                </a:lnTo>
                <a:lnTo>
                  <a:pt x="466051" y="2172817"/>
                </a:lnTo>
                <a:lnTo>
                  <a:pt x="506399" y="2194280"/>
                </a:lnTo>
                <a:lnTo>
                  <a:pt x="547916" y="2213762"/>
                </a:lnTo>
                <a:lnTo>
                  <a:pt x="590524" y="2231186"/>
                </a:lnTo>
                <a:lnTo>
                  <a:pt x="634174" y="2246490"/>
                </a:lnTo>
                <a:lnTo>
                  <a:pt x="678815" y="2259609"/>
                </a:lnTo>
                <a:lnTo>
                  <a:pt x="724344" y="2270493"/>
                </a:lnTo>
                <a:lnTo>
                  <a:pt x="770737" y="2279065"/>
                </a:lnTo>
                <a:lnTo>
                  <a:pt x="817918" y="2285263"/>
                </a:lnTo>
                <a:lnTo>
                  <a:pt x="865822" y="2289035"/>
                </a:lnTo>
                <a:lnTo>
                  <a:pt x="914387" y="2290305"/>
                </a:lnTo>
                <a:lnTo>
                  <a:pt x="4343260" y="2290305"/>
                </a:lnTo>
                <a:lnTo>
                  <a:pt x="4391825" y="2289035"/>
                </a:lnTo>
                <a:lnTo>
                  <a:pt x="4439729" y="2285263"/>
                </a:lnTo>
                <a:lnTo>
                  <a:pt x="4486922" y="2279065"/>
                </a:lnTo>
                <a:lnTo>
                  <a:pt x="4533315" y="2270493"/>
                </a:lnTo>
                <a:lnTo>
                  <a:pt x="4578858" y="2259609"/>
                </a:lnTo>
                <a:lnTo>
                  <a:pt x="4623485" y="2246490"/>
                </a:lnTo>
                <a:lnTo>
                  <a:pt x="4667148" y="2231186"/>
                </a:lnTo>
                <a:lnTo>
                  <a:pt x="4709756" y="2213762"/>
                </a:lnTo>
                <a:lnTo>
                  <a:pt x="4751273" y="2194280"/>
                </a:lnTo>
                <a:lnTo>
                  <a:pt x="4791621" y="2172817"/>
                </a:lnTo>
                <a:lnTo>
                  <a:pt x="4830737" y="2149411"/>
                </a:lnTo>
                <a:lnTo>
                  <a:pt x="4868557" y="2124151"/>
                </a:lnTo>
                <a:lnTo>
                  <a:pt x="4905032" y="2097100"/>
                </a:lnTo>
                <a:lnTo>
                  <a:pt x="4940071" y="2068296"/>
                </a:lnTo>
                <a:lnTo>
                  <a:pt x="4973650" y="2037816"/>
                </a:lnTo>
                <a:lnTo>
                  <a:pt x="5005666" y="2005736"/>
                </a:lnTo>
                <a:lnTo>
                  <a:pt x="5036083" y="1972106"/>
                </a:lnTo>
                <a:lnTo>
                  <a:pt x="5064823" y="1936991"/>
                </a:lnTo>
                <a:lnTo>
                  <a:pt x="5091836" y="1900453"/>
                </a:lnTo>
                <a:lnTo>
                  <a:pt x="5117045" y="1862556"/>
                </a:lnTo>
                <a:lnTo>
                  <a:pt x="5140388" y="1823364"/>
                </a:lnTo>
                <a:lnTo>
                  <a:pt x="5161813" y="1782940"/>
                </a:lnTo>
                <a:lnTo>
                  <a:pt x="5181257" y="1741360"/>
                </a:lnTo>
                <a:lnTo>
                  <a:pt x="5198643" y="1698663"/>
                </a:lnTo>
                <a:lnTo>
                  <a:pt x="5213921" y="1654924"/>
                </a:lnTo>
                <a:lnTo>
                  <a:pt x="5227015" y="1610220"/>
                </a:lnTo>
                <a:lnTo>
                  <a:pt x="5237873" y="1564589"/>
                </a:lnTo>
                <a:lnTo>
                  <a:pt x="5246433" y="1518107"/>
                </a:lnTo>
                <a:lnTo>
                  <a:pt x="5252618" y="1470837"/>
                </a:lnTo>
                <a:lnTo>
                  <a:pt x="5256377" y="1422857"/>
                </a:lnTo>
                <a:lnTo>
                  <a:pt x="5257647" y="1374203"/>
                </a:lnTo>
                <a:lnTo>
                  <a:pt x="5257647" y="916101"/>
                </a:lnTo>
                <a:lnTo>
                  <a:pt x="5256377" y="867460"/>
                </a:lnTo>
                <a:lnTo>
                  <a:pt x="5252618" y="819467"/>
                </a:lnTo>
                <a:lnTo>
                  <a:pt x="5246433" y="772210"/>
                </a:lnTo>
                <a:lnTo>
                  <a:pt x="5237873" y="725728"/>
                </a:lnTo>
                <a:lnTo>
                  <a:pt x="5227015" y="680110"/>
                </a:lnTo>
                <a:lnTo>
                  <a:pt x="5213921" y="635393"/>
                </a:lnTo>
                <a:lnTo>
                  <a:pt x="5198643" y="591667"/>
                </a:lnTo>
                <a:lnTo>
                  <a:pt x="5181257" y="548970"/>
                </a:lnTo>
                <a:lnTo>
                  <a:pt x="5161813" y="507377"/>
                </a:lnTo>
                <a:lnTo>
                  <a:pt x="5140401" y="466953"/>
                </a:lnTo>
                <a:lnTo>
                  <a:pt x="5117045" y="427774"/>
                </a:lnTo>
                <a:lnTo>
                  <a:pt x="5091836" y="389877"/>
                </a:lnTo>
                <a:lnTo>
                  <a:pt x="5064836" y="353339"/>
                </a:lnTo>
                <a:lnTo>
                  <a:pt x="5036096" y="318211"/>
                </a:lnTo>
                <a:lnTo>
                  <a:pt x="5005679" y="284581"/>
                </a:lnTo>
                <a:lnTo>
                  <a:pt x="4973662" y="252501"/>
                </a:lnTo>
                <a:lnTo>
                  <a:pt x="4940096" y="222021"/>
                </a:lnTo>
                <a:lnTo>
                  <a:pt x="4905057" y="193217"/>
                </a:lnTo>
                <a:lnTo>
                  <a:pt x="4868583" y="166154"/>
                </a:lnTo>
                <a:lnTo>
                  <a:pt x="4830775" y="140893"/>
                </a:lnTo>
                <a:lnTo>
                  <a:pt x="4791659" y="117500"/>
                </a:lnTo>
                <a:lnTo>
                  <a:pt x="4751324" y="96024"/>
                </a:lnTo>
                <a:lnTo>
                  <a:pt x="4709807" y="76555"/>
                </a:lnTo>
                <a:lnTo>
                  <a:pt x="4667211" y="59131"/>
                </a:lnTo>
                <a:lnTo>
                  <a:pt x="4623562" y="43815"/>
                </a:lnTo>
                <a:lnTo>
                  <a:pt x="4578934" y="30695"/>
                </a:lnTo>
                <a:lnTo>
                  <a:pt x="4533392" y="19812"/>
                </a:lnTo>
                <a:lnTo>
                  <a:pt x="4487011" y="11239"/>
                </a:lnTo>
                <a:lnTo>
                  <a:pt x="4439843" y="5041"/>
                </a:lnTo>
                <a:lnTo>
                  <a:pt x="4391939" y="1270"/>
                </a:lnTo>
                <a:lnTo>
                  <a:pt x="434338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315234" y="2487725"/>
            <a:ext cx="818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Arial MT"/>
                <a:cs typeface="Arial MT"/>
              </a:rPr>
              <a:t>Overall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carrier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92003" y="3131820"/>
            <a:ext cx="4286250" cy="2056764"/>
            <a:chOff x="6122670" y="3131820"/>
            <a:chExt cx="5715000" cy="2056764"/>
          </a:xfrm>
        </p:grpSpPr>
        <p:sp>
          <p:nvSpPr>
            <p:cNvPr id="31" name="object 31"/>
            <p:cNvSpPr/>
            <p:nvPr/>
          </p:nvSpPr>
          <p:spPr>
            <a:xfrm>
              <a:off x="8715753" y="3131820"/>
              <a:ext cx="2607310" cy="1489710"/>
            </a:xfrm>
            <a:custGeom>
              <a:avLst/>
              <a:gdLst/>
              <a:ahLst/>
              <a:cxnLst/>
              <a:rect l="l" t="t" r="r" b="b"/>
              <a:pathLst>
                <a:path w="2607309" h="1489710">
                  <a:moveTo>
                    <a:pt x="2264295" y="0"/>
                  </a:moveTo>
                  <a:lnTo>
                    <a:pt x="342849" y="0"/>
                  </a:lnTo>
                  <a:lnTo>
                    <a:pt x="296329" y="3136"/>
                  </a:lnTo>
                  <a:lnTo>
                    <a:pt x="251713" y="12280"/>
                  </a:lnTo>
                  <a:lnTo>
                    <a:pt x="209410" y="27012"/>
                  </a:lnTo>
                  <a:lnTo>
                    <a:pt x="169811" y="46926"/>
                  </a:lnTo>
                  <a:lnTo>
                    <a:pt x="133349" y="71615"/>
                  </a:lnTo>
                  <a:lnTo>
                    <a:pt x="100431" y="100660"/>
                  </a:lnTo>
                  <a:lnTo>
                    <a:pt x="71437" y="133667"/>
                  </a:lnTo>
                  <a:lnTo>
                    <a:pt x="46812" y="170218"/>
                  </a:lnTo>
                  <a:lnTo>
                    <a:pt x="26949" y="209905"/>
                  </a:lnTo>
                  <a:lnTo>
                    <a:pt x="12255" y="252310"/>
                  </a:lnTo>
                  <a:lnTo>
                    <a:pt x="3136" y="297040"/>
                  </a:lnTo>
                  <a:lnTo>
                    <a:pt x="0" y="343662"/>
                  </a:lnTo>
                  <a:lnTo>
                    <a:pt x="0" y="1145527"/>
                  </a:lnTo>
                  <a:lnTo>
                    <a:pt x="3136" y="1192161"/>
                  </a:lnTo>
                  <a:lnTo>
                    <a:pt x="12255" y="1236891"/>
                  </a:lnTo>
                  <a:lnTo>
                    <a:pt x="26949" y="1279296"/>
                  </a:lnTo>
                  <a:lnTo>
                    <a:pt x="46812" y="1318983"/>
                  </a:lnTo>
                  <a:lnTo>
                    <a:pt x="71437" y="1355534"/>
                  </a:lnTo>
                  <a:lnTo>
                    <a:pt x="100431" y="1388541"/>
                  </a:lnTo>
                  <a:lnTo>
                    <a:pt x="133349" y="1417586"/>
                  </a:lnTo>
                  <a:lnTo>
                    <a:pt x="169811" y="1442275"/>
                  </a:lnTo>
                  <a:lnTo>
                    <a:pt x="209410" y="1462189"/>
                  </a:lnTo>
                  <a:lnTo>
                    <a:pt x="251713" y="1476921"/>
                  </a:lnTo>
                  <a:lnTo>
                    <a:pt x="296329" y="1486065"/>
                  </a:lnTo>
                  <a:lnTo>
                    <a:pt x="342849" y="1489202"/>
                  </a:lnTo>
                  <a:lnTo>
                    <a:pt x="2264168" y="1489202"/>
                  </a:lnTo>
                  <a:lnTo>
                    <a:pt x="2310714" y="1486065"/>
                  </a:lnTo>
                  <a:lnTo>
                    <a:pt x="2355341" y="1476921"/>
                  </a:lnTo>
                  <a:lnTo>
                    <a:pt x="2397658" y="1462189"/>
                  </a:lnTo>
                  <a:lnTo>
                    <a:pt x="2437256" y="1442275"/>
                  </a:lnTo>
                  <a:lnTo>
                    <a:pt x="2473718" y="1417586"/>
                  </a:lnTo>
                  <a:lnTo>
                    <a:pt x="2506637" y="1388541"/>
                  </a:lnTo>
                  <a:lnTo>
                    <a:pt x="2535605" y="1355534"/>
                  </a:lnTo>
                  <a:lnTo>
                    <a:pt x="2560231" y="1318983"/>
                  </a:lnTo>
                  <a:lnTo>
                    <a:pt x="2580081" y="1279296"/>
                  </a:lnTo>
                  <a:lnTo>
                    <a:pt x="2594775" y="1236891"/>
                  </a:lnTo>
                  <a:lnTo>
                    <a:pt x="2603880" y="1192161"/>
                  </a:lnTo>
                  <a:lnTo>
                    <a:pt x="2607017" y="1145527"/>
                  </a:lnTo>
                  <a:lnTo>
                    <a:pt x="2607017" y="343662"/>
                  </a:lnTo>
                  <a:lnTo>
                    <a:pt x="2603880" y="297040"/>
                  </a:lnTo>
                  <a:lnTo>
                    <a:pt x="2594775" y="252310"/>
                  </a:lnTo>
                  <a:lnTo>
                    <a:pt x="2580081" y="209905"/>
                  </a:lnTo>
                  <a:lnTo>
                    <a:pt x="2560231" y="170218"/>
                  </a:lnTo>
                  <a:lnTo>
                    <a:pt x="2535618" y="133667"/>
                  </a:lnTo>
                  <a:lnTo>
                    <a:pt x="2506649" y="100660"/>
                  </a:lnTo>
                  <a:lnTo>
                    <a:pt x="2473744" y="71615"/>
                  </a:lnTo>
                  <a:lnTo>
                    <a:pt x="2437295" y="46926"/>
                  </a:lnTo>
                  <a:lnTo>
                    <a:pt x="2397721" y="27012"/>
                  </a:lnTo>
                  <a:lnTo>
                    <a:pt x="2355418" y="12280"/>
                  </a:lnTo>
                  <a:lnTo>
                    <a:pt x="2310803" y="3136"/>
                  </a:lnTo>
                  <a:lnTo>
                    <a:pt x="22642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22670" y="3871722"/>
              <a:ext cx="5715000" cy="1316990"/>
            </a:xfrm>
            <a:custGeom>
              <a:avLst/>
              <a:gdLst/>
              <a:ahLst/>
              <a:cxnLst/>
              <a:rect l="l" t="t" r="r" b="b"/>
              <a:pathLst>
                <a:path w="5715000" h="1316989">
                  <a:moveTo>
                    <a:pt x="5714898" y="0"/>
                  </a:moveTo>
                  <a:lnTo>
                    <a:pt x="0" y="0"/>
                  </a:lnTo>
                  <a:lnTo>
                    <a:pt x="0" y="1316583"/>
                  </a:lnTo>
                  <a:lnTo>
                    <a:pt x="5714898" y="1316583"/>
                  </a:lnTo>
                  <a:lnTo>
                    <a:pt x="57148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22670" y="3864102"/>
              <a:ext cx="5715000" cy="15240"/>
            </a:xfrm>
            <a:custGeom>
              <a:avLst/>
              <a:gdLst/>
              <a:ahLst/>
              <a:cxnLst/>
              <a:rect l="l" t="t" r="r" b="b"/>
              <a:pathLst>
                <a:path w="5715000" h="15239">
                  <a:moveTo>
                    <a:pt x="5714834" y="0"/>
                  </a:moveTo>
                  <a:lnTo>
                    <a:pt x="0" y="0"/>
                  </a:lnTo>
                  <a:lnTo>
                    <a:pt x="0" y="14655"/>
                  </a:lnTo>
                  <a:lnTo>
                    <a:pt x="5714834" y="14655"/>
                  </a:lnTo>
                  <a:lnTo>
                    <a:pt x="5714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323320" y="3146294"/>
              <a:ext cx="0" cy="1023619"/>
            </a:xfrm>
            <a:custGeom>
              <a:avLst/>
              <a:gdLst/>
              <a:ahLst/>
              <a:cxnLst/>
              <a:rect l="l" t="t" r="r" b="b"/>
              <a:pathLst>
                <a:path h="1023620">
                  <a:moveTo>
                    <a:pt x="0" y="102318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15755" y="3146295"/>
              <a:ext cx="0" cy="1031240"/>
            </a:xfrm>
            <a:custGeom>
              <a:avLst/>
              <a:gdLst/>
              <a:ahLst/>
              <a:cxnLst/>
              <a:rect l="l" t="t" r="r" b="b"/>
              <a:pathLst>
                <a:path h="1031239">
                  <a:moveTo>
                    <a:pt x="0" y="1030986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28532" y="4034028"/>
              <a:ext cx="2381250" cy="0"/>
            </a:xfrm>
            <a:custGeom>
              <a:avLst/>
              <a:gdLst/>
              <a:ahLst/>
              <a:cxnLst/>
              <a:rect l="l" t="t" r="r" b="b"/>
              <a:pathLst>
                <a:path w="2381250">
                  <a:moveTo>
                    <a:pt x="0" y="0"/>
                  </a:moveTo>
                  <a:lnTo>
                    <a:pt x="2381084" y="0"/>
                  </a:lnTo>
                </a:path>
              </a:pathLst>
            </a:custGeom>
            <a:ln w="9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15743" y="3992879"/>
              <a:ext cx="2607310" cy="82550"/>
            </a:xfrm>
            <a:custGeom>
              <a:avLst/>
              <a:gdLst/>
              <a:ahLst/>
              <a:cxnLst/>
              <a:rect l="l" t="t" r="r" b="b"/>
              <a:pathLst>
                <a:path w="2607309" h="82550">
                  <a:moveTo>
                    <a:pt x="123063" y="0"/>
                  </a:moveTo>
                  <a:lnTo>
                    <a:pt x="0" y="41097"/>
                  </a:lnTo>
                  <a:lnTo>
                    <a:pt x="123063" y="82194"/>
                  </a:lnTo>
                  <a:lnTo>
                    <a:pt x="123063" y="0"/>
                  </a:lnTo>
                  <a:close/>
                </a:path>
                <a:path w="2607309" h="82550">
                  <a:moveTo>
                    <a:pt x="2607068" y="41097"/>
                  </a:moveTo>
                  <a:lnTo>
                    <a:pt x="2484132" y="0"/>
                  </a:lnTo>
                  <a:lnTo>
                    <a:pt x="2484132" y="82194"/>
                  </a:lnTo>
                  <a:lnTo>
                    <a:pt x="2607068" y="41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65130" y="3896103"/>
              <a:ext cx="236220" cy="567690"/>
            </a:xfrm>
            <a:custGeom>
              <a:avLst/>
              <a:gdLst/>
              <a:ahLst/>
              <a:cxnLst/>
              <a:rect l="l" t="t" r="r" b="b"/>
              <a:pathLst>
                <a:path w="236220" h="567689">
                  <a:moveTo>
                    <a:pt x="235711" y="567486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15606" y="3776472"/>
              <a:ext cx="98425" cy="149225"/>
            </a:xfrm>
            <a:custGeom>
              <a:avLst/>
              <a:gdLst/>
              <a:ahLst/>
              <a:cxnLst/>
              <a:rect l="l" t="t" r="r" b="b"/>
              <a:pathLst>
                <a:path w="98425" h="149225">
                  <a:moveTo>
                    <a:pt x="0" y="0"/>
                  </a:moveTo>
                  <a:lnTo>
                    <a:pt x="10909" y="148729"/>
                  </a:lnTo>
                  <a:lnTo>
                    <a:pt x="98044" y="1124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841564" y="4028899"/>
            <a:ext cx="1967389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3675" algn="r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 MT"/>
                <a:cs typeface="Arial MT"/>
              </a:rPr>
              <a:t>BWP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40" dirty="0">
                <a:latin typeface="Arial MT"/>
                <a:cs typeface="Arial MT"/>
              </a:rPr>
              <a:t>Something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new</a:t>
            </a:r>
            <a:r>
              <a:rPr sz="1200" spc="8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and</a:t>
            </a:r>
            <a:r>
              <a:rPr sz="1200" spc="75" dirty="0">
                <a:latin typeface="Arial MT"/>
                <a:cs typeface="Arial MT"/>
              </a:rPr>
              <a:t> </a:t>
            </a:r>
            <a:r>
              <a:rPr sz="1200" spc="30" dirty="0">
                <a:latin typeface="Arial MT"/>
                <a:cs typeface="Arial MT"/>
              </a:rPr>
              <a:t>not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35" dirty="0">
                <a:latin typeface="Arial MT"/>
                <a:cs typeface="Arial MT"/>
              </a:rPr>
              <a:t>yet</a:t>
            </a:r>
            <a:r>
              <a:rPr sz="1200" spc="30" dirty="0">
                <a:latin typeface="Arial MT"/>
                <a:cs typeface="Arial MT"/>
              </a:rPr>
              <a:t> </a:t>
            </a:r>
            <a:r>
              <a:rPr sz="1200" spc="50" dirty="0">
                <a:latin typeface="Arial MT"/>
                <a:cs typeface="Arial MT"/>
              </a:rPr>
              <a:t>defined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50664" y="2901516"/>
            <a:ext cx="381953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095" dirty="0">
                <a:solidFill>
                  <a:srgbClr val="FFC000"/>
                </a:solidFill>
                <a:latin typeface="Cambria"/>
                <a:cs typeface="Cambria"/>
              </a:rPr>
              <a:t>?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13057" y="1610105"/>
            <a:ext cx="264318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5)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Supporting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forward</a:t>
            </a:r>
            <a:r>
              <a:rPr sz="1800" u="heavy" spc="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compatibility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6315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4032" y="299124"/>
            <a:ext cx="3478367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Bandwidth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parts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1339" y="5563839"/>
            <a:ext cx="446246" cy="423545"/>
            <a:chOff x="655118" y="5563838"/>
            <a:chExt cx="594995" cy="423545"/>
          </a:xfrm>
        </p:grpSpPr>
        <p:sp>
          <p:nvSpPr>
            <p:cNvPr id="5" name="object 5"/>
            <p:cNvSpPr/>
            <p:nvPr/>
          </p:nvSpPr>
          <p:spPr>
            <a:xfrm>
              <a:off x="661809" y="5682797"/>
              <a:ext cx="238760" cy="263525"/>
            </a:xfrm>
            <a:custGeom>
              <a:avLst/>
              <a:gdLst/>
              <a:ahLst/>
              <a:cxnLst/>
              <a:rect l="l" t="t" r="r" b="b"/>
              <a:pathLst>
                <a:path w="238759" h="263525">
                  <a:moveTo>
                    <a:pt x="0" y="263377"/>
                  </a:moveTo>
                  <a:lnTo>
                    <a:pt x="238227" y="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1639" y="5563838"/>
              <a:ext cx="146050" cy="156210"/>
            </a:xfrm>
            <a:custGeom>
              <a:avLst/>
              <a:gdLst/>
              <a:ahLst/>
              <a:cxnLst/>
              <a:rect l="l" t="t" r="r" b="b"/>
              <a:pathLst>
                <a:path w="146050" h="156210">
                  <a:moveTo>
                    <a:pt x="145996" y="0"/>
                  </a:moveTo>
                  <a:lnTo>
                    <a:pt x="0" y="108280"/>
                  </a:lnTo>
                  <a:lnTo>
                    <a:pt x="52877" y="156104"/>
                  </a:lnTo>
                  <a:lnTo>
                    <a:pt x="145996" y="0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1809" y="595150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90">
                  <a:moveTo>
                    <a:pt x="0" y="0"/>
                  </a:moveTo>
                  <a:lnTo>
                    <a:pt x="427542" y="1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1517" y="5915853"/>
              <a:ext cx="178435" cy="71755"/>
            </a:xfrm>
            <a:custGeom>
              <a:avLst/>
              <a:gdLst/>
              <a:ahLst/>
              <a:cxnLst/>
              <a:rect l="l" t="t" r="r" b="b"/>
              <a:pathLst>
                <a:path w="178434" h="71754">
                  <a:moveTo>
                    <a:pt x="0" y="71295"/>
                  </a:moveTo>
                  <a:lnTo>
                    <a:pt x="3" y="0"/>
                  </a:lnTo>
                  <a:lnTo>
                    <a:pt x="178239" y="35656"/>
                  </a:lnTo>
                  <a:lnTo>
                    <a:pt x="0" y="71295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0255" y="1767315"/>
            <a:ext cx="8781574" cy="3402965"/>
            <a:chOff x="213673" y="1767314"/>
            <a:chExt cx="11708765" cy="3402965"/>
          </a:xfrm>
        </p:grpSpPr>
        <p:sp>
          <p:nvSpPr>
            <p:cNvPr id="10" name="object 10"/>
            <p:cNvSpPr/>
            <p:nvPr/>
          </p:nvSpPr>
          <p:spPr>
            <a:xfrm>
              <a:off x="561541" y="4945548"/>
              <a:ext cx="9191625" cy="7620"/>
            </a:xfrm>
            <a:custGeom>
              <a:avLst/>
              <a:gdLst/>
              <a:ahLst/>
              <a:cxnLst/>
              <a:rect l="l" t="t" r="r" b="b"/>
              <a:pathLst>
                <a:path w="9191625" h="7620">
                  <a:moveTo>
                    <a:pt x="0" y="0"/>
                  </a:moveTo>
                  <a:lnTo>
                    <a:pt x="3763162" y="0"/>
                  </a:lnTo>
                </a:path>
                <a:path w="9191625" h="7620">
                  <a:moveTo>
                    <a:pt x="5811365" y="0"/>
                  </a:moveTo>
                  <a:lnTo>
                    <a:pt x="9191532" y="0"/>
                  </a:lnTo>
                </a:path>
                <a:path w="9191625" h="7620">
                  <a:moveTo>
                    <a:pt x="0" y="7621"/>
                  </a:moveTo>
                  <a:lnTo>
                    <a:pt x="9191532" y="7621"/>
                  </a:lnTo>
                </a:path>
              </a:pathLst>
            </a:custGeom>
            <a:ln w="6672">
              <a:solidFill>
                <a:srgbClr val="0053C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549" y="4037496"/>
              <a:ext cx="309880" cy="911860"/>
            </a:xfrm>
            <a:custGeom>
              <a:avLst/>
              <a:gdLst/>
              <a:ahLst/>
              <a:cxnLst/>
              <a:rect l="l" t="t" r="r" b="b"/>
              <a:pathLst>
                <a:path w="309880" h="911860">
                  <a:moveTo>
                    <a:pt x="309830" y="911387"/>
                  </a:moveTo>
                  <a:lnTo>
                    <a:pt x="0" y="911387"/>
                  </a:lnTo>
                  <a:lnTo>
                    <a:pt x="0" y="0"/>
                  </a:lnTo>
                  <a:lnTo>
                    <a:pt x="309830" y="0"/>
                  </a:lnTo>
                  <a:lnTo>
                    <a:pt x="309830" y="91138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3256" y="2796643"/>
              <a:ext cx="9422130" cy="0"/>
            </a:xfrm>
            <a:custGeom>
              <a:avLst/>
              <a:gdLst/>
              <a:ahLst/>
              <a:cxnLst/>
              <a:rect l="l" t="t" r="r" b="b"/>
              <a:pathLst>
                <a:path w="9422130">
                  <a:moveTo>
                    <a:pt x="0" y="0"/>
                  </a:moveTo>
                  <a:lnTo>
                    <a:pt x="9422119" y="1"/>
                  </a:lnTo>
                </a:path>
              </a:pathLst>
            </a:custGeom>
            <a:ln w="13381">
              <a:solidFill>
                <a:srgbClr val="0053C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4380" y="1887613"/>
              <a:ext cx="2150110" cy="3061335"/>
            </a:xfrm>
            <a:custGeom>
              <a:avLst/>
              <a:gdLst/>
              <a:ahLst/>
              <a:cxnLst/>
              <a:rect l="l" t="t" r="r" b="b"/>
              <a:pathLst>
                <a:path w="2150110" h="3061335">
                  <a:moveTo>
                    <a:pt x="0" y="3061280"/>
                  </a:moveTo>
                  <a:lnTo>
                    <a:pt x="0" y="2149889"/>
                  </a:lnTo>
                  <a:lnTo>
                    <a:pt x="2149913" y="0"/>
                  </a:lnTo>
                  <a:lnTo>
                    <a:pt x="2149913" y="911390"/>
                  </a:lnTo>
                  <a:lnTo>
                    <a:pt x="0" y="306128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549" y="1887613"/>
              <a:ext cx="2459990" cy="2150110"/>
            </a:xfrm>
            <a:custGeom>
              <a:avLst/>
              <a:gdLst/>
              <a:ahLst/>
              <a:cxnLst/>
              <a:rect l="l" t="t" r="r" b="b"/>
              <a:pathLst>
                <a:path w="2459990" h="2150110">
                  <a:moveTo>
                    <a:pt x="309832" y="2149897"/>
                  </a:moveTo>
                  <a:lnTo>
                    <a:pt x="0" y="2149897"/>
                  </a:lnTo>
                  <a:lnTo>
                    <a:pt x="2149925" y="0"/>
                  </a:lnTo>
                  <a:lnTo>
                    <a:pt x="2459758" y="0"/>
                  </a:lnTo>
                  <a:lnTo>
                    <a:pt x="309832" y="2149897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4549" y="1887612"/>
              <a:ext cx="2459990" cy="3061335"/>
            </a:xfrm>
            <a:custGeom>
              <a:avLst/>
              <a:gdLst/>
              <a:ahLst/>
              <a:cxnLst/>
              <a:rect l="l" t="t" r="r" b="b"/>
              <a:pathLst>
                <a:path w="2459990" h="3061335">
                  <a:moveTo>
                    <a:pt x="0" y="2149889"/>
                  </a:moveTo>
                  <a:lnTo>
                    <a:pt x="2149913" y="0"/>
                  </a:lnTo>
                  <a:lnTo>
                    <a:pt x="2459744" y="0"/>
                  </a:lnTo>
                  <a:lnTo>
                    <a:pt x="2459744" y="911390"/>
                  </a:lnTo>
                  <a:lnTo>
                    <a:pt x="309830" y="3061280"/>
                  </a:lnTo>
                  <a:lnTo>
                    <a:pt x="0" y="3061280"/>
                  </a:lnTo>
                  <a:lnTo>
                    <a:pt x="0" y="2149889"/>
                  </a:lnTo>
                  <a:close/>
                </a:path>
                <a:path w="2459990" h="3061335">
                  <a:moveTo>
                    <a:pt x="0" y="2149889"/>
                  </a:moveTo>
                  <a:lnTo>
                    <a:pt x="309830" y="2149889"/>
                  </a:lnTo>
                  <a:lnTo>
                    <a:pt x="2459744" y="0"/>
                  </a:lnTo>
                </a:path>
                <a:path w="2459990" h="3061335">
                  <a:moveTo>
                    <a:pt x="309830" y="2149889"/>
                  </a:moveTo>
                  <a:lnTo>
                    <a:pt x="309830" y="306128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0658" y="4039873"/>
              <a:ext cx="508000" cy="1123315"/>
            </a:xfrm>
            <a:custGeom>
              <a:avLst/>
              <a:gdLst/>
              <a:ahLst/>
              <a:cxnLst/>
              <a:rect l="l" t="t" r="r" b="b"/>
              <a:pathLst>
                <a:path w="508000" h="1123314">
                  <a:moveTo>
                    <a:pt x="295601" y="1122933"/>
                  </a:moveTo>
                  <a:lnTo>
                    <a:pt x="0" y="1122933"/>
                  </a:lnTo>
                  <a:lnTo>
                    <a:pt x="212392" y="0"/>
                  </a:lnTo>
                  <a:lnTo>
                    <a:pt x="507993" y="0"/>
                  </a:lnTo>
                  <a:lnTo>
                    <a:pt x="295601" y="112293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0658" y="4039873"/>
              <a:ext cx="508000" cy="1123315"/>
            </a:xfrm>
            <a:custGeom>
              <a:avLst/>
              <a:gdLst/>
              <a:ahLst/>
              <a:cxnLst/>
              <a:rect l="l" t="t" r="r" b="b"/>
              <a:pathLst>
                <a:path w="508000" h="1123314">
                  <a:moveTo>
                    <a:pt x="0" y="1122933"/>
                  </a:moveTo>
                  <a:lnTo>
                    <a:pt x="212392" y="0"/>
                  </a:lnTo>
                  <a:lnTo>
                    <a:pt x="507993" y="0"/>
                  </a:lnTo>
                  <a:lnTo>
                    <a:pt x="295601" y="1122933"/>
                  </a:lnTo>
                  <a:lnTo>
                    <a:pt x="0" y="1122933"/>
                  </a:lnTo>
                  <a:close/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442" y="4033189"/>
              <a:ext cx="254000" cy="1109980"/>
            </a:xfrm>
            <a:custGeom>
              <a:avLst/>
              <a:gdLst/>
              <a:ahLst/>
              <a:cxnLst/>
              <a:rect l="l" t="t" r="r" b="b"/>
              <a:pathLst>
                <a:path w="254000" h="1109979">
                  <a:moveTo>
                    <a:pt x="0" y="1109533"/>
                  </a:moveTo>
                  <a:lnTo>
                    <a:pt x="219674" y="3361"/>
                  </a:lnTo>
                  <a:lnTo>
                    <a:pt x="243701" y="0"/>
                  </a:lnTo>
                  <a:lnTo>
                    <a:pt x="253998" y="890988"/>
                  </a:lnTo>
                  <a:lnTo>
                    <a:pt x="0" y="1109533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4303" y="1887614"/>
              <a:ext cx="234950" cy="690245"/>
            </a:xfrm>
            <a:custGeom>
              <a:avLst/>
              <a:gdLst/>
              <a:ahLst/>
              <a:cxnLst/>
              <a:rect l="l" t="t" r="r" b="b"/>
              <a:pathLst>
                <a:path w="234950" h="690244">
                  <a:moveTo>
                    <a:pt x="0" y="0"/>
                  </a:moveTo>
                  <a:lnTo>
                    <a:pt x="234940" y="689983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4759" y="2556011"/>
              <a:ext cx="2610485" cy="2603500"/>
            </a:xfrm>
            <a:custGeom>
              <a:avLst/>
              <a:gdLst/>
              <a:ahLst/>
              <a:cxnLst/>
              <a:rect l="l" t="t" r="r" b="b"/>
              <a:pathLst>
                <a:path w="2610485" h="2603500">
                  <a:moveTo>
                    <a:pt x="0" y="2603435"/>
                  </a:moveTo>
                  <a:lnTo>
                    <a:pt x="2610151" y="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47513" y="1894297"/>
              <a:ext cx="267970" cy="909319"/>
            </a:xfrm>
            <a:custGeom>
              <a:avLst/>
              <a:gdLst/>
              <a:ahLst/>
              <a:cxnLst/>
              <a:rect l="l" t="t" r="r" b="b"/>
              <a:pathLst>
                <a:path w="267969" h="909319">
                  <a:moveTo>
                    <a:pt x="10417" y="909028"/>
                  </a:moveTo>
                  <a:lnTo>
                    <a:pt x="0" y="36761"/>
                  </a:lnTo>
                  <a:lnTo>
                    <a:pt x="41666" y="0"/>
                  </a:lnTo>
                  <a:lnTo>
                    <a:pt x="267361" y="658376"/>
                  </a:lnTo>
                  <a:lnTo>
                    <a:pt x="10417" y="909028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9592" y="4480052"/>
              <a:ext cx="3824604" cy="94615"/>
            </a:xfrm>
            <a:custGeom>
              <a:avLst/>
              <a:gdLst/>
              <a:ahLst/>
              <a:cxnLst/>
              <a:rect l="l" t="t" r="r" b="b"/>
              <a:pathLst>
                <a:path w="3824604" h="94614">
                  <a:moveTo>
                    <a:pt x="3824276" y="94543"/>
                  </a:moveTo>
                  <a:lnTo>
                    <a:pt x="0" y="94543"/>
                  </a:lnTo>
                  <a:lnTo>
                    <a:pt x="0" y="0"/>
                  </a:lnTo>
                  <a:lnTo>
                    <a:pt x="3824276" y="0"/>
                  </a:lnTo>
                  <a:lnTo>
                    <a:pt x="3824276" y="94543"/>
                  </a:lnTo>
                  <a:close/>
                </a:path>
              </a:pathLst>
            </a:custGeom>
            <a:solidFill>
              <a:srgbClr val="EAF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13874" y="4120082"/>
              <a:ext cx="360045" cy="454659"/>
            </a:xfrm>
            <a:custGeom>
              <a:avLst/>
              <a:gdLst/>
              <a:ahLst/>
              <a:cxnLst/>
              <a:rect l="l" t="t" r="r" b="b"/>
              <a:pathLst>
                <a:path w="360045" h="454660">
                  <a:moveTo>
                    <a:pt x="0" y="454515"/>
                  </a:moveTo>
                  <a:lnTo>
                    <a:pt x="0" y="359971"/>
                  </a:lnTo>
                  <a:lnTo>
                    <a:pt x="359971" y="0"/>
                  </a:lnTo>
                  <a:lnTo>
                    <a:pt x="359971" y="94543"/>
                  </a:lnTo>
                  <a:lnTo>
                    <a:pt x="0" y="454515"/>
                  </a:lnTo>
                  <a:close/>
                </a:path>
              </a:pathLst>
            </a:custGeom>
            <a:solidFill>
              <a:srgbClr val="BBC6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9592" y="4120081"/>
              <a:ext cx="4184650" cy="360045"/>
            </a:xfrm>
            <a:custGeom>
              <a:avLst/>
              <a:gdLst/>
              <a:ahLst/>
              <a:cxnLst/>
              <a:rect l="l" t="t" r="r" b="b"/>
              <a:pathLst>
                <a:path w="4184650" h="360045">
                  <a:moveTo>
                    <a:pt x="3824282" y="359971"/>
                  </a:moveTo>
                  <a:lnTo>
                    <a:pt x="0" y="359971"/>
                  </a:lnTo>
                  <a:lnTo>
                    <a:pt x="359972" y="0"/>
                  </a:lnTo>
                  <a:lnTo>
                    <a:pt x="4184254" y="0"/>
                  </a:lnTo>
                  <a:lnTo>
                    <a:pt x="3824282" y="359971"/>
                  </a:lnTo>
                  <a:close/>
                </a:path>
              </a:pathLst>
            </a:custGeom>
            <a:solidFill>
              <a:srgbClr val="EDF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89592" y="4120081"/>
              <a:ext cx="4184650" cy="454659"/>
            </a:xfrm>
            <a:custGeom>
              <a:avLst/>
              <a:gdLst/>
              <a:ahLst/>
              <a:cxnLst/>
              <a:rect l="l" t="t" r="r" b="b"/>
              <a:pathLst>
                <a:path w="4184650" h="454660">
                  <a:moveTo>
                    <a:pt x="0" y="359971"/>
                  </a:moveTo>
                  <a:lnTo>
                    <a:pt x="359972" y="0"/>
                  </a:lnTo>
                  <a:lnTo>
                    <a:pt x="4184254" y="0"/>
                  </a:lnTo>
                  <a:lnTo>
                    <a:pt x="4184254" y="94543"/>
                  </a:lnTo>
                  <a:lnTo>
                    <a:pt x="3824282" y="454515"/>
                  </a:lnTo>
                  <a:lnTo>
                    <a:pt x="0" y="454515"/>
                  </a:lnTo>
                  <a:lnTo>
                    <a:pt x="0" y="359971"/>
                  </a:lnTo>
                  <a:close/>
                </a:path>
                <a:path w="4184650" h="454660">
                  <a:moveTo>
                    <a:pt x="0" y="359971"/>
                  </a:moveTo>
                  <a:lnTo>
                    <a:pt x="3824282" y="359971"/>
                  </a:lnTo>
                  <a:lnTo>
                    <a:pt x="4184254" y="0"/>
                  </a:lnTo>
                </a:path>
                <a:path w="4184650" h="454660">
                  <a:moveTo>
                    <a:pt x="3824282" y="359971"/>
                  </a:moveTo>
                  <a:lnTo>
                    <a:pt x="3824282" y="454515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4703" y="4852444"/>
              <a:ext cx="2048510" cy="96520"/>
            </a:xfrm>
            <a:custGeom>
              <a:avLst/>
              <a:gdLst/>
              <a:ahLst/>
              <a:cxnLst/>
              <a:rect l="l" t="t" r="r" b="b"/>
              <a:pathLst>
                <a:path w="2048510" h="96520">
                  <a:moveTo>
                    <a:pt x="2048203" y="96445"/>
                  </a:moveTo>
                  <a:lnTo>
                    <a:pt x="0" y="96445"/>
                  </a:lnTo>
                  <a:lnTo>
                    <a:pt x="0" y="0"/>
                  </a:lnTo>
                  <a:lnTo>
                    <a:pt x="2048203" y="0"/>
                  </a:lnTo>
                  <a:lnTo>
                    <a:pt x="2048203" y="96445"/>
                  </a:lnTo>
                  <a:close/>
                </a:path>
              </a:pathLst>
            </a:custGeom>
            <a:solidFill>
              <a:srgbClr val="D4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72909" y="2689698"/>
              <a:ext cx="2162810" cy="2259330"/>
            </a:xfrm>
            <a:custGeom>
              <a:avLst/>
              <a:gdLst/>
              <a:ahLst/>
              <a:cxnLst/>
              <a:rect l="l" t="t" r="r" b="b"/>
              <a:pathLst>
                <a:path w="2162809" h="2259329">
                  <a:moveTo>
                    <a:pt x="0" y="2259204"/>
                  </a:moveTo>
                  <a:lnTo>
                    <a:pt x="0" y="2162758"/>
                  </a:lnTo>
                  <a:lnTo>
                    <a:pt x="2162773" y="0"/>
                  </a:lnTo>
                  <a:lnTo>
                    <a:pt x="2162773" y="96445"/>
                  </a:lnTo>
                  <a:lnTo>
                    <a:pt x="0" y="2259204"/>
                  </a:lnTo>
                  <a:close/>
                </a:path>
              </a:pathLst>
            </a:custGeom>
            <a:solidFill>
              <a:srgbClr val="ABB9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24703" y="2689697"/>
              <a:ext cx="4211320" cy="2162810"/>
            </a:xfrm>
            <a:custGeom>
              <a:avLst/>
              <a:gdLst/>
              <a:ahLst/>
              <a:cxnLst/>
              <a:rect l="l" t="t" r="r" b="b"/>
              <a:pathLst>
                <a:path w="4211320" h="2162810">
                  <a:moveTo>
                    <a:pt x="2048207" y="2162760"/>
                  </a:moveTo>
                  <a:lnTo>
                    <a:pt x="0" y="2162760"/>
                  </a:lnTo>
                  <a:lnTo>
                    <a:pt x="2162775" y="0"/>
                  </a:lnTo>
                  <a:lnTo>
                    <a:pt x="4210983" y="0"/>
                  </a:lnTo>
                  <a:lnTo>
                    <a:pt x="2048207" y="2162760"/>
                  </a:lnTo>
                  <a:close/>
                </a:path>
              </a:pathLst>
            </a:custGeom>
            <a:solidFill>
              <a:srgbClr val="DD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24703" y="2689697"/>
              <a:ext cx="4211320" cy="2259330"/>
            </a:xfrm>
            <a:custGeom>
              <a:avLst/>
              <a:gdLst/>
              <a:ahLst/>
              <a:cxnLst/>
              <a:rect l="l" t="t" r="r" b="b"/>
              <a:pathLst>
                <a:path w="4211320" h="2259329">
                  <a:moveTo>
                    <a:pt x="0" y="2162758"/>
                  </a:moveTo>
                  <a:lnTo>
                    <a:pt x="2162773" y="0"/>
                  </a:lnTo>
                  <a:lnTo>
                    <a:pt x="4210979" y="0"/>
                  </a:lnTo>
                  <a:lnTo>
                    <a:pt x="4210979" y="96445"/>
                  </a:lnTo>
                  <a:lnTo>
                    <a:pt x="2048205" y="2259204"/>
                  </a:lnTo>
                  <a:lnTo>
                    <a:pt x="0" y="2259204"/>
                  </a:lnTo>
                  <a:lnTo>
                    <a:pt x="0" y="2162758"/>
                  </a:lnTo>
                  <a:close/>
                </a:path>
                <a:path w="4211320" h="2259329">
                  <a:moveTo>
                    <a:pt x="0" y="2162758"/>
                  </a:moveTo>
                  <a:lnTo>
                    <a:pt x="2048205" y="2162758"/>
                  </a:lnTo>
                  <a:lnTo>
                    <a:pt x="4210979" y="0"/>
                  </a:lnTo>
                </a:path>
                <a:path w="4211320" h="2259329">
                  <a:moveTo>
                    <a:pt x="2048205" y="2162758"/>
                  </a:moveTo>
                  <a:lnTo>
                    <a:pt x="2048205" y="2259204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30984" y="4480057"/>
              <a:ext cx="2073275" cy="94615"/>
            </a:xfrm>
            <a:custGeom>
              <a:avLst/>
              <a:gdLst/>
              <a:ahLst/>
              <a:cxnLst/>
              <a:rect l="l" t="t" r="r" b="b"/>
              <a:pathLst>
                <a:path w="2073275" h="94614">
                  <a:moveTo>
                    <a:pt x="2073038" y="94543"/>
                  </a:moveTo>
                  <a:lnTo>
                    <a:pt x="0" y="94543"/>
                  </a:lnTo>
                  <a:lnTo>
                    <a:pt x="0" y="0"/>
                  </a:lnTo>
                  <a:lnTo>
                    <a:pt x="2073038" y="0"/>
                  </a:lnTo>
                  <a:lnTo>
                    <a:pt x="2073038" y="94543"/>
                  </a:lnTo>
                  <a:close/>
                </a:path>
              </a:pathLst>
            </a:custGeom>
            <a:solidFill>
              <a:srgbClr val="EAF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04029" y="4120082"/>
              <a:ext cx="360045" cy="454659"/>
            </a:xfrm>
            <a:custGeom>
              <a:avLst/>
              <a:gdLst/>
              <a:ahLst/>
              <a:cxnLst/>
              <a:rect l="l" t="t" r="r" b="b"/>
              <a:pathLst>
                <a:path w="360045" h="454660">
                  <a:moveTo>
                    <a:pt x="0" y="454512"/>
                  </a:moveTo>
                  <a:lnTo>
                    <a:pt x="0" y="359971"/>
                  </a:lnTo>
                  <a:lnTo>
                    <a:pt x="359974" y="0"/>
                  </a:lnTo>
                  <a:lnTo>
                    <a:pt x="359974" y="94542"/>
                  </a:lnTo>
                  <a:lnTo>
                    <a:pt x="0" y="454512"/>
                  </a:lnTo>
                  <a:close/>
                </a:path>
              </a:pathLst>
            </a:custGeom>
            <a:solidFill>
              <a:srgbClr val="BBC6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30982" y="4120081"/>
              <a:ext cx="2433320" cy="360045"/>
            </a:xfrm>
            <a:custGeom>
              <a:avLst/>
              <a:gdLst/>
              <a:ahLst/>
              <a:cxnLst/>
              <a:rect l="l" t="t" r="r" b="b"/>
              <a:pathLst>
                <a:path w="2433320" h="360045">
                  <a:moveTo>
                    <a:pt x="2073047" y="359971"/>
                  </a:moveTo>
                  <a:lnTo>
                    <a:pt x="0" y="359971"/>
                  </a:lnTo>
                  <a:lnTo>
                    <a:pt x="359974" y="0"/>
                  </a:lnTo>
                  <a:lnTo>
                    <a:pt x="2433021" y="0"/>
                  </a:lnTo>
                  <a:lnTo>
                    <a:pt x="2073047" y="359971"/>
                  </a:lnTo>
                  <a:close/>
                </a:path>
              </a:pathLst>
            </a:custGeom>
            <a:solidFill>
              <a:srgbClr val="EDF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30981" y="4120081"/>
              <a:ext cx="2433320" cy="454659"/>
            </a:xfrm>
            <a:custGeom>
              <a:avLst/>
              <a:gdLst/>
              <a:ahLst/>
              <a:cxnLst/>
              <a:rect l="l" t="t" r="r" b="b"/>
              <a:pathLst>
                <a:path w="2433320" h="454660">
                  <a:moveTo>
                    <a:pt x="0" y="359971"/>
                  </a:moveTo>
                  <a:lnTo>
                    <a:pt x="359974" y="0"/>
                  </a:lnTo>
                  <a:lnTo>
                    <a:pt x="2433021" y="0"/>
                  </a:lnTo>
                  <a:lnTo>
                    <a:pt x="2433021" y="94542"/>
                  </a:lnTo>
                  <a:lnTo>
                    <a:pt x="2073047" y="454512"/>
                  </a:lnTo>
                  <a:lnTo>
                    <a:pt x="0" y="454512"/>
                  </a:lnTo>
                  <a:lnTo>
                    <a:pt x="0" y="359971"/>
                  </a:lnTo>
                  <a:close/>
                </a:path>
                <a:path w="2433320" h="454660">
                  <a:moveTo>
                    <a:pt x="0" y="359971"/>
                  </a:moveTo>
                  <a:lnTo>
                    <a:pt x="2073047" y="359971"/>
                  </a:lnTo>
                  <a:lnTo>
                    <a:pt x="2433021" y="0"/>
                  </a:lnTo>
                </a:path>
                <a:path w="2433320" h="454660">
                  <a:moveTo>
                    <a:pt x="2073047" y="359971"/>
                  </a:moveTo>
                  <a:lnTo>
                    <a:pt x="2073047" y="454512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52267" y="2896711"/>
              <a:ext cx="1940560" cy="1940560"/>
            </a:xfrm>
            <a:custGeom>
              <a:avLst/>
              <a:gdLst/>
              <a:ahLst/>
              <a:cxnLst/>
              <a:rect l="l" t="t" r="r" b="b"/>
              <a:pathLst>
                <a:path w="1940559" h="1940560">
                  <a:moveTo>
                    <a:pt x="0" y="1940532"/>
                  </a:moveTo>
                  <a:lnTo>
                    <a:pt x="1940558" y="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738830" y="2783293"/>
              <a:ext cx="2167890" cy="2167890"/>
            </a:xfrm>
            <a:custGeom>
              <a:avLst/>
              <a:gdLst/>
              <a:ahLst/>
              <a:cxnLst/>
              <a:rect l="l" t="t" r="r" b="b"/>
              <a:pathLst>
                <a:path w="2167890" h="2167890">
                  <a:moveTo>
                    <a:pt x="151257" y="2066569"/>
                  </a:moveTo>
                  <a:lnTo>
                    <a:pt x="100838" y="2016163"/>
                  </a:lnTo>
                  <a:lnTo>
                    <a:pt x="0" y="2167382"/>
                  </a:lnTo>
                  <a:lnTo>
                    <a:pt x="151257" y="2066569"/>
                  </a:lnTo>
                  <a:close/>
                </a:path>
                <a:path w="2167890" h="2167890">
                  <a:moveTo>
                    <a:pt x="846074" y="1200556"/>
                  </a:moveTo>
                  <a:lnTo>
                    <a:pt x="829564" y="1171105"/>
                  </a:lnTo>
                  <a:lnTo>
                    <a:pt x="829564" y="1203909"/>
                  </a:lnTo>
                  <a:lnTo>
                    <a:pt x="828205" y="1209751"/>
                  </a:lnTo>
                  <a:lnTo>
                    <a:pt x="826770" y="1212786"/>
                  </a:lnTo>
                  <a:lnTo>
                    <a:pt x="824560" y="1215948"/>
                  </a:lnTo>
                  <a:lnTo>
                    <a:pt x="823315" y="1217752"/>
                  </a:lnTo>
                  <a:lnTo>
                    <a:pt x="820826" y="1220533"/>
                  </a:lnTo>
                  <a:lnTo>
                    <a:pt x="795159" y="1246200"/>
                  </a:lnTo>
                  <a:lnTo>
                    <a:pt x="764921" y="1215961"/>
                  </a:lnTo>
                  <a:lnTo>
                    <a:pt x="790867" y="1190015"/>
                  </a:lnTo>
                  <a:lnTo>
                    <a:pt x="795642" y="1186205"/>
                  </a:lnTo>
                  <a:lnTo>
                    <a:pt x="803567" y="1182217"/>
                  </a:lnTo>
                  <a:lnTo>
                    <a:pt x="807593" y="1181582"/>
                  </a:lnTo>
                  <a:lnTo>
                    <a:pt x="815797" y="1183068"/>
                  </a:lnTo>
                  <a:lnTo>
                    <a:pt x="829564" y="1203909"/>
                  </a:lnTo>
                  <a:lnTo>
                    <a:pt x="829564" y="1171105"/>
                  </a:lnTo>
                  <a:lnTo>
                    <a:pt x="823836" y="1168158"/>
                  </a:lnTo>
                  <a:lnTo>
                    <a:pt x="814044" y="1166825"/>
                  </a:lnTo>
                  <a:lnTo>
                    <a:pt x="810590" y="1166355"/>
                  </a:lnTo>
                  <a:lnTo>
                    <a:pt x="803846" y="1167790"/>
                  </a:lnTo>
                  <a:lnTo>
                    <a:pt x="796963" y="1171549"/>
                  </a:lnTo>
                  <a:lnTo>
                    <a:pt x="799045" y="1165390"/>
                  </a:lnTo>
                  <a:lnTo>
                    <a:pt x="799363" y="1160741"/>
                  </a:lnTo>
                  <a:lnTo>
                    <a:pt x="754532" y="1205572"/>
                  </a:lnTo>
                  <a:lnTo>
                    <a:pt x="727951" y="1178991"/>
                  </a:lnTo>
                  <a:lnTo>
                    <a:pt x="751852" y="1155090"/>
                  </a:lnTo>
                  <a:lnTo>
                    <a:pt x="756729" y="1151039"/>
                  </a:lnTo>
                  <a:lnTo>
                    <a:pt x="763562" y="1147470"/>
                  </a:lnTo>
                  <a:lnTo>
                    <a:pt x="767080" y="1147000"/>
                  </a:lnTo>
                  <a:lnTo>
                    <a:pt x="774331" y="1148638"/>
                  </a:lnTo>
                  <a:lnTo>
                    <a:pt x="777608" y="1150505"/>
                  </a:lnTo>
                  <a:lnTo>
                    <a:pt x="783602" y="1156512"/>
                  </a:lnTo>
                  <a:lnTo>
                    <a:pt x="785406" y="1159814"/>
                  </a:lnTo>
                  <a:lnTo>
                    <a:pt x="786485" y="1166901"/>
                  </a:lnTo>
                  <a:lnTo>
                    <a:pt x="785710" y="1170584"/>
                  </a:lnTo>
                  <a:lnTo>
                    <a:pt x="782078" y="1177353"/>
                  </a:lnTo>
                  <a:lnTo>
                    <a:pt x="778713" y="1181379"/>
                  </a:lnTo>
                  <a:lnTo>
                    <a:pt x="799363" y="1160741"/>
                  </a:lnTo>
                  <a:lnTo>
                    <a:pt x="769543" y="1131023"/>
                  </a:lnTo>
                  <a:lnTo>
                    <a:pt x="763612" y="1131468"/>
                  </a:lnTo>
                  <a:lnTo>
                    <a:pt x="751928" y="1136027"/>
                  </a:lnTo>
                  <a:lnTo>
                    <a:pt x="745655" y="1140523"/>
                  </a:lnTo>
                  <a:lnTo>
                    <a:pt x="705929" y="1180249"/>
                  </a:lnTo>
                  <a:lnTo>
                    <a:pt x="793902" y="1268209"/>
                  </a:lnTo>
                  <a:lnTo>
                    <a:pt x="833043" y="1229067"/>
                  </a:lnTo>
                  <a:lnTo>
                    <a:pt x="837272" y="1223848"/>
                  </a:lnTo>
                  <a:lnTo>
                    <a:pt x="843051" y="1214170"/>
                  </a:lnTo>
                  <a:lnTo>
                    <a:pt x="844804" y="1209497"/>
                  </a:lnTo>
                  <a:lnTo>
                    <a:pt x="846074" y="1200556"/>
                  </a:lnTo>
                  <a:close/>
                </a:path>
                <a:path w="2167890" h="2167890">
                  <a:moveTo>
                    <a:pt x="960462" y="1101661"/>
                  </a:moveTo>
                  <a:lnTo>
                    <a:pt x="951534" y="1085989"/>
                  </a:lnTo>
                  <a:lnTo>
                    <a:pt x="896620" y="989571"/>
                  </a:lnTo>
                  <a:lnTo>
                    <a:pt x="884910" y="1001268"/>
                  </a:lnTo>
                  <a:lnTo>
                    <a:pt x="930706" y="1076655"/>
                  </a:lnTo>
                  <a:lnTo>
                    <a:pt x="935367" y="1084199"/>
                  </a:lnTo>
                  <a:lnTo>
                    <a:pt x="938860" y="1089698"/>
                  </a:lnTo>
                  <a:lnTo>
                    <a:pt x="942403" y="1095121"/>
                  </a:lnTo>
                  <a:lnTo>
                    <a:pt x="933767" y="1088910"/>
                  </a:lnTo>
                  <a:lnTo>
                    <a:pt x="860920" y="1046505"/>
                  </a:lnTo>
                  <a:lnTo>
                    <a:pt x="847293" y="1038898"/>
                  </a:lnTo>
                  <a:lnTo>
                    <a:pt x="833247" y="1052931"/>
                  </a:lnTo>
                  <a:lnTo>
                    <a:pt x="876947" y="1130922"/>
                  </a:lnTo>
                  <a:lnTo>
                    <a:pt x="881049" y="1137653"/>
                  </a:lnTo>
                  <a:lnTo>
                    <a:pt x="888225" y="1149299"/>
                  </a:lnTo>
                  <a:lnTo>
                    <a:pt x="883107" y="1145768"/>
                  </a:lnTo>
                  <a:lnTo>
                    <a:pt x="877557" y="1142047"/>
                  </a:lnTo>
                  <a:lnTo>
                    <a:pt x="872058" y="1138491"/>
                  </a:lnTo>
                  <a:lnTo>
                    <a:pt x="795451" y="1090726"/>
                  </a:lnTo>
                  <a:lnTo>
                    <a:pt x="783513" y="1102664"/>
                  </a:lnTo>
                  <a:lnTo>
                    <a:pt x="894816" y="1167295"/>
                  </a:lnTo>
                  <a:lnTo>
                    <a:pt x="906703" y="1155420"/>
                  </a:lnTo>
                  <a:lnTo>
                    <a:pt x="897826" y="1139698"/>
                  </a:lnTo>
                  <a:lnTo>
                    <a:pt x="856284" y="1066101"/>
                  </a:lnTo>
                  <a:lnTo>
                    <a:pt x="853706" y="1061796"/>
                  </a:lnTo>
                  <a:lnTo>
                    <a:pt x="850595" y="1056830"/>
                  </a:lnTo>
                  <a:lnTo>
                    <a:pt x="852144" y="1057833"/>
                  </a:lnTo>
                  <a:lnTo>
                    <a:pt x="856513" y="1060348"/>
                  </a:lnTo>
                  <a:lnTo>
                    <a:pt x="949236" y="1112875"/>
                  </a:lnTo>
                  <a:lnTo>
                    <a:pt x="960462" y="1101661"/>
                  </a:lnTo>
                  <a:close/>
                </a:path>
                <a:path w="2167890" h="2167890">
                  <a:moveTo>
                    <a:pt x="1018806" y="956246"/>
                  </a:moveTo>
                  <a:lnTo>
                    <a:pt x="1018184" y="951649"/>
                  </a:lnTo>
                  <a:lnTo>
                    <a:pt x="1017841" y="949020"/>
                  </a:lnTo>
                  <a:lnTo>
                    <a:pt x="1015530" y="942251"/>
                  </a:lnTo>
                  <a:lnTo>
                    <a:pt x="1011948" y="936002"/>
                  </a:lnTo>
                  <a:lnTo>
                    <a:pt x="1006970" y="930109"/>
                  </a:lnTo>
                  <a:lnTo>
                    <a:pt x="1002753" y="925893"/>
                  </a:lnTo>
                  <a:lnTo>
                    <a:pt x="1002753" y="953071"/>
                  </a:lnTo>
                  <a:lnTo>
                    <a:pt x="1002055" y="964996"/>
                  </a:lnTo>
                  <a:lnTo>
                    <a:pt x="998105" y="971727"/>
                  </a:lnTo>
                  <a:lnTo>
                    <a:pt x="967841" y="1002004"/>
                  </a:lnTo>
                  <a:lnTo>
                    <a:pt x="936396" y="970546"/>
                  </a:lnTo>
                  <a:lnTo>
                    <a:pt x="964171" y="942771"/>
                  </a:lnTo>
                  <a:lnTo>
                    <a:pt x="978598" y="935050"/>
                  </a:lnTo>
                  <a:lnTo>
                    <a:pt x="987564" y="936561"/>
                  </a:lnTo>
                  <a:lnTo>
                    <a:pt x="991641" y="938796"/>
                  </a:lnTo>
                  <a:lnTo>
                    <a:pt x="1000391" y="947547"/>
                  </a:lnTo>
                  <a:lnTo>
                    <a:pt x="1002753" y="953071"/>
                  </a:lnTo>
                  <a:lnTo>
                    <a:pt x="1002753" y="925893"/>
                  </a:lnTo>
                  <a:lnTo>
                    <a:pt x="981684" y="918451"/>
                  </a:lnTo>
                  <a:lnTo>
                    <a:pt x="971816" y="920229"/>
                  </a:lnTo>
                  <a:lnTo>
                    <a:pt x="966825" y="922477"/>
                  </a:lnTo>
                  <a:lnTo>
                    <a:pt x="961783" y="926084"/>
                  </a:lnTo>
                  <a:lnTo>
                    <a:pt x="958138" y="928611"/>
                  </a:lnTo>
                  <a:lnTo>
                    <a:pt x="953401" y="932789"/>
                  </a:lnTo>
                  <a:lnTo>
                    <a:pt x="914374" y="971804"/>
                  </a:lnTo>
                  <a:lnTo>
                    <a:pt x="1002347" y="1059776"/>
                  </a:lnTo>
                  <a:lnTo>
                    <a:pt x="1013980" y="1048131"/>
                  </a:lnTo>
                  <a:lnTo>
                    <a:pt x="978217" y="1012380"/>
                  </a:lnTo>
                  <a:lnTo>
                    <a:pt x="1000785" y="989812"/>
                  </a:lnTo>
                  <a:lnTo>
                    <a:pt x="1008913" y="980719"/>
                  </a:lnTo>
                  <a:lnTo>
                    <a:pt x="1014615" y="972096"/>
                  </a:lnTo>
                  <a:lnTo>
                    <a:pt x="1017917" y="963930"/>
                  </a:lnTo>
                  <a:lnTo>
                    <a:pt x="1018806" y="956246"/>
                  </a:lnTo>
                  <a:close/>
                </a:path>
                <a:path w="2167890" h="2167890">
                  <a:moveTo>
                    <a:pt x="1150874" y="914247"/>
                  </a:moveTo>
                  <a:lnTo>
                    <a:pt x="1130541" y="883462"/>
                  </a:lnTo>
                  <a:lnTo>
                    <a:pt x="1149019" y="864984"/>
                  </a:lnTo>
                  <a:lnTo>
                    <a:pt x="1140079" y="856043"/>
                  </a:lnTo>
                  <a:lnTo>
                    <a:pt x="1123391" y="872718"/>
                  </a:lnTo>
                  <a:lnTo>
                    <a:pt x="1114336" y="858951"/>
                  </a:lnTo>
                  <a:lnTo>
                    <a:pt x="1114336" y="881773"/>
                  </a:lnTo>
                  <a:lnTo>
                    <a:pt x="1095489" y="900633"/>
                  </a:lnTo>
                  <a:lnTo>
                    <a:pt x="1078153" y="874407"/>
                  </a:lnTo>
                  <a:lnTo>
                    <a:pt x="1097064" y="855497"/>
                  </a:lnTo>
                  <a:lnTo>
                    <a:pt x="1114336" y="881773"/>
                  </a:lnTo>
                  <a:lnTo>
                    <a:pt x="1114336" y="858951"/>
                  </a:lnTo>
                  <a:lnTo>
                    <a:pt x="1106119" y="846442"/>
                  </a:lnTo>
                  <a:lnTo>
                    <a:pt x="1118298" y="834263"/>
                  </a:lnTo>
                  <a:lnTo>
                    <a:pt x="1109357" y="825322"/>
                  </a:lnTo>
                  <a:lnTo>
                    <a:pt x="1098981" y="835698"/>
                  </a:lnTo>
                  <a:lnTo>
                    <a:pt x="1078458" y="804735"/>
                  </a:lnTo>
                  <a:lnTo>
                    <a:pt x="1069390" y="813803"/>
                  </a:lnTo>
                  <a:lnTo>
                    <a:pt x="1089901" y="844765"/>
                  </a:lnTo>
                  <a:lnTo>
                    <a:pt x="1071016" y="863663"/>
                  </a:lnTo>
                  <a:lnTo>
                    <a:pt x="1050493" y="832700"/>
                  </a:lnTo>
                  <a:lnTo>
                    <a:pt x="1041501" y="841705"/>
                  </a:lnTo>
                  <a:lnTo>
                    <a:pt x="1061999" y="872667"/>
                  </a:lnTo>
                  <a:lnTo>
                    <a:pt x="1043825" y="890841"/>
                  </a:lnTo>
                  <a:lnTo>
                    <a:pt x="1052779" y="899782"/>
                  </a:lnTo>
                  <a:lnTo>
                    <a:pt x="1069149" y="883412"/>
                  </a:lnTo>
                  <a:lnTo>
                    <a:pt x="1086485" y="909624"/>
                  </a:lnTo>
                  <a:lnTo>
                    <a:pt x="1074547" y="921562"/>
                  </a:lnTo>
                  <a:lnTo>
                    <a:pt x="1083500" y="930503"/>
                  </a:lnTo>
                  <a:lnTo>
                    <a:pt x="1093635" y="920369"/>
                  </a:lnTo>
                  <a:lnTo>
                    <a:pt x="1113980" y="951141"/>
                  </a:lnTo>
                  <a:lnTo>
                    <a:pt x="1122984" y="942149"/>
                  </a:lnTo>
                  <a:lnTo>
                    <a:pt x="1102639" y="911364"/>
                  </a:lnTo>
                  <a:lnTo>
                    <a:pt x="1121473" y="892530"/>
                  </a:lnTo>
                  <a:lnTo>
                    <a:pt x="1141869" y="923251"/>
                  </a:lnTo>
                  <a:lnTo>
                    <a:pt x="1150874" y="914247"/>
                  </a:lnTo>
                  <a:close/>
                </a:path>
                <a:path w="2167890" h="2167890">
                  <a:moveTo>
                    <a:pt x="1234325" y="827798"/>
                  </a:moveTo>
                  <a:lnTo>
                    <a:pt x="1223949" y="817422"/>
                  </a:lnTo>
                  <a:lnTo>
                    <a:pt x="1180807" y="860564"/>
                  </a:lnTo>
                  <a:lnTo>
                    <a:pt x="1180033" y="857389"/>
                  </a:lnTo>
                  <a:lnTo>
                    <a:pt x="1179614" y="853922"/>
                  </a:lnTo>
                  <a:lnTo>
                    <a:pt x="1179410" y="846366"/>
                  </a:lnTo>
                  <a:lnTo>
                    <a:pt x="1179880" y="838504"/>
                  </a:lnTo>
                  <a:lnTo>
                    <a:pt x="1180922" y="826592"/>
                  </a:lnTo>
                  <a:lnTo>
                    <a:pt x="1181671" y="816533"/>
                  </a:lnTo>
                  <a:lnTo>
                    <a:pt x="1182116" y="807821"/>
                  </a:lnTo>
                  <a:lnTo>
                    <a:pt x="1182255" y="800468"/>
                  </a:lnTo>
                  <a:lnTo>
                    <a:pt x="1182103" y="794461"/>
                  </a:lnTo>
                  <a:lnTo>
                    <a:pt x="1164869" y="759485"/>
                  </a:lnTo>
                  <a:lnTo>
                    <a:pt x="1145527" y="753986"/>
                  </a:lnTo>
                  <a:lnTo>
                    <a:pt x="1138428" y="754938"/>
                  </a:lnTo>
                  <a:lnTo>
                    <a:pt x="1108824" y="779907"/>
                  </a:lnTo>
                  <a:lnTo>
                    <a:pt x="1104988" y="793496"/>
                  </a:lnTo>
                  <a:lnTo>
                    <a:pt x="1105293" y="800455"/>
                  </a:lnTo>
                  <a:lnTo>
                    <a:pt x="1107109" y="807351"/>
                  </a:lnTo>
                  <a:lnTo>
                    <a:pt x="1110462" y="814209"/>
                  </a:lnTo>
                  <a:lnTo>
                    <a:pt x="1115339" y="821016"/>
                  </a:lnTo>
                  <a:lnTo>
                    <a:pt x="1127582" y="811047"/>
                  </a:lnTo>
                  <a:lnTo>
                    <a:pt x="1122095" y="805484"/>
                  </a:lnTo>
                  <a:lnTo>
                    <a:pt x="1119365" y="799592"/>
                  </a:lnTo>
                  <a:lnTo>
                    <a:pt x="1119365" y="787107"/>
                  </a:lnTo>
                  <a:lnTo>
                    <a:pt x="1121956" y="781392"/>
                  </a:lnTo>
                  <a:lnTo>
                    <a:pt x="1132078" y="771271"/>
                  </a:lnTo>
                  <a:lnTo>
                    <a:pt x="1137551" y="768756"/>
                  </a:lnTo>
                  <a:lnTo>
                    <a:pt x="1149540" y="768515"/>
                  </a:lnTo>
                  <a:lnTo>
                    <a:pt x="1154684" y="770597"/>
                  </a:lnTo>
                  <a:lnTo>
                    <a:pt x="1167638" y="808355"/>
                  </a:lnTo>
                  <a:lnTo>
                    <a:pt x="1167180" y="818743"/>
                  </a:lnTo>
                  <a:lnTo>
                    <a:pt x="1165479" y="838923"/>
                  </a:lnTo>
                  <a:lnTo>
                    <a:pt x="1165123" y="846175"/>
                  </a:lnTo>
                  <a:lnTo>
                    <a:pt x="1169949" y="877176"/>
                  </a:lnTo>
                  <a:lnTo>
                    <a:pt x="1171409" y="880491"/>
                  </a:lnTo>
                  <a:lnTo>
                    <a:pt x="1173505" y="883412"/>
                  </a:lnTo>
                  <a:lnTo>
                    <a:pt x="1176185" y="885939"/>
                  </a:lnTo>
                  <a:lnTo>
                    <a:pt x="1234325" y="827798"/>
                  </a:lnTo>
                  <a:close/>
                </a:path>
                <a:path w="2167890" h="2167890">
                  <a:moveTo>
                    <a:pt x="2167407" y="0"/>
                  </a:moveTo>
                  <a:lnTo>
                    <a:pt x="2016175" y="100838"/>
                  </a:lnTo>
                  <a:lnTo>
                    <a:pt x="2066594" y="151244"/>
                  </a:lnTo>
                  <a:lnTo>
                    <a:pt x="2167407" y="0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58102" y="4227030"/>
              <a:ext cx="364324" cy="36432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746867" y="3608463"/>
              <a:ext cx="512445" cy="513080"/>
            </a:xfrm>
            <a:custGeom>
              <a:avLst/>
              <a:gdLst/>
              <a:ahLst/>
              <a:cxnLst/>
              <a:rect l="l" t="t" r="r" b="b"/>
              <a:pathLst>
                <a:path w="512445" h="513079">
                  <a:moveTo>
                    <a:pt x="127111" y="473521"/>
                  </a:moveTo>
                  <a:lnTo>
                    <a:pt x="87967" y="512664"/>
                  </a:lnTo>
                  <a:lnTo>
                    <a:pt x="0" y="424698"/>
                  </a:lnTo>
                  <a:lnTo>
                    <a:pt x="39720" y="384978"/>
                  </a:lnTo>
                  <a:lnTo>
                    <a:pt x="45997" y="380478"/>
                  </a:lnTo>
                  <a:lnTo>
                    <a:pt x="57680" y="375922"/>
                  </a:lnTo>
                  <a:lnTo>
                    <a:pt x="63607" y="375478"/>
                  </a:lnTo>
                  <a:lnTo>
                    <a:pt x="68774" y="376682"/>
                  </a:lnTo>
                  <a:lnTo>
                    <a:pt x="22015" y="423441"/>
                  </a:lnTo>
                  <a:lnTo>
                    <a:pt x="48596" y="450022"/>
                  </a:lnTo>
                  <a:lnTo>
                    <a:pt x="93429" y="405189"/>
                  </a:lnTo>
                  <a:lnTo>
                    <a:pt x="93109" y="409838"/>
                  </a:lnTo>
                  <a:lnTo>
                    <a:pt x="91030" y="416001"/>
                  </a:lnTo>
                  <a:lnTo>
                    <a:pt x="97911" y="412239"/>
                  </a:lnTo>
                  <a:lnTo>
                    <a:pt x="104651" y="410812"/>
                  </a:lnTo>
                  <a:lnTo>
                    <a:pt x="108114" y="411281"/>
                  </a:lnTo>
                  <a:lnTo>
                    <a:pt x="58985" y="460410"/>
                  </a:lnTo>
                  <a:lnTo>
                    <a:pt x="89224" y="490649"/>
                  </a:lnTo>
                  <a:lnTo>
                    <a:pt x="139589" y="440284"/>
                  </a:lnTo>
                  <a:lnTo>
                    <a:pt x="140146" y="445002"/>
                  </a:lnTo>
                  <a:lnTo>
                    <a:pt x="138870" y="453954"/>
                  </a:lnTo>
                  <a:lnTo>
                    <a:pt x="137112" y="458623"/>
                  </a:lnTo>
                  <a:lnTo>
                    <a:pt x="131346" y="468303"/>
                  </a:lnTo>
                  <a:lnTo>
                    <a:pt x="127111" y="473521"/>
                  </a:lnTo>
                  <a:close/>
                </a:path>
                <a:path w="512445" h="513079">
                  <a:moveTo>
                    <a:pt x="93429" y="405189"/>
                  </a:moveTo>
                  <a:lnTo>
                    <a:pt x="72786" y="425832"/>
                  </a:lnTo>
                  <a:lnTo>
                    <a:pt x="76151" y="421805"/>
                  </a:lnTo>
                  <a:lnTo>
                    <a:pt x="79781" y="415037"/>
                  </a:lnTo>
                  <a:lnTo>
                    <a:pt x="61149" y="391453"/>
                  </a:lnTo>
                  <a:lnTo>
                    <a:pt x="57633" y="391925"/>
                  </a:lnTo>
                  <a:lnTo>
                    <a:pt x="50799" y="395489"/>
                  </a:lnTo>
                  <a:lnTo>
                    <a:pt x="45921" y="399535"/>
                  </a:lnTo>
                  <a:lnTo>
                    <a:pt x="68774" y="376682"/>
                  </a:lnTo>
                  <a:lnTo>
                    <a:pt x="93506" y="404072"/>
                  </a:lnTo>
                  <a:lnTo>
                    <a:pt x="93429" y="405189"/>
                  </a:lnTo>
                  <a:close/>
                </a:path>
                <a:path w="512445" h="513079">
                  <a:moveTo>
                    <a:pt x="139589" y="440284"/>
                  </a:moveTo>
                  <a:lnTo>
                    <a:pt x="114888" y="464985"/>
                  </a:lnTo>
                  <a:lnTo>
                    <a:pt x="117384" y="462206"/>
                  </a:lnTo>
                  <a:lnTo>
                    <a:pt x="118622" y="460401"/>
                  </a:lnTo>
                  <a:lnTo>
                    <a:pt x="120834" y="457243"/>
                  </a:lnTo>
                  <a:lnTo>
                    <a:pt x="122271" y="454200"/>
                  </a:lnTo>
                  <a:lnTo>
                    <a:pt x="123632" y="448358"/>
                  </a:lnTo>
                  <a:lnTo>
                    <a:pt x="123481" y="445257"/>
                  </a:lnTo>
                  <a:lnTo>
                    <a:pt x="101664" y="426031"/>
                  </a:lnTo>
                  <a:lnTo>
                    <a:pt x="97628" y="426664"/>
                  </a:lnTo>
                  <a:lnTo>
                    <a:pt x="89706" y="430653"/>
                  </a:lnTo>
                  <a:lnTo>
                    <a:pt x="84933" y="434462"/>
                  </a:lnTo>
                  <a:lnTo>
                    <a:pt x="108114" y="411281"/>
                  </a:lnTo>
                  <a:lnTo>
                    <a:pt x="139570" y="440115"/>
                  </a:lnTo>
                  <a:lnTo>
                    <a:pt x="139589" y="440284"/>
                  </a:lnTo>
                  <a:close/>
                </a:path>
                <a:path w="512445" h="513079">
                  <a:moveTo>
                    <a:pt x="200767" y="399866"/>
                  </a:moveTo>
                  <a:lnTo>
                    <a:pt x="188885" y="411748"/>
                  </a:lnTo>
                  <a:lnTo>
                    <a:pt x="77578" y="347120"/>
                  </a:lnTo>
                  <a:lnTo>
                    <a:pt x="89517" y="335181"/>
                  </a:lnTo>
                  <a:lnTo>
                    <a:pt x="166124" y="382944"/>
                  </a:lnTo>
                  <a:lnTo>
                    <a:pt x="171627" y="386501"/>
                  </a:lnTo>
                  <a:lnTo>
                    <a:pt x="177175" y="390215"/>
                  </a:lnTo>
                  <a:lnTo>
                    <a:pt x="182287" y="393750"/>
                  </a:lnTo>
                  <a:lnTo>
                    <a:pt x="191893" y="384143"/>
                  </a:lnTo>
                  <a:lnTo>
                    <a:pt x="200767" y="399866"/>
                  </a:lnTo>
                  <a:close/>
                </a:path>
                <a:path w="512445" h="513079">
                  <a:moveTo>
                    <a:pt x="191893" y="384143"/>
                  </a:moveTo>
                  <a:lnTo>
                    <a:pt x="182287" y="393750"/>
                  </a:lnTo>
                  <a:lnTo>
                    <a:pt x="175121" y="382104"/>
                  </a:lnTo>
                  <a:lnTo>
                    <a:pt x="171019" y="375374"/>
                  </a:lnTo>
                  <a:lnTo>
                    <a:pt x="127319" y="297380"/>
                  </a:lnTo>
                  <a:lnTo>
                    <a:pt x="141356" y="283343"/>
                  </a:lnTo>
                  <a:lnTo>
                    <a:pt x="154988" y="290961"/>
                  </a:lnTo>
                  <a:lnTo>
                    <a:pt x="144665" y="301284"/>
                  </a:lnTo>
                  <a:lnTo>
                    <a:pt x="147775" y="306247"/>
                  </a:lnTo>
                  <a:lnTo>
                    <a:pt x="150355" y="310548"/>
                  </a:lnTo>
                  <a:lnTo>
                    <a:pt x="191893" y="384143"/>
                  </a:lnTo>
                  <a:close/>
                </a:path>
                <a:path w="512445" h="513079">
                  <a:moveTo>
                    <a:pt x="245599" y="330438"/>
                  </a:moveTo>
                  <a:lnTo>
                    <a:pt x="236470" y="339567"/>
                  </a:lnTo>
                  <a:lnTo>
                    <a:pt x="232926" y="334150"/>
                  </a:lnTo>
                  <a:lnTo>
                    <a:pt x="229432" y="328654"/>
                  </a:lnTo>
                  <a:lnTo>
                    <a:pt x="224771" y="321105"/>
                  </a:lnTo>
                  <a:lnTo>
                    <a:pt x="178978" y="245721"/>
                  </a:lnTo>
                  <a:lnTo>
                    <a:pt x="190681" y="234019"/>
                  </a:lnTo>
                  <a:lnTo>
                    <a:pt x="245599" y="330438"/>
                  </a:lnTo>
                  <a:close/>
                </a:path>
                <a:path w="512445" h="513079">
                  <a:moveTo>
                    <a:pt x="254525" y="346108"/>
                  </a:moveTo>
                  <a:lnTo>
                    <a:pt x="243304" y="357329"/>
                  </a:lnTo>
                  <a:lnTo>
                    <a:pt x="150582" y="304800"/>
                  </a:lnTo>
                  <a:lnTo>
                    <a:pt x="146215" y="302286"/>
                  </a:lnTo>
                  <a:lnTo>
                    <a:pt x="144665" y="301284"/>
                  </a:lnTo>
                  <a:lnTo>
                    <a:pt x="154988" y="290961"/>
                  </a:lnTo>
                  <a:lnTo>
                    <a:pt x="198479" y="315264"/>
                  </a:lnTo>
                  <a:lnTo>
                    <a:pt x="236470" y="339567"/>
                  </a:lnTo>
                  <a:lnTo>
                    <a:pt x="245599" y="330438"/>
                  </a:lnTo>
                  <a:lnTo>
                    <a:pt x="254525" y="346108"/>
                  </a:lnTo>
                  <a:close/>
                </a:path>
                <a:path w="512445" h="513079">
                  <a:moveTo>
                    <a:pt x="308046" y="292588"/>
                  </a:moveTo>
                  <a:lnTo>
                    <a:pt x="296410" y="304224"/>
                  </a:lnTo>
                  <a:lnTo>
                    <a:pt x="208442" y="216257"/>
                  </a:lnTo>
                  <a:lnTo>
                    <a:pt x="247463" y="177237"/>
                  </a:lnTo>
                  <a:lnTo>
                    <a:pt x="252209" y="173059"/>
                  </a:lnTo>
                  <a:lnTo>
                    <a:pt x="255848" y="170535"/>
                  </a:lnTo>
                  <a:lnTo>
                    <a:pt x="260886" y="166933"/>
                  </a:lnTo>
                  <a:lnTo>
                    <a:pt x="265877" y="164684"/>
                  </a:lnTo>
                  <a:lnTo>
                    <a:pt x="275755" y="162897"/>
                  </a:lnTo>
                  <a:lnTo>
                    <a:pt x="280936" y="163370"/>
                  </a:lnTo>
                  <a:lnTo>
                    <a:pt x="281795" y="163664"/>
                  </a:lnTo>
                  <a:lnTo>
                    <a:pt x="230458" y="215000"/>
                  </a:lnTo>
                  <a:lnTo>
                    <a:pt x="261907" y="246449"/>
                  </a:lnTo>
                  <a:lnTo>
                    <a:pt x="312256" y="196100"/>
                  </a:lnTo>
                  <a:lnTo>
                    <a:pt x="312876" y="200698"/>
                  </a:lnTo>
                  <a:lnTo>
                    <a:pt x="311989" y="208385"/>
                  </a:lnTo>
                  <a:lnTo>
                    <a:pt x="308688" y="216542"/>
                  </a:lnTo>
                  <a:lnTo>
                    <a:pt x="302975" y="225169"/>
                  </a:lnTo>
                  <a:lnTo>
                    <a:pt x="294850" y="234265"/>
                  </a:lnTo>
                  <a:lnTo>
                    <a:pt x="272286" y="256828"/>
                  </a:lnTo>
                  <a:lnTo>
                    <a:pt x="308046" y="292588"/>
                  </a:lnTo>
                  <a:close/>
                </a:path>
                <a:path w="512445" h="513079">
                  <a:moveTo>
                    <a:pt x="312256" y="196100"/>
                  </a:moveTo>
                  <a:lnTo>
                    <a:pt x="292175" y="216182"/>
                  </a:lnTo>
                  <a:lnTo>
                    <a:pt x="296117" y="209442"/>
                  </a:lnTo>
                  <a:lnTo>
                    <a:pt x="296826" y="197522"/>
                  </a:lnTo>
                  <a:lnTo>
                    <a:pt x="294463" y="192002"/>
                  </a:lnTo>
                  <a:lnTo>
                    <a:pt x="285709" y="183249"/>
                  </a:lnTo>
                  <a:lnTo>
                    <a:pt x="281626" y="181018"/>
                  </a:lnTo>
                  <a:lnTo>
                    <a:pt x="272664" y="179505"/>
                  </a:lnTo>
                  <a:lnTo>
                    <a:pt x="268486" y="180224"/>
                  </a:lnTo>
                  <a:lnTo>
                    <a:pt x="264611" y="182417"/>
                  </a:lnTo>
                  <a:lnTo>
                    <a:pt x="262125" y="183863"/>
                  </a:lnTo>
                  <a:lnTo>
                    <a:pt x="258240" y="187219"/>
                  </a:lnTo>
                  <a:lnTo>
                    <a:pt x="281795" y="163664"/>
                  </a:lnTo>
                  <a:lnTo>
                    <a:pt x="311902" y="193471"/>
                  </a:lnTo>
                  <a:lnTo>
                    <a:pt x="312256" y="196100"/>
                  </a:lnTo>
                  <a:close/>
                </a:path>
                <a:path w="512445" h="513079">
                  <a:moveTo>
                    <a:pt x="365084" y="108110"/>
                  </a:moveTo>
                  <a:lnTo>
                    <a:pt x="356076" y="117118"/>
                  </a:lnTo>
                  <a:lnTo>
                    <a:pt x="335563" y="86151"/>
                  </a:lnTo>
                  <a:lnTo>
                    <a:pt x="344562" y="77152"/>
                  </a:lnTo>
                  <a:lnTo>
                    <a:pt x="365084" y="108110"/>
                  </a:lnTo>
                  <a:close/>
                </a:path>
                <a:path w="512445" h="513079">
                  <a:moveTo>
                    <a:pt x="393045" y="80149"/>
                  </a:moveTo>
                  <a:lnTo>
                    <a:pt x="383980" y="89214"/>
                  </a:lnTo>
                  <a:lnTo>
                    <a:pt x="363458" y="58256"/>
                  </a:lnTo>
                  <a:lnTo>
                    <a:pt x="372523" y="49191"/>
                  </a:lnTo>
                  <a:lnTo>
                    <a:pt x="393045" y="80149"/>
                  </a:lnTo>
                  <a:close/>
                </a:path>
                <a:path w="512445" h="513079">
                  <a:moveTo>
                    <a:pt x="412367" y="78712"/>
                  </a:moveTo>
                  <a:lnTo>
                    <a:pt x="346840" y="144238"/>
                  </a:lnTo>
                  <a:lnTo>
                    <a:pt x="337898" y="135295"/>
                  </a:lnTo>
                  <a:lnTo>
                    <a:pt x="403424" y="69770"/>
                  </a:lnTo>
                  <a:lnTo>
                    <a:pt x="412367" y="78712"/>
                  </a:lnTo>
                  <a:close/>
                </a:path>
                <a:path w="512445" h="513079">
                  <a:moveTo>
                    <a:pt x="389557" y="145079"/>
                  </a:moveTo>
                  <a:lnTo>
                    <a:pt x="380558" y="154078"/>
                  </a:lnTo>
                  <a:lnTo>
                    <a:pt x="363222" y="127856"/>
                  </a:lnTo>
                  <a:lnTo>
                    <a:pt x="372221" y="118857"/>
                  </a:lnTo>
                  <a:lnTo>
                    <a:pt x="389557" y="145079"/>
                  </a:lnTo>
                  <a:close/>
                </a:path>
                <a:path w="512445" h="513079">
                  <a:moveTo>
                    <a:pt x="417462" y="117175"/>
                  </a:moveTo>
                  <a:lnTo>
                    <a:pt x="408406" y="126230"/>
                  </a:lnTo>
                  <a:lnTo>
                    <a:pt x="391126" y="99952"/>
                  </a:lnTo>
                  <a:lnTo>
                    <a:pt x="400182" y="90896"/>
                  </a:lnTo>
                  <a:lnTo>
                    <a:pt x="417462" y="117175"/>
                  </a:lnTo>
                  <a:close/>
                </a:path>
                <a:path w="512445" h="513079">
                  <a:moveTo>
                    <a:pt x="443088" y="109433"/>
                  </a:moveTo>
                  <a:lnTo>
                    <a:pt x="377562" y="174959"/>
                  </a:lnTo>
                  <a:lnTo>
                    <a:pt x="368619" y="166016"/>
                  </a:lnTo>
                  <a:lnTo>
                    <a:pt x="434146" y="100491"/>
                  </a:lnTo>
                  <a:lnTo>
                    <a:pt x="443088" y="109433"/>
                  </a:lnTo>
                  <a:close/>
                </a:path>
                <a:path w="512445" h="513079">
                  <a:moveTo>
                    <a:pt x="417046" y="186595"/>
                  </a:moveTo>
                  <a:lnTo>
                    <a:pt x="408047" y="195594"/>
                  </a:lnTo>
                  <a:lnTo>
                    <a:pt x="387705" y="164816"/>
                  </a:lnTo>
                  <a:lnTo>
                    <a:pt x="396704" y="155817"/>
                  </a:lnTo>
                  <a:lnTo>
                    <a:pt x="417046" y="186595"/>
                  </a:lnTo>
                  <a:close/>
                </a:path>
                <a:path w="512445" h="513079">
                  <a:moveTo>
                    <a:pt x="444941" y="158700"/>
                  </a:moveTo>
                  <a:lnTo>
                    <a:pt x="435942" y="167699"/>
                  </a:lnTo>
                  <a:lnTo>
                    <a:pt x="415543" y="136978"/>
                  </a:lnTo>
                  <a:lnTo>
                    <a:pt x="424608" y="127913"/>
                  </a:lnTo>
                  <a:lnTo>
                    <a:pt x="444941" y="158700"/>
                  </a:lnTo>
                  <a:close/>
                </a:path>
                <a:path w="512445" h="513079">
                  <a:moveTo>
                    <a:pt x="424107" y="64930"/>
                  </a:moveTo>
                  <a:lnTo>
                    <a:pt x="413662" y="54485"/>
                  </a:lnTo>
                  <a:lnTo>
                    <a:pt x="415810" y="47856"/>
                  </a:lnTo>
                  <a:lnTo>
                    <a:pt x="417446" y="41285"/>
                  </a:lnTo>
                  <a:lnTo>
                    <a:pt x="418571" y="34773"/>
                  </a:lnTo>
                  <a:lnTo>
                    <a:pt x="419182" y="28320"/>
                  </a:lnTo>
                  <a:lnTo>
                    <a:pt x="419664" y="19765"/>
                  </a:lnTo>
                  <a:lnTo>
                    <a:pt x="418946" y="12638"/>
                  </a:lnTo>
                  <a:lnTo>
                    <a:pt x="417027" y="6957"/>
                  </a:lnTo>
                  <a:lnTo>
                    <a:pt x="423984" y="0"/>
                  </a:lnTo>
                  <a:lnTo>
                    <a:pt x="443485" y="19500"/>
                  </a:lnTo>
                  <a:lnTo>
                    <a:pt x="432690" y="30295"/>
                  </a:lnTo>
                  <a:lnTo>
                    <a:pt x="432567" y="35390"/>
                  </a:lnTo>
                  <a:lnTo>
                    <a:pt x="431641" y="41270"/>
                  </a:lnTo>
                  <a:lnTo>
                    <a:pt x="428162" y="54674"/>
                  </a:lnTo>
                  <a:lnTo>
                    <a:pt x="426225" y="60317"/>
                  </a:lnTo>
                  <a:lnTo>
                    <a:pt x="424107" y="64930"/>
                  </a:lnTo>
                  <a:close/>
                </a:path>
                <a:path w="512445" h="513079">
                  <a:moveTo>
                    <a:pt x="512311" y="88325"/>
                  </a:moveTo>
                  <a:lnTo>
                    <a:pt x="501516" y="99120"/>
                  </a:lnTo>
                  <a:lnTo>
                    <a:pt x="432690" y="30295"/>
                  </a:lnTo>
                  <a:lnTo>
                    <a:pt x="443485" y="19500"/>
                  </a:lnTo>
                  <a:lnTo>
                    <a:pt x="512311" y="88325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56531" y="4574596"/>
              <a:ext cx="635000" cy="3175"/>
            </a:xfrm>
            <a:custGeom>
              <a:avLst/>
              <a:gdLst/>
              <a:ahLst/>
              <a:cxnLst/>
              <a:rect l="l" t="t" r="r" b="b"/>
              <a:pathLst>
                <a:path w="635000" h="3175">
                  <a:moveTo>
                    <a:pt x="0" y="0"/>
                  </a:moveTo>
                  <a:lnTo>
                    <a:pt x="634741" y="3077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77368" y="4227026"/>
              <a:ext cx="635000" cy="3175"/>
            </a:xfrm>
            <a:custGeom>
              <a:avLst/>
              <a:gdLst/>
              <a:ahLst/>
              <a:cxnLst/>
              <a:rect l="l" t="t" r="r" b="b"/>
              <a:pathLst>
                <a:path w="635000" h="3175">
                  <a:moveTo>
                    <a:pt x="0" y="0"/>
                  </a:moveTo>
                  <a:lnTo>
                    <a:pt x="634741" y="3077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471470" y="3692291"/>
              <a:ext cx="850265" cy="887094"/>
            </a:xfrm>
            <a:custGeom>
              <a:avLst/>
              <a:gdLst/>
              <a:ahLst/>
              <a:cxnLst/>
              <a:rect l="l" t="t" r="r" b="b"/>
              <a:pathLst>
                <a:path w="850265" h="887095">
                  <a:moveTo>
                    <a:pt x="0" y="886582"/>
                  </a:moveTo>
                  <a:lnTo>
                    <a:pt x="849729" y="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89592" y="3692296"/>
              <a:ext cx="0" cy="836294"/>
            </a:xfrm>
            <a:custGeom>
              <a:avLst/>
              <a:gdLst/>
              <a:ahLst/>
              <a:cxnLst/>
              <a:rect l="l" t="t" r="r" b="b"/>
              <a:pathLst>
                <a:path h="836295">
                  <a:moveTo>
                    <a:pt x="0" y="836132"/>
                  </a:moveTo>
                  <a:lnTo>
                    <a:pt x="1" y="0"/>
                  </a:lnTo>
                </a:path>
              </a:pathLst>
            </a:custGeom>
            <a:ln w="13381">
              <a:solidFill>
                <a:srgbClr val="EAF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37166" y="3304622"/>
              <a:ext cx="0" cy="836294"/>
            </a:xfrm>
            <a:custGeom>
              <a:avLst/>
              <a:gdLst/>
              <a:ahLst/>
              <a:cxnLst/>
              <a:rect l="l" t="t" r="r" b="b"/>
              <a:pathLst>
                <a:path h="836295">
                  <a:moveTo>
                    <a:pt x="0" y="836132"/>
                  </a:moveTo>
                  <a:lnTo>
                    <a:pt x="1" y="0"/>
                  </a:lnTo>
                </a:path>
              </a:pathLst>
            </a:custGeom>
            <a:ln w="13381">
              <a:solidFill>
                <a:srgbClr val="EAF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2019" y="4039870"/>
              <a:ext cx="0" cy="912494"/>
            </a:xfrm>
            <a:custGeom>
              <a:avLst/>
              <a:gdLst/>
              <a:ahLst/>
              <a:cxnLst/>
              <a:rect l="l" t="t" r="r" b="b"/>
              <a:pathLst>
                <a:path h="912495">
                  <a:moveTo>
                    <a:pt x="0" y="912319"/>
                  </a:moveTo>
                  <a:lnTo>
                    <a:pt x="1" y="0"/>
                  </a:lnTo>
                </a:path>
              </a:pathLst>
            </a:custGeom>
            <a:ln w="13381">
              <a:solidFill>
                <a:srgbClr val="005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80935" y="1900979"/>
              <a:ext cx="20955" cy="904875"/>
            </a:xfrm>
            <a:custGeom>
              <a:avLst/>
              <a:gdLst/>
              <a:ahLst/>
              <a:cxnLst/>
              <a:rect l="l" t="t" r="r" b="b"/>
              <a:pathLst>
                <a:path w="20955" h="904875">
                  <a:moveTo>
                    <a:pt x="20681" y="904288"/>
                  </a:moveTo>
                  <a:lnTo>
                    <a:pt x="0" y="0"/>
                  </a:lnTo>
                </a:path>
              </a:pathLst>
            </a:custGeom>
            <a:ln w="13381">
              <a:solidFill>
                <a:srgbClr val="005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0932" y="1880737"/>
              <a:ext cx="1940560" cy="1940560"/>
            </a:xfrm>
            <a:custGeom>
              <a:avLst/>
              <a:gdLst/>
              <a:ahLst/>
              <a:cxnLst/>
              <a:rect l="l" t="t" r="r" b="b"/>
              <a:pathLst>
                <a:path w="1940560" h="1940560">
                  <a:moveTo>
                    <a:pt x="0" y="1940532"/>
                  </a:moveTo>
                  <a:lnTo>
                    <a:pt x="1940558" y="0"/>
                  </a:lnTo>
                </a:path>
              </a:pathLst>
            </a:custGeom>
            <a:ln w="13381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7489" y="1767319"/>
              <a:ext cx="2167890" cy="2167890"/>
            </a:xfrm>
            <a:custGeom>
              <a:avLst/>
              <a:gdLst/>
              <a:ahLst/>
              <a:cxnLst/>
              <a:rect l="l" t="t" r="r" b="b"/>
              <a:pathLst>
                <a:path w="2167890" h="2167890">
                  <a:moveTo>
                    <a:pt x="151269" y="2066582"/>
                  </a:moveTo>
                  <a:lnTo>
                    <a:pt x="100850" y="2016163"/>
                  </a:lnTo>
                  <a:lnTo>
                    <a:pt x="0" y="2167394"/>
                  </a:lnTo>
                  <a:lnTo>
                    <a:pt x="151269" y="2066582"/>
                  </a:lnTo>
                  <a:close/>
                </a:path>
                <a:path w="2167890" h="2167890">
                  <a:moveTo>
                    <a:pt x="2167420" y="0"/>
                  </a:moveTo>
                  <a:lnTo>
                    <a:pt x="2016175" y="100838"/>
                  </a:lnTo>
                  <a:lnTo>
                    <a:pt x="2066594" y="151244"/>
                  </a:lnTo>
                  <a:lnTo>
                    <a:pt x="2167420" y="0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346" y="1942033"/>
              <a:ext cx="1628596" cy="161203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73703" y="5834899"/>
            <a:ext cx="272415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45" dirty="0">
                <a:solidFill>
                  <a:srgbClr val="57575A"/>
                </a:solidFill>
                <a:latin typeface="Arial MT"/>
                <a:cs typeface="Arial MT"/>
              </a:rPr>
              <a:t>t</a:t>
            </a:r>
            <a:r>
              <a:rPr sz="1350" spc="10" dirty="0">
                <a:solidFill>
                  <a:srgbClr val="57575A"/>
                </a:solidFill>
                <a:latin typeface="Arial MT"/>
                <a:cs typeface="Arial MT"/>
              </a:rPr>
              <a:t>i</a:t>
            </a:r>
            <a:r>
              <a:rPr sz="1350" spc="30" dirty="0">
                <a:solidFill>
                  <a:srgbClr val="57575A"/>
                </a:solidFill>
                <a:latin typeface="Arial MT"/>
                <a:cs typeface="Arial MT"/>
              </a:rPr>
              <a:t>m</a:t>
            </a:r>
            <a:r>
              <a:rPr sz="1350" spc="10" dirty="0">
                <a:solidFill>
                  <a:srgbClr val="57575A"/>
                </a:solidFill>
                <a:latin typeface="Arial MT"/>
                <a:cs typeface="Arial MT"/>
              </a:rPr>
              <a:t>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8105" y="5311530"/>
            <a:ext cx="575310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5" dirty="0">
                <a:solidFill>
                  <a:srgbClr val="57575A"/>
                </a:solidFill>
                <a:latin typeface="Arial MT"/>
                <a:cs typeface="Arial MT"/>
              </a:rPr>
              <a:t>frequency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83146" y="5379987"/>
            <a:ext cx="1839278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20" dirty="0">
                <a:solidFill>
                  <a:srgbClr val="57575A"/>
                </a:solidFill>
                <a:latin typeface="Arial MT"/>
                <a:cs typeface="Arial MT"/>
              </a:rPr>
              <a:t>Switch</a:t>
            </a:r>
            <a:r>
              <a:rPr sz="1350" spc="10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57575A"/>
                </a:solidFill>
                <a:latin typeface="Arial MT"/>
                <a:cs typeface="Arial MT"/>
              </a:rPr>
              <a:t>of</a:t>
            </a:r>
            <a:r>
              <a:rPr sz="1350" spc="-25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57575A"/>
                </a:solidFill>
                <a:latin typeface="Arial MT"/>
                <a:cs typeface="Arial MT"/>
              </a:rPr>
              <a:t>active</a:t>
            </a:r>
            <a:r>
              <a:rPr sz="1350" spc="215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57575A"/>
                </a:solidFill>
                <a:latin typeface="Arial MT"/>
                <a:cs typeface="Arial MT"/>
              </a:rPr>
              <a:t>bandwidth</a:t>
            </a:r>
            <a:r>
              <a:rPr sz="1350" spc="220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57575A"/>
                </a:solidFill>
                <a:latin typeface="Arial MT"/>
                <a:cs typeface="Arial MT"/>
              </a:rPr>
              <a:t>part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217183" y="4908796"/>
            <a:ext cx="53816" cy="436880"/>
            <a:chOff x="4289577" y="4908796"/>
            <a:chExt cx="71755" cy="436880"/>
          </a:xfrm>
        </p:grpSpPr>
        <p:sp>
          <p:nvSpPr>
            <p:cNvPr id="52" name="object 52"/>
            <p:cNvSpPr/>
            <p:nvPr/>
          </p:nvSpPr>
          <p:spPr>
            <a:xfrm>
              <a:off x="4325180" y="5069197"/>
              <a:ext cx="1270" cy="269875"/>
            </a:xfrm>
            <a:custGeom>
              <a:avLst/>
              <a:gdLst/>
              <a:ahLst/>
              <a:cxnLst/>
              <a:rect l="l" t="t" r="r" b="b"/>
              <a:pathLst>
                <a:path w="1270" h="269875">
                  <a:moveTo>
                    <a:pt x="802" y="269380"/>
                  </a:moveTo>
                  <a:lnTo>
                    <a:pt x="0" y="0"/>
                  </a:lnTo>
                </a:path>
              </a:pathLst>
            </a:custGeom>
            <a:ln w="13382">
              <a:solidFill>
                <a:srgbClr val="5757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89577" y="4908796"/>
              <a:ext cx="71755" cy="178435"/>
            </a:xfrm>
            <a:custGeom>
              <a:avLst/>
              <a:gdLst/>
              <a:ahLst/>
              <a:cxnLst/>
              <a:rect l="l" t="t" r="r" b="b"/>
              <a:pathLst>
                <a:path w="71754" h="178435">
                  <a:moveTo>
                    <a:pt x="35125" y="0"/>
                  </a:moveTo>
                  <a:lnTo>
                    <a:pt x="71296" y="178136"/>
                  </a:lnTo>
                  <a:lnTo>
                    <a:pt x="0" y="178345"/>
                  </a:lnTo>
                  <a:lnTo>
                    <a:pt x="35125" y="0"/>
                  </a:lnTo>
                  <a:close/>
                </a:path>
              </a:pathLst>
            </a:custGeom>
            <a:solidFill>
              <a:srgbClr val="57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980252" y="4175653"/>
            <a:ext cx="873443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45" dirty="0">
                <a:solidFill>
                  <a:srgbClr val="57575A"/>
                </a:solidFill>
                <a:latin typeface="Arial MT"/>
                <a:cs typeface="Arial MT"/>
              </a:rPr>
              <a:t>BWP</a:t>
            </a:r>
            <a:r>
              <a:rPr sz="1350" spc="-50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57575A"/>
                </a:solidFill>
                <a:latin typeface="Arial MT"/>
                <a:cs typeface="Arial MT"/>
              </a:rPr>
              <a:t>#1</a:t>
            </a:r>
            <a:r>
              <a:rPr sz="1350" spc="-10" dirty="0">
                <a:solidFill>
                  <a:srgbClr val="57575A"/>
                </a:solidFill>
                <a:latin typeface="Arial MT"/>
                <a:cs typeface="Arial MT"/>
              </a:rPr>
              <a:t> active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63194" y="4175653"/>
            <a:ext cx="873443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45" dirty="0">
                <a:solidFill>
                  <a:srgbClr val="57575A"/>
                </a:solidFill>
                <a:latin typeface="Arial MT"/>
                <a:cs typeface="Arial MT"/>
              </a:rPr>
              <a:t>BWP</a:t>
            </a:r>
            <a:r>
              <a:rPr sz="1350" spc="-50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57575A"/>
                </a:solidFill>
                <a:latin typeface="Arial MT"/>
                <a:cs typeface="Arial MT"/>
              </a:rPr>
              <a:t>#2</a:t>
            </a:r>
            <a:r>
              <a:rPr sz="1350" spc="-10" dirty="0">
                <a:solidFill>
                  <a:srgbClr val="57575A"/>
                </a:solidFill>
                <a:latin typeface="Arial MT"/>
                <a:cs typeface="Arial MT"/>
              </a:rPr>
              <a:t> active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88966" y="4175653"/>
            <a:ext cx="873443" cy="430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45" dirty="0">
                <a:solidFill>
                  <a:srgbClr val="57575A"/>
                </a:solidFill>
                <a:latin typeface="Arial MT"/>
                <a:cs typeface="Arial MT"/>
              </a:rPr>
              <a:t>BWP</a:t>
            </a:r>
            <a:r>
              <a:rPr sz="1350" spc="-50" dirty="0">
                <a:solidFill>
                  <a:srgbClr val="57575A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57575A"/>
                </a:solidFill>
                <a:latin typeface="Arial MT"/>
                <a:cs typeface="Arial MT"/>
              </a:rPr>
              <a:t>#1</a:t>
            </a:r>
            <a:r>
              <a:rPr sz="1350" spc="-10" dirty="0">
                <a:solidFill>
                  <a:srgbClr val="57575A"/>
                </a:solidFill>
                <a:latin typeface="Arial MT"/>
                <a:cs typeface="Arial MT"/>
              </a:rPr>
              <a:t> active</a:t>
            </a:r>
            <a:endParaRPr sz="135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45208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401" y="299124"/>
            <a:ext cx="3899076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28189" algn="l"/>
              </a:tabLst>
            </a:pPr>
            <a:r>
              <a:rPr spc="-25" dirty="0">
                <a:solidFill>
                  <a:srgbClr val="FF0000"/>
                </a:solidFill>
              </a:rPr>
              <a:t>CORSET	</a:t>
            </a:r>
            <a:r>
              <a:rPr spc="-5" dirty="0">
                <a:solidFill>
                  <a:srgbClr val="FF0000"/>
                </a:solidFill>
              </a:rPr>
              <a:t>in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BWP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7180" y="1799082"/>
            <a:ext cx="3986212" cy="392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132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267</Words>
  <Application>Microsoft Office PowerPoint</Application>
  <PresentationFormat>On-screen Show (4:3)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Cambria</vt:lpstr>
      <vt:lpstr>Default Design</vt:lpstr>
      <vt:lpstr>5G WIRELESS COMMUNICATION  (UEC 719) </vt:lpstr>
      <vt:lpstr>PowerPoint Presentation</vt:lpstr>
      <vt:lpstr>PowerPoint Presentation</vt:lpstr>
      <vt:lpstr>Bandwidth part</vt:lpstr>
      <vt:lpstr>Bandwidth Part Use Cases</vt:lpstr>
      <vt:lpstr>Bandwidth Part Use Cases</vt:lpstr>
      <vt:lpstr>Bandwidth parts</vt:lpstr>
      <vt:lpstr>CORSET in BWP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ti</cp:lastModifiedBy>
  <cp:revision>354</cp:revision>
  <dcterms:created xsi:type="dcterms:W3CDTF">2007-08-08T07:13:51Z</dcterms:created>
  <dcterms:modified xsi:type="dcterms:W3CDTF">2025-09-02T11:27:50Z</dcterms:modified>
</cp:coreProperties>
</file>