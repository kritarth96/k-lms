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59" r:id="rId3"/>
    <p:sldId id="260" r:id="rId4"/>
    <p:sldId id="261" r:id="rId5"/>
    <p:sldId id="263" r:id="rId6"/>
    <p:sldId id="264" r:id="rId7"/>
    <p:sldId id="271" r:id="rId8"/>
    <p:sldId id="265" r:id="rId9"/>
    <p:sldId id="266" r:id="rId10"/>
    <p:sldId id="267" r:id="rId11"/>
    <p:sldId id="272" r:id="rId12"/>
    <p:sldId id="273" r:id="rId13"/>
    <p:sldId id="268" r:id="rId14"/>
    <p:sldId id="274" r:id="rId15"/>
    <p:sldId id="269" r:id="rId16"/>
    <p:sldId id="270" r:id="rId17"/>
    <p:sldId id="262" r:id="rId18"/>
  </p:sldIdLst>
  <p:sldSz cx="9144000" cy="6858000" type="screen4x3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50:19.837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0 802 452,'0'0'61,"0"0"-59,0 0 45,0 0-12,0 0-24,0 0-10,3-1 13,-1 1 11,-2 0 11,0-2 3,1 2 7,-1-1 18,0 1-5,0 0-20,0-1-10,0 1 6,2 0-2,-2-2-18,1 1-4,4-3-1,5-5-1,5-2 0,9-4-7,7-7-2,8 0 0,7-6 0,2-6 4,10-4-3,2-5 0,4-3-2,6-3 6,5-4-3,7 3-2,4 0 1,1 7-1,-2 3 1,-3 5 2,-10 7-3,-11 7 0,-19 6 0,-15 7-1,-14 6 1,-10 0 0,-3 2-3,0 0 2,0 0-7,0 0-1,3 0-6,-3 0-11,0 0-8,3 0 5,-3 2 1,0 0-28,0 4-43,0 1-11,0 0-4,-6-1-39,-2-2-202</inkml:trace>
  <inkml:trace contextRef="#ctx0" brushRef="#br0" timeOffset="622">882 10 302,'0'0'272,"0"0"-239,0 0 27,0 0 0,0 0-33,0 0-4,-3 0 14,3 0 22,3-1-15,15-1-19,16 1 5,8-2 19,8 0-22,2 3-8,-2 0-12,-5 0-3,-4 3 0,-10 7-4,-1 1 0,-5 1-1,-6 2-4,-5 2 4,1 0 1,-9 3-3,-3-1 2,-3 1-4,0 0 5,0 1 13,-9 1 1,-9 0-3,6 1-2,-3 0-7,3-1 0,0 0-2,5-2-3,1 0-22,0-3-11,3-2-35,0-3-41,1-1-33,2-6-60,0-4-181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49:00.691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3424 488 155,'0'0'1,"0"0"-1,0 0 0,0 0 11,0 0 11,0 0-18,0 0 36,-6 17 0,1-9-19,1 2-21,0-2 0,4 1-14,0-2-8,0-5-47,11 1 46,2-3-20,-3 0 2,-4 0 18,-6 0-1,0 0 17,0 0-3,1 2 8,2 1-9,-1-2 10,-1 0-3</inkml:trace>
  <inkml:trace contextRef="#ctx0" brushRef="#br0" timeOffset="81845">0 279 513,'0'0'11,"0"0"-4,0 0-3,0 0 20,0 0-24,0 0 2,16 22 4,-7-18 27,5 0-2,5-1-2,8 0 4,7-1-1,11-2-7,4 0-6,8 0-8,1-5 2,2-5 14,-2-1-14,-2-1-6,4 1 4,3-2-1,4-3-2,13-4-8,4-1 4,1 0 4,10 0 3,4 3 5,5 0-11,10 2 11,-1 3-8,-3 0 5,-5 2-5,-11 2-3,-6-1-4,-2 0 5,-6 0-5,-5 3-1,-6 1 2,-8 2 2,-10 1-4,-10 0-5,-11 1 5,-10 0 5,-9 1 0,-6 1 2,-5 0 7,0 0 10,0 0 2,0 0-11,0 0-13,0 0 1,0 0-2,0 0-1,0 0-2,0 0 2,0 0-2,0 0 2,0 0 0,0 0-10,0 0 9,0 0 0,0 0-4,0 0-11,0 0-16,0 0-46,-6 0-65,-10 0 3,-7 1-31,-8 2-110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49:02.107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0 670 245,'0'0'127,"0"0"-37,0 0-34,0 0-38,0 0-9,0 0 1,0 0 20,-6-7-13,6 7-10,0 0 1,0 0 6,0 0 22,0 0-32,13 5 7,8 4 24,16 1 9,16-2-12,16-2 6,16-3-19,14-2-7,9 0-3,9-1-8,8 2 8,2-2-9,-2 1 0,-1 2 5,-7-2-5,-17 2 2,-17 0-2,-26-2 1,-24-1 0,-19 0 2,-11 0-3,-3 0 0,0 0-2,0 0-34,0 0-1,-3 0-66,-7-4 22,1 0-46,-2-2-79,-6-2-95</inkml:trace>
  <inkml:trace contextRef="#ctx0" brushRef="#br0" timeOffset="444">1121 516 206,'0'0'145,"0"0"-74,0 0-1,0 0-56,0 0-12,85-3-1,-35 22 12,8 7 31,0 1-23,-6 0-9,-6-2 3,-12-1-2,-10-1-11,-6-2 4,-3 1-4,-8 0 2,-2-2-3,-4 1-1,-1-3 2,0 2 0,-7 1 10,-12 0-11,-8 0 10,-1 2-1,-2-1-8,3 0-2,12 1-9,6-3-47,7 2-29,2-4 1,20-7-14,20-6-128</inkml:trace>
  <inkml:trace contextRef="#ctx0" brushRef="#br0" timeOffset="916">2011 359 252,'0'0'112,"0"0"-60,0 0-46,0 0-2,0 0 59,25 77 18,-15-40-13,-1 0-49,-5-3-7,1-4-3,-3-5-7,-2-4 5,0-3-4,0-3 0,0-5-2,0-5 4,0-3-5,0-2 3,0 0 18,3-10 45,-1-12-26,2-7-39,-2-11 4,2-9-5,1-6-4,0-3 1,3 3-1,0 3 4,1 5-3,4 3 3,1 3-3,2 3 1,2 3 2,1 5-3,2 5 1,-3 7-3,1 5 1,-5 6 4,-1 5 0,-1 2-13,1 0 1,1 15-8,1 4 7,-2 5 7,-2 4 5,1 2-4,-3 2 5,-2 4 2,3 3-2,-2-1-3,-5 4 3,3-2-6,-3 3 6,-1 0 0,1 0 1,1-2 0,-1-5 1,0-3-2,0-7-2,-2-6-9,-1-7-16,0-4-12,0-6-32,0-3-110,0 0 49</inkml:trace>
  <inkml:trace contextRef="#ctx0" brushRef="#br0" timeOffset="1538">2143 468 281,'0'0'114,"0"0"-42,0 0-38,0 0 10,0 0 4,0 0-24,70-12-10,-30 9-10,-1-1-2,-2 0-1,0 0 0,-6-2 3,-2 0-4,-4-1-28,-1 0-46,-2-2-70,2-1-68</inkml:trace>
  <inkml:trace contextRef="#ctx0" brushRef="#br0" timeOffset="1808">2797 240 279,'0'0'77,"0"0"-77,0 0-6,0 0 6,0 0 58,0 82-27,0-54-2,0 2 31,0 1-28,-1 1 5,-2 1-16,0-2-12,0-3-6,1-4-1,1-5 1,-2-6-2,3-6 0,0-3 3,0-4-2,0 0 0,0-10 46,0-13-16,0-9-31,0-6 0,0-3 3,0-2-4,0 2-7,0 4 2,7 4 5,2 0-2,0 3-4,3 3-6,0 2 5,6 4 3,0 4 0,3 4-1,2 4 3,4 5-3,0 2-2,-3 2 0,-1 0 2,-7 0 1,-4 4-1,-5 5-5,-1 5-3,-6 0 2,0 4-2,0 2 3,-3 0-9,-9 2 13,-3 2 0,-6-1 6,-4 0 5,-2-6-4,1-4 5,2-1 3,4-6 2,4-2-7,8-3-4,4 1 8,1-2-7,3 0 12,0 0 0,0 0-4,0 0 4,0 0-4,0 1-7,0 3-2,0 4 0,7 3 4,7 2 20,10 2-17,1 0 2,0 1 2,-1 0-9,-6-4-1,-2 0-1,-5-2 0,-3-1-12,-1 0-17,-3-2-37,2 0-25,6 0 3,9-4-31</inkml:trace>
  <inkml:trace contextRef="#ctx0" brushRef="#br0" timeOffset="2625">3397 312 197,'0'0'57,"0"0"-6,0 0 18,0 0 19,0 0-31,-44 80-22,37-54 19,3 2-23,2 1-15,1-4-6,-1 0-1,2-3-6,-1-7-3,1-5 3,0-5-1,0-4 0,0-1-2,0 0 10,0 0 33,0-1 13,0-14-27,0-9-27,0-4 1,0-4-6,0-3 0,0 2-1,0-1-3,0 2 1,0 2 4,1 2 2,8 0-7,3 4 4,0 2-8,4 1 1,1 2-3,5 1 12,2 1 0,1 2-2,-2 4 5,-4 1-2,-1 4 0,-8 2-3,-1 1 0,-2 3 3,-2 0-1,-2 0-9,2 0-17,-1 0-3,1 7-2,1 4-7,1 3-29,-3 0 2,-2 3-16,-2-3 0,0-1-117</inkml:trace>
  <inkml:trace contextRef="#ctx0" brushRef="#br0" timeOffset="3196">3204 373 288,'0'0'87,"0"0"-21,0 0 6,0 0-25,81 0-8,-38 0-21,2 0 3,2 0-14,0 0-6,-9 0 1,-8 0 5,-10 0-7,-7 1 0,-4-1 1,-1 0 0,0 2-2,-3-2 1,-4 0-7,-1 0-12,0 1-44,0-1-39,0 0-84</inkml:trace>
  <inkml:trace contextRef="#ctx0" brushRef="#br0" timeOffset="3623">4115 257 22,'0'0'91,"0"0"7,0 0-43,0 0-3,0 0-10,0 0 1,-70-23-11,51 23-4,-2 0-15,2 0 0,-4 9-1,0 5 8,-1 3-3,3 2 13,-2 3-13,6 0 11,3 7-17,3-1 2,7 5-6,4-1-7,0 2 14,9-3-12,8-3 0,3-3 8,3-6 2,-1-5-11,8-4 4,4-3 7,3-4-8,-1-3-1,-1 0 0,-6 0-3,-5 0-15,-6-7 6,-4-2-44,-7-2-82,3-4-65</inkml:trace>
  <inkml:trace contextRef="#ctx0" brushRef="#br0" timeOffset="4066">4405 377 302,'0'0'92,"0"0"-77,0 0-15,0 0 0,0 0 33,0 81 46,-3-40-11,0 4 1,-3-1-50,3-6 7,-2-6-4,1-3-15,1-8-6,1-5 3,1-4-4,-1-5 0,1-6-5,1-1-3,-2 0 1,2-8 4,0-15 0,0-7-44,0-9-21,0-3-13,5-2-18,2 0 62,-1 5 32,0 5 2,-1 7 6,-1 5-6,-1 4 7,2 4 12,-2 6 0,0 3 4,0 2 1,-2 3-7,-1 0-14,3 0 0,3 6 0,1 10 1,6 4 42,6 7-1,5 5 13,7 8-15,5 5-26,3 0 3,2-1-9,-5-5-3,-2-7-4,-2-6 7,-5-5-8,-7-5 1,-5-6-3,-4-4 1,-2-5-5,1-1-8,6 0 2,0 0-30,0-10-69,-4-7-40,-8-4-97</inkml:trace>
  <inkml:trace contextRef="#ctx0" brushRef="#br0" timeOffset="4657">4877 301 248,'0'0'109,"0"0"-13,0 0-3,0 0-21,0 0-56,0 0-16,0-3-2,0 17 2,0 7 4,0 8 46,0 8-17,-4 6 1,1 10-9,-1 1-3,1 6-18,0-2 14,3-1-15,0 3-2,0-1-2,0-1-19,1 2-40,2-14-46,3-15-228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49:47.343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2 0 1,'0'0'36,"0"0"-32,0 0 8,0 0 20,0 0 6,0 0-17,0 0 3,0 8-12,0-8-8,0 0-3,0 0-1,0 1-12,0 2-18,0-1-15,0 4 36,0-2 2,0 0-16,0 0 13,0-1-3,0 1-1,0-1 3,0-1 0,0 1 11,0-2 0,0-1 0,0 0 0,0 0 0,0 0 3,0 0-3,0 0-2,0 0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50:17.947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2 520 534,'0'0'1,"0"0"15,0 0-13,0 0 9,0 0-12,0 0 0,0 0 0,-1-6 1,1 6 18,0 0-5,0 0 22,0 0 10,0 0-1,0 0-8,0 0-5,0 0-7,0 0-7,0-1 3,1-3-9,12-4 7,10-4-7,4-4 2,11-4 2,7-5-1,9 2-10,4-4-1,8-2-2,1 2-2,5-5 2,2 3-2,4 1 1,-1 2-3,-11 5 6,-15 4-8,-15 6 0,-18 6-1,-12 2 3,-5 3-6,-1 0-2,0 0 0,0 0 2,0 0 3,0 0 3,0 0-11,0 0-15,0 0-35,0-2-36,-7 1-25,-11-3-157</inkml:trace>
  <inkml:trace contextRef="#ctx0" brushRef="#br0" timeOffset="607">535 0 417,'0'0'59,"0"0"-57,0 0 9,0 0 35,0 0 27,0 0-21,91 34-9,-53-24 0,3 0-16,1-2-2,1 2-9,-6 0-1,-7 2-11,-3 1-1,-9 4-1,-3 0-1,-5 2-1,-4 0 11,-3 2-2,-3 0 5,0 1-1,0-3 2,0 2-13,-3-2 3,-6-1 3,-1 0 0,-5-4-4,4 0-4,-2-2-1,6-4-51,-4 2-73,5-4-84,2 0-158</inkml:trace>
  <inkml:trace contextRef="#ctx0" brushRef="#br0" timeOffset="6562">932 861 467,'0'0'45,"0"0"9,0 0 24,0 0-38,0 0-17,0 0 4,-12 0 8,12 0 4,0 0-8,0 0-2,0 0 6,0 0 7,0-7-15,4-4-3,10-7-22,10-6-3,10-6 6,9-2-9,8-3 10,7 1-7,5 3 2,-5 2-2,-1 7 3,-17 7-4,-7 3 0,-12 5-6,-9 2 6,-8 3-12,-2 1 11,-2 1-5,0 0-13,0 0-40,0 0-35,-5 0 1,-8 0-87,-5 3-131</inkml:trace>
  <inkml:trace contextRef="#ctx0" brushRef="#br0" timeOffset="6967">1266 501 569,'0'0'45,"0"0"22,0 0 8,0 0-35,0 0-22,0 0-18,-18-16-11,18 16-5,12 0 16,9 4 6,9 8 17,4 0-1,5 4-9,-5-1-10,-3 1 4,-6-1-6,-8-1 0,-9-3-1,-5-2 0,-3 1-1,0 3 1,0 1 0,-3 4-2,-8 4-4,-5 4-57,1 2-6,3 2-29,2-3-167</inkml:trace>
  <inkml:trace contextRef="#ctx0" brushRef="#br0" timeOffset="7934">1542 2393 97,'0'0'227,"0"0"-202,0 0 20,0 0 29,0 0-34,0 0-7,0 0 32,-2 1-14,2-1-23,0 0-12,0 2 8,0-2-3,0 1 6,0 2-5,0 1 14,0 0-1,2 0 7,4-1-12,2 3-7,1-2-3,7 3-3,2 2 6,6-1-3,4 0-11,0-2 0,1 1 5,-1-2-9,0 0 4,-1-1-2,-1-1 0,4 0-6,-2-2 9,5-1-8,3 0 2,4 0-3,2 0 12,0 0-12,2 0 3,1 0-2,0 0 3,-2 0 0,-4 0 1,4 0-6,-4-4 5,0 1-5,1 1 3,0-3 0,1 4-1,-1-3 0,-4 2-1,4 1 1,-3 0-2,1-1 1,-1 1 3,-1-1-4,-1 1 4,0 0-3,-2 1 3,1-2-1,-3 2-3,4 0 2,-4 0 0,5 0-2,0 0 0,-2 0 6,2 0-4,1 0-2,-1 0-4,0 0 4,-3 2 2,-1 0-2,0 1 2,-2-1-2,-1 0 0,0 1 0,-4-3 0,5 2 0,-4-2 0,2 0 0,0 0 1,-1 0-1,3 0 0,-5 0 0,3 0 0,1 0 4,-1 0-3,5 0 0,-2 0-1,-1 0 0,3 0 0,-2 0 0,1 0 1,-1 2 0,0 0-1,1-2 2,-3 1 0,-1 1 0,0-1 0,0 0-2,4 1 0,-1-1 1,0 0-1,-1 1 1,-3-1 0,4 1-1,-1-1 4,1-1-1,1 2 1,2-1-4,7 0 4,0 2-8,-2-1 5,-2-1-3,-1 2 4,-1 0-5,0 0 5,1 0-3,-2-2 1,1 2 0,-1-3 0,2 0 2,1 0-1,5 1-1,-3-1 0,0 2 0,-2-1 1,-1-1-1,-2 2 0,-7-2 0,-3 0 0,-3 0 0,-3 0 0,1 0 1,0 0 0,-2 0 0,-4 0-1,-4 0-1,-4 0-1,-4 0 0,1 0 4,-2 0-4,0 1 0,0-1-4,0 0-5,0 0 4,0 1-6,-6 1 6,-15 2 7,-9 0 11,-9 0-7,-11 1 2,-6-3-6,-5 1 0,-2 1-11,2 2 9,4-1-2,2 2 3,3-2-4,-3-2 1,-8-1 4,-7-2-1,-8 0-3,2 0-12,5 0 5,10 0 11,5-4 0,-1 0 0,1 0 0,-1-1 0,-1 3-1,5-4 2,-3 1-2,-1 0-3,2 1-2,-3 3 6,5-1 4,0 1-2,5 1 2,6 0-4,5 0 0,9 0-1,1 0 2,6 0-2,1 0 1,6 1 0,2 1 0,1-1 0,5-1-1,3 0 1,3 0 1,0 0-1,0 0 0,0 0-13,12 0-7,13 0 18,7 0 3,11 0-1,8 0 2,4 0 1,8 0 0,5 0-2,-5 0 1,-12 0-1,-14 0-1,-11 0-3,-12 0 3,-8 0 4,-4 0-4,-2 0-5,0 0 3,-3 0-4,-21 0-8,-12 0 11,-14 0-1,-6 0 0,-5 0 2,-2 0 4,-1 0-3,1 0 3,1 0 2,-4 0-2,6 2 0,5 0-2,9 1-1,12 0 0,4-2-1,5 1 1,-1 1 1,-2-2 2,2 2 0,-2-2-2,7 0-4,2 1 4,-1 1 0,5-3 2,-1 1-4,1-1 5,0 0-2,0 0-1,-3 0 0,-2 0 0,-6 0 1,-4 0-1,-8 0 0,-3-3 3,-1-2-3,-2 1-1,5-1 1,0 1 0,6 1 0,6 2 3,2 0-6,8 1 6,-2 0-6,-2 0 3,3 0 0,-1 0 4,4 0-3,0 0-1,3 0-5,-4 0 5,2 0 4,-2 2-4,4 0 0,0-2 0,0 1-1,3-1 1,3 0 0,3 2 1,-6-2-1,2 0 0,-2 0 0,-6 0-4,4 1 4,-4-1 3,-1 0-3,4 0 0,-4 0 0,4 1-3,0-1 3,6 2 2,1-2 1,5 0-3,-1 0 1,1 0 2,0 0-3,0 0 2,0 0-6,0 0 10,0 0-12,-3 0 6,0 0-2,-2 0 4,1 1-2,-3 1 6,2-1-6,2-1 0,0 0-1,3 0 1,0 0 1,-3 0 5,3 0-5,0 0 9,0 0-7,0 0-2,-2 0 0,-2 0 0,-1 0 5,0 0-5,3 0 0,1 0 0,-2 0-1,-3 0 0,-5 0 3,-1 0 1,2 0-3,-1 0-1,-2 0 1,2 0-1,-5 0-1,1 0 1,2-1 0,2 1 0,5-2 4,0 2-4,-1-1-2,-2 1 2,0 0-1,-6 0-1,-3 0 2,-1 1 1,-6 5-1,-4-2 0,-1-1-3,3-2 8,5 0-7,6 1 6,8-2-4,4 1 0,4 1 3,0-1-3,0-1-4,0 2 1,0-2-1,0 0 4,0 0 0,0 1 1,0-1-2,0 0 0,0 1 1,0-1 0,-2 0 0,-1 0 0,0 0 0,3 0 0,0 0 3,0 2-3,0-2 0,0 0 0,0 0 0,0 0-1,0 0 1,0 0 4,0 0-4,0 0 1,0 0-1,0 0 0,0 0 6,0 0-4,0 0 0,0 0-1,0-2-1,0-8-8,0-2 6,0-1 1,0 2 1,0 0-1,0 2-1,0 4 0,0-1 4,0 3-2,-3 2 6,3 1-6,0 0 0,0 0-8,0 0 8,0 0-4,0 0 1,0 0-1,0 0 2,-3 0-13,3 0 10,-3 0-15,3 0 6,0 0-17,0 0-12,0 0 14,0 0 18,0 0-12,0 0 3,0 0-51,-4 0-26,-4-5-15,2-3-327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51:23.151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0 330 306,'0'0'26,"0"0"-21,0 0 28,0 0 0,0 0-1,0 0-4,0 0 22,0 0-5,0 0-22,0 0-10,0-1-3,9-6 9,13-5-6,17-5-3,7-2-1,13-5-6,4-3 1,5-1 0,-1 0-4,-9 0 4,-6 7-5,-9 5 2,-10 3 0,-12 5-1,-10 2 1,-6 3-1,-4 2 0,-1 1 0,0 0-2,0 0-1,0 0-28,0 0-1,0 0-47,-10-2-61,-9-1-53</inkml:trace>
  <inkml:trace contextRef="#ctx0" brushRef="#br0" timeOffset="396">361 0 211,'0'0'219,"0"0"-212,0 0-3,0 0 4,0 0-5,0 0-3,42 0 1,-20 2 6,0 5-1,-1 1-2,1 0 1,-2 1-4,1 0 3,-2 1 1,-6 0-1,1 2-1,-7-1 3,-3 1-2,-2 1-3,-2 3 3,0-1 3,-2 2 5,-9 2-3,-3-2-5,1-1 6,2-1-6,1-4-1,3-2 4,2-2-7,-2-3 0,7 0 0,0-2-5,-3-1-9,3-1-9,0 0-10,0 0 1,0 0-41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51:31.418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0 136 41,'0'0'13,"0"0"-6,0 0-1,0 0 3,0 0 7,0 0-5,0 0 18,0 0-16,3-8-2,-3 7 25,3 1 11,-3 0-17,0 0-16,0 0-4,0 0-9,0 0 1,0 0 7,0 0 0,0-1 14,0 1-4,0 0 8,0 0 3,0 0 0,0 0-14,0-2 3,3 2-11,-3-1-3,0 1-1,0 0 0,0 0 0,0 0 4,0 0 5,0-2-3,0 2-8,0-1 7,0 1-7,3 0 0,-3 0-2,0 0 4,0 0 1,0 0-5,0-2 2,2 2-1,-1-1 6,-1 1-5,3-2 4,-1 1-1,-1 0 2,2-2 1,1 1-1,-1 1 1,0 1-1,0-3 7,2 0 4,1 0 5,4-2-6,1 3 0,1-3 2,1-1 2,4 1-8,3-1-5,4-1 5,3 0-9,1 1 13,-1-1-11,4 3 6,-4-1-3,-2 2-3,-1 1-5,-4-3 1,1 2-1,-1 2 2,1-2-1,-1 1 0,2 1-1,0-1 2,2 1-1,0-2 3,0 2 1,-3-2-3,-5 1 4,-4 1-6,-3 1 4,-2 0-5,-1 0 2,2 0-2,-2 0 1,4 0-3,1 0 4,-2 0-2,1 0 1,-1 0-1,-3 0 1,4 0-1,-5 0 2,-1 0-2,-2 0-6,-2 0 6,0 0 6,0 0-6,0 0 2,0 0 0,0 0 0,0 0-1,0 0 2,0 0-1,0 0 1,0 0-3,0 0-5,0 0 2,0 0-6,0 0-22,0 0-26,0 0-16,0 0-8,0 0-15,1 1-7,2-1-154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53:59.294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496 401 374,'0'0'120,"0"0"-102,0 0 4,0 0-16,0 0-6,0 0 1,0 0-1,46-7-1,-46 7 1,2 0 0,-2 0 1,1 0-1,2 0 3,0 0-2,4-2 6,-2 1-3,4-2 5,0 0-7,3 0 6,0-1-7,6 0 3,5-4-4,3-1 6,7-3-4,7-1-1,5-3 3,7-2-4,9 1 0,3-3 3,2 2-3,1-3 3,5-2-6,10-1 6,7-1-3,2 2 0,-6 4 0,-8 2-2,-12 2 2,-8 6 0,-5-1 0,-10 2 0,0 1 0,-6 0 0,-6 1 2,-2 2-1,-3-2 0,-1 2-2,-2-2 2,-5 2-1,-4 2 0,-7 1 0,-4 1-1,-1 0 0,-1 0 1,0 0 0,0 0-7,2 0 4,1 0 3,1 3-3,2 7 2,3 4-4,0 6 2,-1 3 3,-1 3 0,2 1 0,-3-2 8,0 0-7,0 1 2,0-3-2,4 2 4,1-4 1,2 0 0,-1-3-4,2 0 2,-3-2 0,-3 0-3,-2-4 3,-3-2-2,4-2-2,-4-2 4,-1-5-4,-1 2 1,-1-1-1,0-2 0,0 1 0,0 2 0,0 0-6,-6 4 1,-9 2 5,-1-1 2,-5 0 1,-1-1 2,-5 2-3,-4-2-1,-4 1 3,-2 2 0,-4 1-4,-3 1 0,2 1 3,3-5-2,2-1 2,1 0-3,0 0-1,-1 1 1,-2 1 5,-1 1-5,0 0-2,-4 1 2,-2 0 2,3-1 3,0 1-5,2-1 0,2 3 1,2-2-1,1 2-1,5-1-1,4 0 2,5-3 0,4 0 2,1-2-2,-3 3 0,-6 2 0,-8 0 0,-5 3 1,-3-1 1,-1-1-2,4-1 0,3-2-1,2-1 2,7 1-4,2-2 5,3-1-6,2 2 4,-1-2 0,-1 3 2,2 0-1,-2 0-1,3 0-1,1-1 1,-3 0 0,3 2 0,-3 0-2,-3 2 2,-1 0 0,2-2 0,-2-1 3,4-2-3,3-1 0,8-4 0,4 0 0,4-2 0,2 1 8,0-2-8,0 0 0,0 0 3,0 0 5,0 0-2,0 0-1,0 0-2,0 0 1,0 0 2,0 0 12,0-7-12,0-9-6,2-2-1,4-2 1,0 0 0,1 1 0,-2-1 0,-1 0 1,1 0-1,-2 1 0,0 1 4,1-1 2,2 1-6,0 2 1,-3 1-1,3 0 2,0 0-4,-1 1 2,2 0 0,-3 1 0,1 2 3,-2 3-3,0-1 0,-2 2 0,1 0 1,-2 1-1,3 2 0,-3 1 1,0 2-1,0-1 0,0 2 5,0 0-3,0-1-1,0 0 0,0-2 1,0 0 2,0-1-2,0 0 3,0 0-4,0 1 9,0 0-4,0-1 4,0 1-5,0-1-5,0 1 0,0-1 0,0-2 8,0 2-8,0-3 2,0 1 3,0-3-5,-3-2 4,1 0-3,1 0 4,-1 1-4,2-1-1,0-1 0,-1 2 0,1 0 3,0 2 1,0 1-3,0 2-1,0 0-1,0 1-1,0 3 2,0-2 1,0 2 2,0 1-3,0 0 0,0 0-2,0-2 5,0 1-3,0-2 5,0 0-5,0 2 11,0-2-5,-2 0 0,2 0-2,0 0-2,0 0-2,0 2-2,-1 0 2,1 1 1,0 0-1,0 0 0,0 0-2,0 0-2,-2 0 4,2 0-10,0 0 1,-1 0-8,-1 0-34,2 0-15,-1 8 37,-2 2-41,3 3-40,-2-1 13,-1 1-43,-1-5-66</inkml:trace>
  <inkml:trace contextRef="#ctx0" brushRef="#br0" timeOffset="7764">171 2606 518,'0'0'4,"0"0"-1,0 0 8,0 0 22,0 0-25,0 0-5,-8-17-2,8 17 5,0 0 11,0 0-1,3-3 13,19-4 2,13-2-19,11-5 6,14-3-13,14-2-4,9 1 0,0 4 0,-10 4 2,-16 5-2,-11 2-1,-16 1-6,-15 2-10,-9 0-15,-6 0-63,-21 8-100,-19 4 38</inkml:trace>
  <inkml:trace contextRef="#ctx0" brushRef="#br0" timeOffset="8049">466 2575 415,'0'0'6,"0"0"-5,0 0-1,0 0 0,0 0 1,0 0 12,48 79-10,-42-49 24,1 4 5,-4 1-8,-1 3 14,-2-3-26,3 1-5,0-3-5,0-2-4,1-1 0,-1-5-8,0-1-4,1-5-48,-4-5-10,0-6-124</inkml:trace>
  <inkml:trace contextRef="#ctx0" brushRef="#br0" timeOffset="8304">332 3073 483,'0'0'65,"0"0"-65,0 0-26,0 0 26,0 0 0,0 0 32,110-24-16,-74 11 3,3-1-18,1 0 2,-3 0 4,-2 0-7,-7-2-15,0 2-59,-11-3-111</inkml:trace>
  <inkml:trace contextRef="#ctx0" brushRef="#br0" timeOffset="8520">815 2733 420,'0'0'49,"0"0"-31,0 0 7,0 0 19,0 0-42,0 0-1,-27-11 1,24 12 29,0 4-21,2 1-6,1 6-1,0 2-3,0 4 0,3 1-7,9 0 5,6-3 2,4-4 4,2 1 0,3-4-4,3-1 5,-5-1-4,-4 0-1,-6-1 6,-9-1-6,-3 1-5,-3-2 5,0 2 0,-3 1 6,-12 3 24,-7 0-6,-1 0-12,1-3-11,1 0-1,2-3-1,-1-3-21,2-1-23,5 0-74,1-5-17,12-15-188</inkml:trace>
  <inkml:trace contextRef="#ctx0" brushRef="#br0" timeOffset="8948">1039 2364 468,'0'0'33,"0"0"-14,0 0 2,0 0 23,0 0-27,0 0-17,15-28-7,-11 28-7,1 8 3,1 7 11,3 5 9,1 3 16,1 8 2,-5 3-15,0 4-2,-2 3-6,-1-2 6,0-1-7,-3-1-2,3 0 0,0-4-1,0 3 0,-3-4 2,0-3-2,0-2-15,0-4-21,0-6-43,0-5-64,-6-7-35</inkml:trace>
  <inkml:trace contextRef="#ctx0" brushRef="#br0" timeOffset="9301">964 2760 508,'0'0'51,"0"0"-40,0 0 40,0 0-43,0 0-6,90-56 2,-47 36 3,8 1 2,1 0 10,0 1 8,-8 3-12,-11 4-8,-14 5-3,-10 3-3,-3 1 0,-6 2-1,0-2-3,0 1-16,0 1 10,0 0-5,-15 0-34,-12 0-77,-12 0-125</inkml:trace>
  <inkml:trace contextRef="#ctx0" brushRef="#br0" timeOffset="9887">30 2060 239,'0'0'49,"0"0"-49,0 0-3,0 0-1,0 0 0,0 0 4,39-20 101,-33 14-95,-4 3 63,-2 2 47,0-1-81,0 2-17,0-1-8,0 1-5,0 0-1,0 0-3,-5 0-1,-7 3-4,-1 11 3,-1 4 1,-2 2-6,7 1 6,3 0 3,4-1-2,2-1-2,0-3-3,14-2-3,5-2 4,5-7 6,3-5-3,0 0 0,1 0 11,-2-14-10,-1-3 9,-4-4-5,-5 0 2,-8 1-7,-1 2 18,-7 1-5,0 2 0,-10 0 4,-11 4-17,-9 5-1,-3 2 0,5 3-4,2 1-9,9 0 4,6 0-2,5 0-18,-1 0-33,4 5-49,1 2-49</inkml:trace>
  <inkml:trace contextRef="#ctx0" brushRef="#br0" timeOffset="10396">392 1903 498,'0'0'14,"0"0"23,0 0 35,0 0-47,0 0-25,0 0-4,0-20-11,-5 26 11,-1 5 4,0 5 5,0-1-3,3 2 2,0 1-2,2 2 0,1-1 2,0-1-4,1-1 0,14-3 0,2 0-5,6-4 9,3-1-7,-1-7 6,3 0-6,-1-2-3,-1 0-27,1-6-78,-2-12-65</inkml:trace>
  <inkml:trace contextRef="#ctx0" brushRef="#br0" timeOffset="10726">666 1823 350,'0'0'25,"0"0"1,0 0-4,0 0-22,0 0 0,0 0 33,-45 27 14,32-13 4,5 1-25,2 1-13,3 1-12,3 1 5,0 0-6,0 2 0,3-2-1,8-2 2,2-3-4,2-8 6,3-2 0,3-3 5,4 0 4,4-14-7,-1-6-5,2-4 0,-8 0 0,-7 0 1,-7 4-1,-8 3 0,0 5 6,0 3-5,0 4 9,-3 1-5,-2 2 0,4 1-4,-1 1 8,2 0-2,0 0-1,0 0-4,0 0-2,0 0-3,0 0-5,0 4 8,0 6-5,0 1 4,2 0-6,4-2 1,-2-1-9,5-2 15,0-3-2,2 0 0,5-3 1,-1 0 1,3 0-6,-5-5 12,-1-2-3,-6 0-3,-3 4-2,0 0 2,-3 3 3,0 0 4,0 0-7,0 0-6,0 0 5,2 0-5,2 3 2,5 6 2,1-3 4,4-1-3,4-2 2,-2-3 4,2 0-3,0 0-3,-3-10 2,3-10 1,-6-2 5,-5-6-2,0-5-5,-5-2 5,-2-2-3,0 2 1,0 3 5,-10 8 3,-1 4 0,4 10 2,2 5-2,1 2-10,4 3 4,0 0-5,0 0-6,0 7-3,0 17-2,0 12 10,0 8 0,0 6 1,0 1 4,0 0-1,0 0-3,13-5-2,-2-3-3,-2-4 9,1-5-6,-2-6 4,-1-4-2,2-7 1,-3-5-2,-2-5-14,-2-6 12,-1-1-2,-1 0 5,0-8 5,0-15 0,0-10-5,0-9 0,0-4 0,0-1 0,0 5 0,0 9 10,0 8-4,0 4 9,0 4 0,5 3 2,10 4-17,4 3 0,7 3-1,3 2 1,1 2-4,-3 0 0,-5 6 0,-5 5-1,-2 2-1,-8 0-1,-2 1 4,-5 0-9,0 1 12,-3 2 0,-21 2 0,-6 0 8,-3-2-6,0 0 2,7-4-8,3-3-9,7-5-38,5-5-69,7 0-97</inkml:trace>
  <inkml:trace contextRef="#ctx0" brushRef="#br0" timeOffset="11940">1473 1725 609,'0'0'33,"0"0"-26,0 0-7,0 0-7,0 0 7,0 0 13,0 91-8,2-61 5,2-4 0,1-1-9,-1-3 0,2-4-1,-6-3-3,3-4-7,-1-3-28,-2-8-75,0 0-82</inkml:trace>
  <inkml:trace contextRef="#ctx0" brushRef="#br0" timeOffset="12159">1453 1639 573,'0'0'20,"0"0"-19,0 0-2,0 0-86,0 0-138</inkml:trace>
  <inkml:trace contextRef="#ctx0" brushRef="#br0" timeOffset="12329">1582 1861 427,'0'0'0,"0"0"-5,0 0 5,0 0 11,0 0 21,0 0 23,94 1-2,-70-16-25,-3-5-23,0-4-2,-6-3 11,-9 3-3,-2 4-1,-4 3-6,0 5 6,-7 5-10,-2 3-2,-3 4 2,-3 0-1,4 0-4,1 12 5,1 6 0,3 5-2,5 3 2,1-1 0,0 2 0,6-2 7,7-2-2,2-5-3,6-5 0,0-6 1,7-4 7,-4-3-3,0 0-1,-6-12-3,0-9 7,-8-5-3,-1-6-1,-8-3-5,-1-1 3,0 3-4,0 7 4,-3 8 19,-1 11 18,3 4-5,1 3-36,0 0-13,0 6-7,5 10 13,9 5 7,7 3-1,0 1 2,4-2-1,-1-1 3,-5-5-2,-4-1-1,-4-3 0,-4-5 0,-2-1 0,-5 0 0,0 0-1,0 0 0,-15 3 1,-10 1 0,-3 1-7,-3 0-77,4-2-72,-1-2-172</inkml:trace>
  <inkml:trace contextRef="#ctx0" brushRef="#br0" timeOffset="14087">1800 2354 238,'0'0'136,"0"0"-86,0 0 66,0 0-73,0 0-20,0 0-23,-40-32 1,29 32-4,-1 0 3,-1 0-1,1 3 2,0 5-1,2 3 0,-1 3 0,4 3 0,4 0 0,3 1-3,0 0-4,18 0-5,8-1 12,6-2 7,2-1-6,2-1 3,-3-2-3,-5-1 0,-6 0 2,-6 0-3,-6-3-4,-7 1 3,-3 3-5,0 2-2,-18 3 8,-10-1 8,-8 0-7,-5-3 4,0-4 0,7-2-1,5-3 2,8-3-1,11 0-5,5 0 0,5-2-10,0-12-94,0-5-125</inkml:trace>
  <inkml:trace contextRef="#ctx0" brushRef="#br0" timeOffset="14558">1989 2250 512,'0'0'65,"0"0"-65,0 0-8,0 0-3,0 0 4,0 0 7,38 82 5,-37-53 19,-1 2-18,0-1 2,2-2-6,-2 0 3,1-1-3,4-3-2,-2-3-16,3-4-15,1-6-62,4-4-33,-2-4-51</inkml:trace>
  <inkml:trace contextRef="#ctx0" brushRef="#br0" timeOffset="14815">2251 2415 499,'0'0'56,"0"0"-2,0 0-32,0 0-22,0 0-4,0 0 2,-48 74 4,38-46-1,5 1-1,5-7-3,0-4-6,0-2 2,15-7 7,1-4 1,7-3 2,-2-2-1,0 0 6,-5-15-4,-3-2 4,-5-1 0,-5 0-6,-3 1-1,0 3 12,0-2-12,-11 5 3,-5 1-4,-2 2 0,0 2-8,3 4-6,-1 2-41,5-2-58,4 1-53</inkml:trace>
  <inkml:trace contextRef="#ctx0" brushRef="#br0" timeOffset="15210">2488 2098 582,'0'0'29,"0"0"-3,0 0 23,0 0-48,0 0-1,0 0-9,0 0 9,61 56 3,-58-20 15,-3 4-3,0 2-5,0-2-1,0-4-8,0-2 3,0-3-4,3-4-5,6-1-24,9-5-22,3-9-1,6-9-187</inkml:trace>
  <inkml:trace contextRef="#ctx0" brushRef="#br0" timeOffset="15466">2518 2343 279,'0'0'364,"0"0"-328,0 0 21,0 0-39,0 0-17,110-54-1,-71 48 0,-7 2 0,-9 0 0,-5 1-17,-4 0-21,0-1-48,-3 1-52,0 2-71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52:39.60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1974 427 198,'0'0'38,"0"0"-38,0 0-5,0 0 5,0 0 13,0 0 17,0 0-12,-10 11-14,10-11 2,0 0-4,-3-4-2,0-3-2,0 0-8,3 3-15,0 0-5,-1 4 3,1 0 3,0 0-28,0 0 13,0 0 22,0 0 5,0 0 6,0 0 0,0 0 1,0 0 5,0-1-7,0 1 1,0 0 5,0 0-3,6 0-27,4 0 31,-3 0 0</inkml:trace>
  <inkml:trace contextRef="#ctx0" brushRef="#br0" timeOffset="103837">2027 26 69,'0'0'180,"0"0"-144,0 0 16,0 0-12,0 0-26,0 0-7,0 0 15,0-14 0,0 11 57,0-2-44,0 5-24,0 0 4,0 0 9,0 0-2,0 0-4,-2 0-5,-1 0-13,-1 0 5,-4 0 0,-4 0-5,-4 0 0,-8 0 0,3 5 0,-4 3 3,-2 2-3,0 1 5,-1 2-8,3 2 6,0 1-5,3 1 5,1 1-2,3 3 1,0 2-1,-1-3-1,4 3 3,-3-3-2,3-2-1,1-1 1,3-3-1,3-1 0,2-5 0,2-2 1,0-2-1,1 0 0,-2 0 0,-1 0-2,-2-1-17,0 0-24,2-3-35,6 0-9,0 0-91</inkml:trace>
  <inkml:trace contextRef="#ctx0" brushRef="#br0" timeOffset="104424">1658 63 308,'0'0'79,"0"0"10,0 0-14,0 0-75,0 0-27,0 0 27,-16 51 0,1-20 4,-2-2 8,4 1 3,-2-2-1,0-1 12,-4 0-17,1-2 9,-2-1-15,3-2 4,3-4-2,6-4-5,1-2 0,4-6 1,3-4 7,0 1-4,0-1 17,0-1 0,3 0-16,18 1 8,7-1 3,8 2-4,6 0-2,0 1-8,4 0 3,5-1-4,-1-2-1,-5 0 2,-6-1 0,-9 0 0,-11 0-2,-10 0 1,-4 0 3,-5 0 1,0 0 9,0 0 4,0 0-10,0 0-6,0 0-2,0 0-1,0 0 1,0 0-24,0 0-23,0 3 4,-6 4-31,-3-1-52,3 0-103</inkml:trace>
  <inkml:trace contextRef="#ctx0" brushRef="#br0" timeOffset="201491">0 907 18,'91'-12'169,"6"4"-168,0-1 3,5-2-4,12-1 0,13-5 0,11-3 0,8-1 8,-3 0-4,-7 2 0,-14 5-4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52:40.454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8202 6 170,'0'0'74,"0"0"-42,0 0-14,0 0 16,0 0-11,0 0-5,-6-6 4,6 6-5,0 0-10,-1 0-2,1 0-3,0 0 3,0 0-4,0 0 0,0 0 0,0 0-1,0 0 3,0 0-3,0 0 0,0 0 3,0 0-2,0 0 3,0 0-8,0 0 6,0 0-2,0 0 4,0 0-4,0 0 0,0 0-2,0 0 2,0 0-1,0 0-15,0 0-71,0 2-138</inkml:trace>
  <inkml:trace contextRef="#ctx0" brushRef="#br0" timeOffset="2302">12553 2813 5,'0'0'49,"0"0"-47,0 0 37,0 0-39,0 0-3,0 0-17,27-13-41</inkml:trace>
  <inkml:trace contextRef="#ctx0" brushRef="#br0" timeOffset="11683">15905 455 18,'0'0'8,"0"0"-6,0 0 0,0 0 4,0 0-1,0 0-5,-19 6-17</inkml:trace>
  <inkml:trace contextRef="#ctx0" brushRef="#br0" timeOffset="71672">3534 3349 78,'0'0'126,"0"0"-122,0 0-2,0 0-4,0 0-5,0 0-27,0 0-24,0 0-47</inkml:trace>
  <inkml:trace contextRef="#ctx0" brushRef="#br0" timeOffset="83940">4499 3483 489,'0'0'0,"0"0"-69,0 0-49,94-17 15</inkml:trace>
  <inkml:trace contextRef="#ctx0" brushRef="#br0" timeOffset="94726">0 2375 7,'0'0'0,"0"0"0</inkml:trace>
  <inkml:trace contextRef="#ctx0" brushRef="#br0" timeOffset="116526">1793 4814 434,'0'0'0,"0"0"0,0 0-26,0 0-67,0 0 8,0 0 55,94-14-36</inkml:trace>
  <inkml:trace contextRef="#ctx0" brushRef="#br0" timeOffset="116902">3953 4775 30,'0'0'0,"0"0"-18</inkml:trace>
  <inkml:trace contextRef="#ctx0" brushRef="#br0" timeOffset="143937">5518 2695 419,'0'0'36,"0"0"29,0 0 7,0 0-27,0 0-31,0 0 0,0 0 24,0 0 6,0 0-16,0 0-12,0 2-10,0-2-6,0 1-3,0-1-22,0 0-78,2 0-166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53:52.718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6116 2143 331,'0'0'143,"0"0"-122,0 0 33,0 0 10,0 0-33,0 0-29,0-3 2,0 3 6,0 0-10,0 0 4,0 0 3,0 0 9,0 0-1,0 0-1,0 0-4,0 0 2,0 0-3,0 0 1,0 0 1,0 0 6,0 0 1,0 0 8,0 0 9,0 0-2,0 0 1,5 0 2,17 0 0,15 3 8,17 4-18,10-1-10,8 0-6,6 1-7,2-1-1,3-2-2,-5 0 1,-3-1-1,-5-1 2,-6-2 0,-4 0 4,-8 1-6,-7 2-3,-11-2 3,-10 1 4,-9-2-4,-6 0-1,-4 0-5,-5 0 6,0 0 0,0 0 0,0 0-6,0 1 1,0-1 1,0 0-14,0 0-10,0 0-17,0 0-42,0 2-56,0 2-72,0-1-212</inkml:trace>
  <inkml:trace contextRef="#ctx0" brushRef="#br0" timeOffset="712">8032 2444 437,'0'0'131,"0"0"-40,0 0 27,0 0-26,0 0-22,0 0-2,3 0-7,-3 0-16,2 0-7,-1 0 4,5 0-8,9 0-13,8 0-2,8 0 3,9 0-5,5 0-12,10 0-5,3 0 1,5 0-1,4 0 1,3 0-3,4 0 6,0-3-3,-2 0-1,-8 0 0,-10 3-2,-12-1 4,-13 1-2,-11 0 1,-9 0-2,-7 0 2,-2 0-1,0 0 0,0 0-1,0 0 1,0 0 0,0 0 0,0 0-5,0 0 0,0 0-1,0 0 6,0 0-15,0 0-18,0 0-19,0 0-6,0 0-55,-9 1-97,-12 1 26,-7-2-218</inkml:trace>
  <inkml:trace contextRef="#ctx0" brushRef="#br0" timeOffset="1912">3403 2402 130,'0'0'46,"0"0"-46,0 0 2,0 0 56,0 0-12,0 0 32,-3-1-11,3 1-18,0 0-5,0 0 1,0 0-13,0 0-9,0 0-11,0 0 0,0 0 9,0 0-6,0 0 11,0 0 21,0 0-11,0 0 0,0 0 1,6-1-15,12-1-3,10-1 6,5 2-1,6-3-7,10 1-2,2-3-1,9 2 2,-2-1-6,-3 0-4,0 3-6,-1-3 0,3 3 0,2-1 0,4 0 3,3-1-2,1 1 3,4-1-4,-4 2 1,-4 2-1,-5 0-1,-10 0 1,-6 0 3,-6 0-2,-8 0-1,-5 0 0,-9 0 0,-5 0-3,-4 0 3,-2 0 0,-3 0 3,0 0 9,0 0 6,0 0 3,0 0-12,0 0-2,0 0 0,0 0-5,0 0-4,0 0 2,0 0 0,0 0-10,0 0-24,0 0-13,0 0-31,0 0-40,-6 0-10,-5 0-110</inkml:trace>
  <inkml:trace contextRef="#ctx0" brushRef="#br0" timeOffset="22980">166 1032 420,'0'0'45,"0"0"-36,0 0 8,0 0-7,0 0-10,66-96 2,-50 67 47,-1-6-1,1-6-27,-2-4-20,-4-1 4,-7 5-5,-3 10 0,0 10 1,0 8-1,-7 6 4,4 4 2,0 3 15,1 0-21,-1 8-9,-3 18 8,2 7 2,1 2-1,3 2 0,0-3-1,6-7-2,9-3 3,4-7-2,0-6 2,3-7 2,1-4 5,1 0-3,0-10 6,-3-11-8,0-6 6,-6-1-6,0-2 0,-6 6 1,-5 7-1,-1 7 0,-1 6-1,-2 3 5,0 1-1,0 0-5,1 0-12,2 2 2,0 11 2,6 1 8,0-1 1,6-2-1,0-1 1,3-4-1,0-5 0,-2-1 5,2 0-4,1 0-1,1-11 0,-1-7 0,-1-1 1,-4 2-5,-4 3 7,-4 4-4,-3 3 2,0 5 2,3 0 0,0 2-3,6 0 0,0 0-7,1 0 4,-1 0 3,2 6 0,-1-2-3,-1-1 3,1-3 6,-2 0-6,2 0 1,4-4 0,-1-9 2,2-3 2,-4 0-5,-1 2 0,-9 3 1,-1 1 5,-3 3-3,0 2-6,0 3 1,0 0-8,-3-1-84,-7-2-237</inkml:trace>
  <inkml:trace contextRef="#ctx0" brushRef="#br0" timeOffset="23796">415 301 556,'0'0'0,"0"0"4,0 0-4,0 0 0,0 0-4,0 0 0,-55 17 4,46-4 0,3 1 2,6-1 0,0-1-2,0 0-2,0-5-5,0-3 7,9-4 0,3 0 16,0 0-6,0-13 2,3-7-3,-5-2-2,-2 1-2,-4 1-1,-3 7 10,-1 6 8,0 4 12,0 3-14,-1 0-20,-12 0-1,-4 3-9,-1 9-14,3 2-6,2-2-25,13 4-40,0-4-65</inkml:trace>
  <inkml:trace contextRef="#ctx0" brushRef="#br0" timeOffset="24306">1434 329 540,'0'0'52,"0"0"-49,0 0 40,0 0 19,0 0-62,0 0 2,-58-16-2,42 30 1,1 4-1,0 5-1,6 1 0,3 3 1,6 1-1,0 0 1,3-2 0,16-3-5,4-3 5,5-8 0,5-5 7,0-5-6,7-2 6,0-2-6,-2-13 4,-4-5-5,-4-2 0,-9 2 0,-9 2 0,-8 4 6,-4 3-4,0 1 0,0 4 9,-10 2-1,-1 1-10,-5 3-3,4 0 1,-1 2-3,4 10 4,4 2 1,5 3-12,0 0 10,0-1-6,17-3 8,2-3 0,2-6 3,1-3 1,2-1-3,0 0 6,-2-8-4,-1-5-3,-3-3 1,-7-1 3,-5 0-4,-6-1 9,0 3-6,-5-1-2,-13 2 9,0 4-5,-1 4-5,-1 3-3,4 3-1,1 0-38,-1 5-31,5 3-115,1-1-250</inkml:trace>
  <inkml:trace contextRef="#ctx0" brushRef="#br0" timeOffset="24901">1816 375 650,'0'0'34,"0"0"-31,0 0 0,0 0-1,102 11 6,-71 6-7,-2 3-1,-13-2 0,-4-2 0,-6-6-4,-6-2 2,0-5 2,0-2-3,0-1 3,0 0 7,0 0 5,0-1 2,0-15-12,0-7-2,0-7-21,0-1 19,9 1 2,0 6 2,-3 7 9,0 6-1,0 2 0,9 5 3,-2 3-13,5 1-4,2 0 3,-4 2-5,-1 13-2,0 1 4,-5 5 1,-2 2 3,-5 1-1,-3 2-1,0-2 2,0-2-2,0-5-1,0-4-33,0-4-31,0-7-70,-2-2-35</inkml:trace>
  <inkml:trace contextRef="#ctx0" brushRef="#br0" timeOffset="25356">2248 66 635,'0'0'37,"0"0"-15,0 0 1,0 0-23,0 0-7,0 0 7,19 70 0,-7-32 2,-3 2 7,-4 3-3,-4 0-2,1-4-1,-1-2-3,1-5-1,1-7-13,0-4-18,0-4-33,-3-9-65,0-5-68</inkml:trace>
  <inkml:trace contextRef="#ctx0" brushRef="#br0" timeOffset="25627">2285 314 580,'0'0'37,"0"0"-37,0 0 49,0 0-9,0 0-36,0 0-4,42-67-6,-11 59 6,1 2 2,2 3 3,0 3-4,2 0-1,-4 12 0,-4 5 0,-6 3 0,-11 0-2,-6-1-1,-5-1 2,0-4 1,-11-1 3,-6-6 3,4-2-5,1-4 19,3-1-17,0 0 20,3-11 4,3-8-14,3-3-13,0-3 0,0-1 0,12 6-1,1 4-22,4 9-34,1 4-33,2 2-67,0 1-68</inkml:trace>
  <inkml:trace contextRef="#ctx0" brushRef="#br0" timeOffset="25957">2722 202 124,'0'0'323,"0"0"-249,0 0 16,0 0-17,0 0-54,0 0-15,-61 10-1,48 12-3,8 3 2,4 0 3,1-1-5,0 0 0,16-4 1,5-3 8,3-4 0,1-6 1,1-6 1,-2-1-8,0-4 12,-4-14-5,-6-5-4,-4-4 5,-7 1-1,-3-3-10,0 3-1,-7 5-6,-8 7 6,-3 4 1,-5 7-11,0 3-55,-3 0-26,7 0-184</inkml:trace>
  <inkml:trace contextRef="#ctx0" brushRef="#br0" timeOffset="26333">2791 0 463,'0'0'206,"0"0"-166,0 0 53,0 0-58,0 0-35,0 0-12,6 18 12,5 13 12,0 7 26,-3 8 3,-2 3-12,0 3-17,0 1-10,-6 1 0,0-3-2,0 0-18,-6-2-77,-3-3-26,0-10-127</inkml:trace>
  <inkml:trace contextRef="#ctx0" brushRef="#br0" timeOffset="27194">3286 172 397,'0'0'115,"0"0"-59,0 0 22,0 0-34,0 0-23,0 0-15,0 2 18,0 1-7,0 2-11,0 8-6,0 6 3,0 14 33,0 12-4,-16 9-3,-6 9 14,2 0-26,-2 1-13,8-5-1,1-3-2,4-5-1,0-6-3,0-4 3,2-8-7,1-5-16,3-7-23,3-1-12,0-6-33,0-2-125</inkml:trace>
  <inkml:trace contextRef="#ctx0" brushRef="#br0" timeOffset="42508">7404 2744 205,'0'0'166,"0"0"-143,0 0-22,0 0 37,0 0 21,0 0-17,0 0-18,0 0-3,0 4-6,0-4-7,0 2 1,0-2 2,0 1-2,0-1 5,0 0-11,0 2 4,0-2 1,0 0-2,0 0 5,0 0-1,0 0 12,0 0-13,0 0-6,0 0 7,0 0-7,0 0-2,0 0 7,0 1-6,0-1 0,0 0 5,0 0-7,0 0 10,0 0-1,0 0-1,0 0 1,0 0-6,0 0-1,0 0 3,0 0-5,0 0 9,0 0-5,0 0-3,0 0 0,0 0 1,0 0 2,0 0-3,0 0 2,0 0-2,0 0 0,0 0 3,0 0-4,0 0 0,0 0 0,0 0 0,0 0 4,0 0-4,0 0 2,0 0-2,0 0 2,0 0-2,0 0 0,0 0-2,0 0 4,0 0-4,0 0 6,0 0-6,0 0 6,0 0-8,0 0 8,0 0-4,0 0 0,0 0 0,0 0 0,0 0 1,0 0-1,0 0 1,0 0-2,0 0 2,0 0-1,0 0 0,0 0 0,0 0-1,0 0 1,0 0 0,0 0-2,0 1-6,0-1-1,0 0-17,0 0-22,0 2-16,0-1-58,-3-1-151</inkml:trace>
  <inkml:trace contextRef="#ctx0" brushRef="#br0" timeOffset="45380">3369 3517 138,'0'0'167,"0"0"-159,0 0-6,0 0 39,0 0-12,0 0-25,-2 0 20,2 0 0,0 0-6,0 0-3,0 0 14,0 0 7,0 0 2,0 0 0,0 0-1,0 0-7,0 0-4,0 0 4,0 0 1,0 0-9,0 0-7,0 0-12,0 0 0,8 0 2,8 2-5,12 1 14,1 1-4,2 0 1,3-1 0,-2 0 4,-4-1 5,2 0-20,1-1 4,2 1 1,7-2 1,2 0 9,6 0-9,4 0 2,4 0-3,6-5 1,4 0-6,2-2 14,-7 1-3,-5 2 0,-10 0-1,-4 2 3,-8 1-4,1 0-9,-1-1 0,6 2 7,5-1-5,-2-1-1,5 2 1,-5-3-2,-4 3 3,-5-1-3,-7 0 3,-10 1 4,-4-2-3,-7 2 5,-5 0-7,-1 0 2,0 0-4,2 0 6,-2 0-5,0 0-1,0 0 0,0 0 0,0 0 0,0 0-1,0 0-20,0 0-24,0 0-51,0 2-38,0 9 40,1 2 2,12-4-118</inkml:trace>
  <inkml:trace contextRef="#ctx0" brushRef="#br0" timeOffset="46460">6072 3428 225,'0'0'90,"0"0"-42,0 0 43,0 0 38,0 0-47,0 0-21,-2-2 5,2 2-15,0 0-13,0 0-9,0 0-9,9 0-11,9-1-1,10-1-6,11 2-2,4 0 1,5 0-1,4 0 1,6 0 0,5 0 0,3 0-1,2 0 0,-2 0 1,0 0-2,-10 0 5,-7 0-8,-13 0 8,-14-1-4,-11 0 0,-6 1 2,-5 0 0,0 0-2,0 0 1,0 0-1,0 0-1,0 0-13,1 0-25,-1 0-23,0 0 9,2 0 2,2 0-5,4 1 20,5 8-47,5-1-97,6-1-158</inkml:trace>
  <inkml:trace contextRef="#ctx0" brushRef="#br0" timeOffset="47121">7811 3693 298,'0'0'115,"0"0"-36,0 0 14,0 0-34,0 0-25,0 0-13,16-10 12,-5 5 7,6 3-21,8-3-4,6 3 8,10-1 0,6 1-14,10 1 5,6 0-6,4 1-7,3-2 6,0 2 0,2 0 2,3 0-9,-5 0 0,0 3 5,-6 4-4,-7-1 1,-10-2-1,-6 0-1,-13-3 1,-6 2 2,-9-1 4,-6-2 7,-4 0 13,-3 1-2,0-1-4,0 0-8,0 0-5,0 0 1,0 0-2,0 0-6,0 0 7,0 0-7,0 2-1,0-2-2,0 1 2,0-1 1,0 0-1,0 0 0,0 0-1,0 0 1,0 0 0,0 0-5,0 0-1,0 0-7,0 0-26,0 1-31,0-1-11,0 0-7,-7 0-31,-9 0-96,0 0-186</inkml:trace>
  <inkml:trace contextRef="#ctx0" brushRef="#br0" timeOffset="53950">769 1470 463,'0'0'93,"0"0"-68,0 0-6,0 0 4,0 0 11,0 0-3,0 0-5,3-26 5,-2 25-3,-1-1-13,0 1 8,0 1 2,0-1-6,0 1-8,0 0 3,0-2-10,0 1 1,0-4-4,-10 1 5,1-2 4,-5 2-8,0-2 10,-3 2-4,2 1-1,-1 0-1,-5 3 3,0 0-9,-3 0 0,0 0-1,-3 3 3,2 4-1,1-2 1,3 0 0,6 1 0,5 0 2,0 0 1,2 2-5,-1 3 0,0 5-3,-1 3 0,2 3 1,2 0 2,3 3-2,2-4 2,1-1-3,0-2 2,0 0 1,9 1 3,7-1-2,-1 1-1,9-1 2,1 0-1,5 2 5,1 1-5,2-1 0,0 2 0,1 0 0,-2 1 0,-7 1-2,-4 1-2,-8 2 3,-7 3-9,-6 5 4,-4 7-6,-26 3 9,-3 3 1,-10-1-1,-3 0 2,-8-7 0,-7-3 1,-3-5 0,-5-10 3,5-3-4,3-5 6,7-6-4,17-4-2,8-4 10,11 0-5,2 0 14,4-4-7,-1-7-5,2-6 6,2-3-13,2-5 0,2-2 2,2-3-2,2 0 5,1 4-5,0 0 2,0 7 3,0 4-3,4 3 10,5 4-11,3 1-1,0 4-1,6 2 1,3 1-6,-2 0 6,2 0 2,3 9-2,-3 6-1,1 0 0,-1 8 1,0 1 1,-3 6 2,-3 4 0,-3 3 5,-6 4-1,-3 2-1,-3 7-5,0 1 11,0 6-2,-3 0-4,-6 0 16,-6 2-13,4-3-1,-3-2-4,-1-2-3,-3 1 9,1-1-9,-2 0 4,2 3 4,1 2-8,1 6 0,3 0 0,5-1-1,2-6-2,2-6 2,0-5 4,-1 3-4,1-1 0,0 3 6,0-1-6,3-1 1,0 0-1,0-1 0,-3 1 1,3 3-2,0-1 2,0 1-2,0-5 2,0 1-1,0-4 0,0-1 2,-3 1 0,3-4-2,0 2 0,0 3-1,0-3 1,0 3-4,0-1 4,0-4 1,0 4 1,6 1-2,3 0 1,-3-1-1,-2 3 0,2-2 0,0-2 1,-1-1 0,5-2-1,-1-6 0,-1-1-3,-1-5 3,0 0 0,-2-1 0,4 0 1,-3 2 3,1 1-3,-1 2-1,0 0 0,-1 0-1,-1-3 1,1 2 4,2-2-4,-4-1-1,3 3 1,0-1 0,-1-1 1,-1-2-1,-1 0 0,3-2 2,0 2-3,0-6 2,0-2-2,0-1-1,1-2 2,-1-3 0,0-2 4,2 0-8,-2-2 8,6 4-6,-2 2 2,3-2-1,-2 2 1,1-1 4,1 0-2,-2-3-3,-2-2 2,3 1-2,-3-1 4,1 1-6,2 1 6,0-3-1,3 3-2,-2-2 1,5 4 2,0 0-3,0-2 2,5 1 0,-4-1-1,5-1-1,-2-2 1,-4 0 1,4-1-2,-2-2 3,2-1-3,2 0 12,3-2-10,0 1 2,-5-2-4,-1 1 0,-9 2 0,-3-3 0,-6 0 1,-3 0 0,0 0-1,0 0 2,0 0-2,0 0 3,0 0-1,0 0-2,0 0 0,0 0 3,0 0 0,0 0-6,0 1 3,0-1 0,0 0-2,0 0 0,0 0-3,0 0-28,0 0-33,0 0-86,-2-4-96,-8-16-444</inkml:trace>
  <inkml:trace contextRef="#ctx0" brushRef="#br0" timeOffset="56080">730 5456 339,'0'0'378,"0"0"-342,0 0 54,0 0 23,0 0-65,0 0-19,-6-10 16,6 10-16,0 0 1,0 0-17,2 0 1,17 0-8,8 1 19,4 9 7,3 3-23,-4 2 2,-4 1-5,-1 1-6,-6 0 1,-5 2 1,-5-4-2,-3 1 0,-5-1-3,-1 2 3,0 3 3,-6 4 2,-13 2-4,-6 1 2,-2-4-2,-1 0-1,3-1-28,6-5-17,4-3-100,9-4 82,5-7-181,-1-3-224</inkml:trace>
  <inkml:trace contextRef="#ctx0" brushRef="#br0" timeOffset="57454">509 1240 237,'0'0'58,"0"0"-10,0 0 19,0 0-24,0 0 5,0 0 9,0 0 9,0 0-24,0 0 1,0 0-6,0 0 0,0 0-15,0 0-10,0 0-5,0 0-7,0 0 1,3 0 3,3 0 3,6 0 13,6 0 30,9 0-15,6 0-13,5 0 4,3 0-12,-7 0-8,2 0-5,-6 3-2,-8-1 1,-7 3-1,-3-1 1,-5 0 1,-2-1 3,1 0-4,0 0-4,1 0 4,-1 1 0,0 0 0,0 2 3,0-2-5,-4-1 2,2-1-1,-4-1 1,0 0-5,0 1 5,0-1 0,0 2 1,0 1 3,0 2-4,3 3 3,-3 5 3,0 7-5,0 10 1,-18 12-3,-10 7 3,-3 7-4,-4 7-10,1 4-72,10-2-160,6 2 30</inkml:trace>
  <inkml:trace contextRef="#ctx0" brushRef="#br0" timeOffset="63192">5382 961 435,'0'0'74,"0"0"-45,0 0 7,0 0-11,0 0-22,0 0 4,0 0-6,0 0 10,12 44 19,-12-11 9,0 5-4,0 4 8,0 5-19,0 1 3,0 0-13,0-4-11,0-4 6,0-5-2,0-4-4,0-5 2,-3-3-3,1-6-2,-1-3 0,1-3-1,0-4-21,-1-1-36,-3-6-35,3 0 15,-2 0-64,1-15-259</inkml:trace>
  <inkml:trace contextRef="#ctx0" brushRef="#br0" timeOffset="63552">5398 1093 300,'0'0'75,"0"0"-28,0 0-6,0 0-6,0 0 33,0 0-35,11-64-7,-1 60-7,2 0-14,3 1 4,3 3-8,4 0 11,-1 0 3,5 0-4,-4 10 3,0 5 12,-2 4-15,-1 2-6,-4 1 11,0 1-2,-6 4-12,-4 2 6,-5-3 1,0 1-5,0-3 8,0-2 4,-2-5-7,-4-4-6,3-6 6,3-5-5,0 0 2,0-2 8,0-2 22,0-19 29,9-12-51,7-9-11,1-6-2,1-1 5,-2 4-5,0 7 0,-2 7 3,2 5-4,-1 2-1,3 6 1,2 3-8,-4 5 8,2 5-5,-8 5 1,-2 0-3,-2 2 1,3 13-6,-5 5 3,1 8 0,-1 5 8,1 4 0,-4 1-1,1 0 2,-2 1 1,0 0-1,0 0 1,0 1-2,-5-3 2,1-3-1,-2-6 0,-2-2 1,-2-2-1,4-1-5,-2-2-1,4-3-24,-2-4-41,5-4-29,1-5 5,0-5-40,0 0-94</inkml:trace>
  <inkml:trace contextRef="#ctx0" brushRef="#br0" timeOffset="64348">6104 960 409,'0'0'146,"0"0"-48,0 0 11,0 0-31,0 0-12,0 0-8,-21-34-21,21 28-16,9-4-16,18-4 6,10-2-8,11 1 0,6 0-1,4 4-1,2 4 3,-7 3-2,-9 3-2,-13 1 1,-7 0-2,-9 0-5,-5 0-31,-7 0-36,-3 4-48,0 4 22,-16 2 39,-8-2 27,-6 2-39,-1 0-18,-1 0 24,4-1 16,1 1 31,5-2 6,7-2 11,3 0 2,8-5 11,1 1 31,3-2 15,0 0 0,0 0 13,0 1-16,0 8-25,0 5-25,0 5 47,0 10 26,0 5-36,0 3 13,0 1-7,0 0-22,-9 1-7,-5-4-15,1 0 3,0-2-2,-1-2-4,9-4 0,2-5-5,3-1-31,0-6-66,2-5-28,10-6-117,7-4-176</inkml:trace>
  <inkml:trace contextRef="#ctx0" brushRef="#br0" timeOffset="64970">6768 968 340,'0'0'147,"0"0"-23,0 0-43,0 0 18,0 0-66,0 0 8,-27-59 11,11 59-31,-4 4-20,-5 16 0,-2 5 5,4 5-5,3 3 8,5-1-4,9 2 0,3-2-5,3 1 0,3-4 1,18-4 9,6-2-1,10-8-1,2-4 3,3-3-1,0-6-5,-1-2-5,-2 0-18,-3 0-45,-3 0-101,-8-1-24,-7 0-99</inkml:trace>
  <inkml:trace contextRef="#ctx0" brushRef="#br0" timeOffset="65322">7217 1301 680,'0'0'52,"0"0"-50,0 0 60,0 0 45,0 0-42,26 76-36,-26-52-16,-18 4 7,-9-2 2,-4 1-13,-2-4 5,2-1-14,2 0 0,5-2 0,2 0-44,-2-2-45,5-7-84,10-8-102</inkml:trace>
  <inkml:trace contextRef="#ctx0" brushRef="#br0" timeOffset="65750">7758 922 324,'0'0'175,"0"0"-104,0 0-37,0 0-34,0 0 7,0 0 2,19 87 16,-13-48 23,-3 0 6,-3-1-5,0-1-20,0-3-4,0-4-4,0-8-6,0-3-10,0-8-4,-1-4 0,1-2 3,0-5 8,0 0 17,0-9 1,0-19-24,9-12-1,2-8-4,1-6 2,-1 2-4,1 2 1,0 6 0,-3 12 0,1 6 2,-2 9-2,-1 6 0,1 4-3,0 4 3,1 3-11,4 0 2,1 23-6,1 8 6,0 6 5,-4 1 0,-1-3 4,0-3 0,-2-8 1,0-6-1,-4-8 0,0-5-1,-1-3 1,2-2 3,4 0 23,3-19 8,9-10-33,1-9 4,-2-2 0,-1-1-4,-3 3 0,-2 4 1,-2 4-2,-1 6 3,0 3-3,-2 5 3,-2 6-3,-2 3 0,-2 6 0,-3 1 0,0 0-8,3 10-14,1 19-2,-1 11 23,-1 7-3,3 5 3,-5 2 1,0 1 4,0 0-3,0-2 7,-5-1-6,-3-5-2,1-4 6,2-7-5,4-5-1,-1-7 0,2-2-1,0-2-11,0-5-28,0-1-56,12-7-60,14-7-123</inkml:trace>
  <inkml:trace contextRef="#ctx0" brushRef="#br0" timeOffset="66530">8658 1161 501,'0'0'64,"0"0"24,0 0-4,0 0-19,0 0-45,0 0-16,-48-47 4,24 57-8,0 10-1,3 7 1,6 1 5,5 2 1,4-1-6,4-2 6,2-1-1,0-3 1,0-5-1,10-3 2,4-5 6,3-3 7,5-4 12,6-3-7,4 0-5,2-10 3,-1-8-14,-5-6 3,-4-6-5,-9-2 5,-7-1-2,-7 3 1,-1 5 1,0 4 7,-10 5-18,-2 3 1,1 5-2,2 3-6,2 4-11,2 1-48,-1 0-28,-1 0-25,1 0-3,1 7-53,5-1-161</inkml:trace>
  <inkml:trace contextRef="#ctx0" brushRef="#br0" timeOffset="67025">9304 856 374,'0'0'87,"0"0"15,0 0-23,0 0 5,2-72-32,-5 64-35,-4 3 17,0 4-21,-6 1-7,-2 0-3,-11 8-3,-5 14 4,-6 7 14,-2 7 18,-1 6-8,7 2-5,6 0 1,7 2 9,10-1-15,10-3-16,0 1 4,7-5-4,17-4 10,6-4-7,6-9 6,6-7 1,3-5 6,2-8-2,0-1-7,0 0-2,-5-4-3,-7-7 0,-9-1 3,-8 2-4,-9 0 7,-4 3 0,-5 1 5,0 2-5,0 3-10,0 1-1,0 0-12,0 0-34,0 0-25,-3 0-44,-18 0-19,-3 1-12,-6 3-150</inkml:trace>
  <inkml:trace contextRef="#ctx0" brushRef="#br0" timeOffset="68150">5707 1775 247,'0'0'68,"0"0"-27,0 0 12,0 0-16,0 0-8,0 0 7,75-27 25,-66 24-11,-3 3-36,-5-1-8,2 1-6,3 0 2,5 0 2,5-1-4,11-1-4,4-1-16,5-5-161</inkml:trace>
  <inkml:trace contextRef="#ctx0" brushRef="#br0" timeOffset="68614">6265 1608 466,'0'0'170,"0"0"-118,0 0 38,0 0-40,0 0-39,0 0 0,14-18 11,5 15 4,2 2-7,1-1-11,5 1-4,5-3-3,2 1-1,3-1 0,-7 1-14,-8 0-30,-8 0-66,-5-1-32,-3 0-261</inkml:trace>
  <inkml:trace contextRef="#ctx0" brushRef="#br0" timeOffset="68930">6776 1496 450,'0'0'137,"0"0"-36,0 0 5,0 0-20,0 0-45,0 0-15,26-12-10,0 7 1,8 1-7,2-1-5,0-1 4,-5 0-1,-7 1-4,-7 0 2,-8 4-3,-5 0 1,-3 1 1,-1 0-5,0 0 0,0 0-6,0 0-18,0 0-34,0 0-101,0 1-60,-4 5-32</inkml:trace>
  <inkml:trace contextRef="#ctx0" brushRef="#br0" timeOffset="69852">7741 1695 214,'0'0'146,"0"0"-64,0 0 31,0 0-41,0 0-26,0 0-5,0-4 3,0 4-7,0 0 6,0 0 1,0-2-13,6 1-5,11-4-13,8 3-12,5-3 0,9 4-1,2-2 0,0 0-1,-2-1 2,-5 0-1,-9-2 4,-7 3-4,-9 0 1,-3 2 2,-4-1-3,-1 2-2,-1 0 2,0 0 1,0 0-1,0 0 0,0 0-3,0 0-14,0 0-46,0 0-57,0 0-92,0 5 18</inkml:trace>
  <inkml:trace contextRef="#ctx0" brushRef="#br0" timeOffset="70288">8405 1682 327,'0'0'149,"0"0"-38,0 0 26,0 0-41,0 0-1,0 0-40,-8-10-5,8 9-19,7-2-16,6-2-7,8 1-6,3 0-2,-1 0 0,2-1 3,3 0-2,4 0-1,-1 0 0,-3-1 2,-4 2-1,-6-2-1,-3 1 1,-6 0-1,-3 3 5,-4 0-3,-1 1 0,-1 1-2,0 0-13,0 0-19,0 0-46,2 0-21,2 1-32,8 8 57,3-1-137,7-4-213</inkml:trace>
  <inkml:trace contextRef="#ctx0" brushRef="#br0" timeOffset="70692">9144 1570 458,'0'0'163,"0"0"-47,0 0 40,0 0-40,0 0-39,0 0-28,42-27-17,-21 23-31,3 2 1,1 0 1,2-1 1,-4 1 1,0-1 3,-2-1-1,-4 1 2,0-1-1,-4 0-2,-5 1 0,-3 1-3,-2 1 0,-3 1-1,3-1 0,-3 1-1,1 0-2,-1 0 1,0 0 0,0 0-4,0 0-2,0 0-13,0 0-14,0 0-30,-9 0-82,-12 0-67,-5 0-18</inkml:trace>
  <inkml:trace contextRef="#ctx0" brushRef="#br0" timeOffset="72064">6247 1470 485,'0'0'103,"0"0"-38,0 0-14,0 0-33,0 0-15,0 0 4,0-6-7,0 6-5,0-2-8,0 0-69,10-4-120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56:02.190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96 1047 220,'0'0'0,"0"0"0,0 0 0,0 0 0,0 0 2,0 0 24,-41-71 30,33 64-26,-1 0-28,-2 1-2,-2 1-41,-1 2-65</inkml:trace>
  <inkml:trace contextRef="#ctx0" brushRef="#br0" timeOffset="682">180 244 22,'0'0'67,"0"0"-65,0 0-2,0 0 7,0 0 27,0 0 42,3-27-23,-2 20 22,-1 0-15,0 0-20,0 0-1,0 1-1,0-1-9,0 1 9,0 1-24,2-1-7,1-1-5,0 0-2,5-1 6,-1-2-6,3-3 0,4 0 0,5-1 6,4 0-1,2 2-2,3-3-2,1 4 0,0 2 1,0 2 0,1 3 4,3 1-6,-1 2 4,-1 1-4,-4 0 2,-7 0-1,-6 7-1,-6 9 0,-2 5 1,-6 4-1,0 5 3,0 1 4,0 0-2,-8 0 2,-2-2 0,-3 5-1,-4 2 1,-2 3 4,-2 2 0,-3 1-4,0 0-7,0-2 8,2-2-1,3-4-2,6-2-5,3-5 2,5-5-1,5-2-1,0-3 0,0-3-3,5-1 2,8 1 1,3 0 7,8 3 1,9 0 6,3 1-4,12-2 4,6-2-7,6-4-5,3-4-2,3-5 2,-4-1 2,-3 0-2,-5-10 1,-9-3 5,-8-1-5,-4-2-1,-7 0 8,-3-4-1,-4 0-1,-2 0-7,-3 1 8,-5 3 5,-3-1-12,-3 0-2,-3 3 0,0 3 20,0 1 5,0 5-23,0 0 10,-3 3-3,0 2 0,2 0-8,-1 0-2,-4 0 0,-6 11-10,-4 7 11,-1 4 3,2 4-3,0 6 3,1 6 1,2 5-2,1 3-1,5 0 8,1 3-7,2-1 6,3 1-8,0 2 5,0 2 12,0 5-15,2 4 11,10 3-9,4 7 11,-1 2-6,0 4-3,1-2 5,-2-8 3,-1-7-12,1 1 1,1-2-3,3-2 0,3 1-2,0-2 2,-3 2 1,-2 0 0,-4-2-1,-4-2 4,-5 2-4,-2 5 0,-1 4 1,0 10 0,0 7 1,0-1-2,0 1 1,0-3 4,-3-7-6,-1-4 1,-1-2 0,2-9 3,2-6-3,-1-7 0,2-7 1,0 1 0,-1-1 0,-1 2 5,1 1 1,-4-1-2,2 3 5,-3 2 0,0 3-2,3 0-4,2-2-1,-1 1-1,1-4-1,1 1 1,0 0-2,0 0 2,0-1 5,0 2-2,3-2 0,0-3-2,-2-3-2,-1 0 1,0 1-2,0 1 2,-1 1 7,-5-2-8,1-6-1,1-2 3,-1-5-3,2-1 1,0-1 11,-4 3 1,-1-2-9,-1 6 1,-3 2 1,-1 1 2,-2 3-5,0-2 12,-2-1-5,5-3-3,2 2-7,-2-3 0,5 5 2,-3 0-2,0 1-1,-2 2 1,0-1 2,-2 1-1,-3-2-1,0-5 5,-1-3-4,3-5 0,-1-1 7,2-2-4,1-2 0,0-3 1,2-3-5,2 3 1,1-7 1,0 0-3,0-1 2,4-3 2,0-2-1,3 2 1,1-3 0,0 0 1,0 0 0,0 0-3,0 0 5,0 0-2,0 0 1,0 0 5,0 0-3,0 0-1,0 0-5,0 0 2,0 0 2,0 0-3,0 0 1,0 0 1,0 0-3,0 0 1,0 0-2,0 0-3,0 0 3,0 0 1,0 0-1,0 0-1,0 0 1,0 0 0,0 0-2,0 0 1,0 0 0,0 0 0,0 0 0,0 0-1,0 0-1,0 0-8,0-3-16,0-4-24,-11-7-26,-8-5-69,-7-4-95,-3-3-72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52:15.344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16 2567 26,'0'0'42,"0"0"-13,0 0-13,0 0-1,0 0-6,0 0-8,0 0-1,-7-23 0,4 22 0,3-1 0,-3 0 16,3-3 69,-1 1-29,-1-3 2,2 0 8,0 1-12,0 1-3,0-1-6,0 0-20,0 1 11,0 0-10,0 1-8,0-2-4,0 3-1,0 1-5,0 0 8,2 2 8,-1 0-6,-1 0 0,0 0-11,3 0-7,4 0-3,7 4 3,4 11 12,1 5-4,5 4-5,3 5 12,4 2-4,5 5 12,2-3-21,3 0 14,2-2 2,-3-3-5,-1-5-6,-6-2 5,-5 0-8,-1-4 3,-2 0 1,-1 0 0,-3 0-2,0-2-1,-2 1-1,-2-4 2,-3 0-4,-3-4-2,-3 0 0,-3-4-5,-4-3 0,1-1-5,-2 0-11,0 0 0,0 0-2,0 0-14,0 0-17,-8 0-3,-8-7-22,-3-1-2,1-2-69,-3 0-157</inkml:trace>
  <inkml:trace contextRef="#ctx0" brushRef="#br0" timeOffset="686">146 2764 14,'0'0'255,"0"0"-200,0 0 24,0 0-36,0 0-24,0 0 5,40-10 0,-25 15 21,1 5-3,4 1-13,2 2-1,7 2 3,3 2-5,4 1-7,1 1-8,1 1-8,0-2-1,-5-3 1,-5 1-3,-2-3 0,-7-3 2,-4-2 2,-4-4-4,0 0 0,-3 1 3,-1-4-2,0 0-2,-4-1 0,1 0-1,-3 0 1,1 0-12,-2-7-57,0-5-105,-2-1-215</inkml:trace>
  <inkml:trace contextRef="#ctx0" brushRef="#br0" timeOffset="1104">660 2640 282,'0'0'90,"0"0"-1,0 0 3,0 0-24,0 0-36,0 0-18,0 0 9,0-11-12,0 12-11,0 14 0,0 8 25,-4 2 17,-2 0 4,-3 1-12,-3 1-5,0 0-9,1 1 11,-2-2-22,2-2 5,0-3-7,2-2-1,1-1-4,2-3-2,2 0 0,1-3-25,0 1-27,3-2-33,-3 0-20,0-2-54,0-5-171</inkml:trace>
  <inkml:trace contextRef="#ctx0" brushRef="#br0" timeOffset="27630">18 22 293,'0'0'46,"0"0"0,0 0 11,0 0-34,0 0-6,0 0 1,16-7 6,-16 6 5,0 1-13,0 0 3,0-2 13,2 1 12,1-2-20,-2 0-11,1 1-10,-1 0 3,1 1-5,-2 1 2,0 0-3,0 0-2,0 0 2,0 0 2,0 0-2,0 0 0,0 0-2,0 0 2,0 0 3,0 0-3,0 0-4,0 0 2,0 0 1,0 0-6,0 0 5,0 0-11,0 0 6,0 0-2,0 0 4,0 0 4,0 0 1,0 0-1,0 0-4,0 0 5,0 0-2,0 0-12,0 0-10,0 0-17,0 0-15,1 8 1,5 6 15,5 2-41,11-2-40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51:35.198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  <inkml:context xml:id="ctx1">
      <inkml:inkSource xml:id="inkSrc2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1" timeString="2020-08-19T09:57:51.226"/>
    </inkml:context>
  </inkml:definitions>
  <inkml:trace contextRef="#ctx0" brushRef="#br0">0 2539 6,'0'0'17,"0"0"-17,0 0-23</inkml:trace>
  <inkml:trace contextRef="#ctx0" brushRef="#br0" timeOffset="44828">16813 12443 318,'0'0'70,"0"0"-4,0 0 28,0 0-29,0 0-25,0 0-15,0 0-2,0 0-10,0 0-8,0 0 13,0 0 7,0 0 0,0 0 4,0-2-8,0 1-19,0-1 2,0 2-1,0 0 3,0 0-5,0 0 1,0 0-2,0 0-1,0 0-1,0 0 0,0 0 4,0 0-4,0 0 4,0 0-2,0 0 3,0 0-3,0 0-25,0 0-13,0 0-15,0 0 8,0 0-32,0 0-90,-9 0-4</inkml:trace>
  <inkml:trace contextRef="#ctx1" brushRef="#br0">9471 0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51:47.28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30 576,'0'0'17,"0"0"29,0 0-26,0 0-20,91-29-24,-64 29-168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51:43.83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0 491 424,'0'0'55,"0"0"7,0 0-8,0 0-4,0 0-24,0 0 4,0 0 19,0 0-4,0-32-23,0 32-14,0 0-8,0 17-14,0 11 9,0 9 4,3 3 1,1-1 6,2-4-5,3-4-1,2-5 0,-1-6-1,2-8-6,-6-4 3,3-8-2,4 0-4,5-10 10,9-17 1,3-7 5,-2-5-3,-8 1 3,-5 5-3,-9 5 0,-2 6 10,-4 8 25,0 3-11,0 5-19,0 3-4,0 2-4,0 1 0,0 0-3,0 0 2,0 0-14,0 4-16,2 15 18,2 5 6,5 6 6,0 1 1,3-2 0,3-4 2,0-2-1,6-6-1,-2-4 0,1-4 5,3-4-9,1-5 8,2 0-4,4 0 1,0-16 0,-2-2 1,-3-6 0,-4-8 4,-6-4-1,-7-3 1,-4 0 13,-4 2 9,0 6 11,-3 4-8,-6 7-17,0 5 5,4 6-11,-1 5-6,2 2-2,4 2-4,0 0-13,0 0-6,0 5-22,0 12 14,12 7 18,8 3 10,6 0 3,6 0 1,-1 0 0,0-3-2,-2 1 3,-7-3-4,-4 0 3,-6-1-1,-8-3 0,-4-1-13,0 0 3,-10-1-4,-14-2 12,-4 0 2,1-2-3,6-5 0,9-4 3,6-2 0,6-1 5,0 0-5,0 0-3,9-4-3,15-13-1,9-6-1,6-4 8,1-1 1,-3-2 2,-1-1-3,-8-2 0,-10 0 3,-7 0 0,-7 0 9,-4 4 7,0 3-8,0 5-4,-9 7-2,3 4-4,3 7-1,0 3-3,-1 0-6,-4 7-31,-5 17 37,2 7 3,5 3 0,6-1-1,0-1-4,2-4 1,10-4 2,6-5 0,-2-5 4,2-5-6,0-5 3,0-4 1,2 0 1,-1-11 3,2-12 7,-3-4-9,-2-2 2,4 3 0,-1 1-3,-1 5 0,-5 4 0,-5 5 1,-2 5 12,-3 3 29,-3 2-13,2 1-6,-2 0-21,2 0-3,1 0-16,3 10-2,5 11 15,3 6-4,0 2-21,2-1-31,1-3-13,4-5-23,5-9-44,6-8-88</inkml:trace>
  <inkml:trace contextRef="#ctx0" brushRef="#br0" timeOffset="1298">1691 402 600,'0'0'49,"0"0"-4,0 0-13,0 0-24,-82 1-5,58 23-2,5 5-2,4 1 0,8-3-6,5-6 3,2-4 3,0-4-14,2-6 5,9-1 10,1-4 2,6-2 0,3 0 12,3-19-6,1-8 0,-1-7-1,-4-6-3,-3-4-3,-3-3 6,-4-4-7,-8-2 6,-2 3 11,0 2 19,-10 6-10,-3 10 0,1 9-1,4 10-1,3 8-5,2 5 7,3 0-26,0 7-3,0 20-19,0 11 20,0 9 1,0 4 1,6 2 0,-1 0 2,0 2 3,0-3-5,1-3 1,0-3-1,3-6 0,0-6-17,0-7-17,0-6-14,0-4-1,9-9-38,1-3-42,2-5-97</inkml:trace>
  <inkml:trace contextRef="#ctx0" brushRef="#br0" timeOffset="1816">2134 417 634,'0'0'29,"0"0"-22,0 0 26,-101-25-22,71 28-11,-1 17 1,4 7-1,3 1 0,10 2-5,8-4-1,6-6-2,0-5-13,8-3 5,14-8 15,6-4 0,3 0 2,3-8 4,-4-12-4,-6-2-1,-8 2 1,-5 4 4,-7 8 14,-4 2 9,0 5 5,0 1 0,0 0-33,2 0-6,1 13-10,5 2 15,1 4 1,4-2-2,0-3 1,-1-4 0,0-5-5,1-5 0,-1 0 6,3-16 2,0-16-2,1-8 6,-1-11 0,-4-7 7,4-6 10,-9-3-12,-3 2-7,-3 9 37,0 9 14,0 13-23,-6 9-8,1 11-6,4 5-5,-1 9 8,2 0-21,-1 2-8,-1 22-26,-1 14 24,-6 16 10,2 10 0,-5 3 0,0 0 0,0-6 0,3-3 0,0-4-7,3-7-19,6-7-22,0-10-15,3-10-33,21-10-4,7-10-63,5 0-221</inkml:trace>
  <inkml:trace contextRef="#ctx0" brushRef="#br0" timeOffset="2409">2587 375 374,'0'0'113,"0"0"-21,0 0 36,0 0-42,0 0-23,0 0-38,-47-67-25,24 82-2,-4 7 2,5 2 0,8-1-7,6-3 6,7-3-2,1-3 0,0-4-6,0-3-3,9-4-5,10-3 12,4-2 5,4-13-1,1-4-2,-6 1 2,-7 4 1,-3 5 0,-7 4 1,-5 3 8,0 2-1,0 0-8,0 0-8,1 14-6,1 8 14,1 6 8,-2 2-7,2-2 3,0 0-4,2-6-1,-4-3-23,2-8-66,-3-6-92,0-5-284</inkml:trace>
  <inkml:trace contextRef="#ctx0" brushRef="#br0" timeOffset="2821">2118 236 608,'0'0'28,"0"0"28,0 0-9,0 0-47,0 0 0,112-33 2,-58 28 4,3 4-6,4-3-3,5-1-60,-5-2-69,-6-1-258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51:46.951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110 111 588,'0'0'2,"0"0"39,0 0 27,-80-9-48,69 17-18,1 9-2,4 2 0,5 2-4,1 0 1,0 1 1,17-1-3,7 1 5,6-1 2,13 2 16,5 1-9,7 0-5,-3-2-4,-7 0 1,-12-4 4,-10-3-1,-14-4-4,-9-1-4,0-2 4,-9 2 2,-20 0 7,-5 0 10,-13-3-19,-5-6-60,2-1-115</inkml:trace>
  <inkml:trace contextRef="#ctx0" brushRef="#br0" timeOffset="494">473 107 535,'0'0'382,"0"0"-372,0 0 69,0 0-61,0 0-13,0 0-10,124-16 10,-80 16-8,-6 4 3,-8-1-13,-7-1-19,-7-2 31,-9 0 1,-1 0 0,-6 0-2,0 0-1,0 8-2,0 8-4,0 6 9,0 8 2,-9 1 2,0 3 0,0 1-3,6-2-1,3 0-21,0-2-87,8-2-28,14-9-109</inkml:trace>
  <inkml:trace contextRef="#ctx0" brushRef="#br0" timeOffset="845">1052 243 772,'0'0'3,"0"0"15,0 0-14,89-17 0,-29 17-8,-3 0 5,-6 0-4,-9-2-12,-13-4-61,-6-2-13,-9-5-40,-9-4-112</inkml:trace>
  <inkml:trace contextRef="#ctx0" brushRef="#br0" timeOffset="1019">1264 88 467,'0'0'165,"0"0"-110,0 0-47,0 0-4,0 0-4,-3 91 28,3-44-7,0 1-12,0-3-5,0-4-4,-3-5-12,3-5-23,0-7-40,7-7-59,11-8-170</inkml:trace>
  <inkml:trace contextRef="#ctx0" brushRef="#br0" timeOffset="1265">1712 120 689,'0'0'33,"0"0"50,0 0-24,0 0-59,0 0 0,0 0-4,-71 16-4,67 4-10,4 3 10,0-1 8,16 3 2,13 0-1,7 5 9,5 0 10,-4 1-2,-4-1 15,-4-3-25,-8-4-7,-6-3-1,-6-5 1,-3 1 7,-6-5-14,0 0 6,0-3 0,-12 1 14,-12-2 4,-6-1-1,-4-5-17,-4-1-73,4 0-57,7-15-82,3-12-344</inkml:trace>
  <inkml:trace contextRef="#ctx0" brushRef="#br0" timeOffset="1589">1689 134 678,'0'0'60,"0"0"108,0 0-81,0 0-63,0 0-16,126-69-8,-77 68-1,-3 1-45,-4 0-130,-11 0-124</inkml:trace>
  <inkml:trace contextRef="#ctx0" brushRef="#br0" timeOffset="1783">2127 31 820,'0'0'50,"0"0"34,0 0-5,0 0-72,0 0-5,107-34-4,-61 34 2,-4 10-2,-9 1 1,-9 1 1,-5 2-4,-10 3 3,-6 7-4,-3 6 0,0 5 5,-10 5 5,-7 4 7,-4 2-5,2-1-6,-1 0 5,-1-3-3,1-3-3,5-5-5,3-6-33,7-2-58,5-7-89,0-5-93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51:36.52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2 0 136,'0'0'68,"0"0"-56,0 0 20,0 0-7,0 0-6,0 0-7,-2 0 3,2 0-4,0 0-2,0 0 2,0 0 4,0 0 15,0 0 7,0 0 10,0 0-12,0 1-2,0 0-11,0-1 1,0 0 5,0 0-23,0 0 7,0 0-3,0 0-9,0 1 12,0-1-8,0 0 0,0 0 1,0 0-3,0 0 12,0 0-2,0 0-10,0 0 12,0 0-13,2 0 6,8 0-6,2 0 4,4 0-2,1 0-2,1 0-1,-3 0 0,-1 0 3,-3 0-3,2 0 1,-4 0-1,0 0 0,-1 0 2,2 0 0,1 0 6,2 0-2,0 0-3,0 0-1,1-1 0,0 1-1,1 0-1,-2 0 0,-1 0 0,-2 0 2,-2 0-2,4 0 2,-2 0 4,4 0 1,4 0 0,1 0 1,-4 0-3,-1 0-2,-1 0-3,3 0 0,4 0 3,-1 0 2,-4 0 0,-3 0-4,-2 0 0,-1 0 2,6 0-3,-3 0-1,0 0 1,0 0 2,-3 1 1,2 1-3,0-1 0,-5-1 1,0 1 0,-1-1 0,-4 0-1,1 0 1,7 0 0,-3 2-1,4-1 3,0 1-2,1 0-1,1-1 1,-2 1 0,1-1 0,-2 0 2,-2 1-3,-4-2 2,2 0-2,-2 0 3,-2 0-2,1 0-1,-1 0 1,2 0 6,-1 0-7,1 0 1,0 0 3,1 0-3,0 0 3,-2 0 2,2 1-4,-1-1-2,-1 0 9,1 0-9,0 0 1,-1 0 0,-2 2 6,0-2-4,0 0 0,0 0-1,0 0 1,0 0 4,0 0 7,0 0 0,0 0-3,0 0-6,0 0 1,0 0-5,0 0 1,0 0-1,0 0 5,0 0-6,0 0 1,0 0-1,0 0 1,0 0 0,0 0-1,0 0-2,0 0 2,0 0 3,0 0 0,0 0-6,0 0 10,0 0-14,0 0 7,0 0 0,0 0 3,0 0-1,0 0-2,0 0 0,0 0-3,0 0 1,0 0-4,0 0 1,0 0-17,0 0-9,0 0-26,0 0-17,0 0-16,-5 2-32,-6 1 6,-5-2 54,-2-1-44,6 0-112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51:42.323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184 584 308,'0'0'141,"0"0"-68,0 0-23,0 0 21,0 0-36,0 0-14,0 0-10,-8-7 13,8 4 23,0-4 9,9-8 0,18-6-43,15-8-4,19-7 1,16-6-9,17-6 10,21-2-2,15-6-5,11 1-3,5 3 9,-11 5 1,-17 8-4,-21 8-5,-28 8 6,-26 11-8,-22 3 0,-15 7-8,-6 2-6,0 0-31,0 0-84,-21 12-29,-19 6 41,-20-2-96</inkml:trace>
  <inkml:trace contextRef="#ctx0" brushRef="#br0" timeOffset="397">440 141 534,'0'0'27,"0"0"-19,0 0 11,0 0-19,0 0 0,-32 99 7,3-48 32,-5 8 2,-5 6-13,0-1 0,-2 2-14,0-3 9,1-5-12,-2-4-7,5-5 4,7-9-5,10-8 4,9-12-7,6-12-1,5-5-5,0-3 6,2 0 0,21 0 9,13-9 18,12 1-3,4 1-13,-1 2-4,1 3 0,-1-1-6,-3 1 0,-3-2-1,-7 0-1,-7 1-8,-11-1-19,-5 1-34,-8-1-30,-4-2-14,-1-4-62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51:55.419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0 419 175,'0'0'535,"0"0"-515,0 0 37,0 0 1,0 0-28,0 0-13,0 0-13,0-33-1,0 33-3,0 0-1,0 0 1,0 0 4,0 2 0,3 15-4,7 10 23,1 7 11,1 3-8,-3 1-21,3-1 15,-4-1-10,-2-5-6,0-1 3,-3-4 3,2-6-3,-2-5-4,0-6 0,-1-5-2,-1-3 1,-1 1 1,2-2-1,-2 0-1,1 0 4,-1 0 6,2 0 9,-2 0 3,0 0-1,3 0-5,5 0-6,9 0-6,15-9-3,10 1 0,10 2-3,7 2 4,5 2-3,12 0 2,7 0-2,2 2 2,-2 0-2,-7 0-1,0 0 0,2-4 1,8-2 0,8-2 0,8 1 0,-2-3 2,-2 2 1,-1 1-3,-2 0 2,-2 1 1,2-1 15,4 2-5,1-3-2,0 6-11,-3-3 2,-3 2-2,-2 2 0,-2 1-1,-10 0 2,-2 0-1,-6 0 0,0-1 0,2-2 2,3-3-1,2-1-1,3 1 0,2 0 0,-3 1 6,-4 1-6,-7-2-1,-10 0-2,-2-1 3,-2 0-1,3-1 1,3-1 4,-4 1-4,-2 1-3,-8 1 3,-5 2 3,-9 0-3,-6-1 0,-7 0-1,-1-4 1,-6 1 10,-2-1-7,2 0-3,-1-1 0,1 2 0,4 1 0,-3-3 0,1 0 3,-1 0 0,-2-3-1,-1-4 0,0-3 2,-1-7-2,-2-2-2,-1-4 1,-2 0 1,0-1-2,0 0 0,2 0 1,1 1 1,-3 4-2,-2 4 1,-1 5-5,-1 5 4,-1 3 0,-1 5 1,0 4-1,0 0 0,0 3 0,0 0-2,0 0-2,0 0-5,0 0-3,0 0-28,0 0-7,0 0-25,-3 6-28,-7 11-11,0 3-60,7-6-96</inkml:trace>
  <inkml:trace contextRef="#ctx0" brushRef="#br0" timeOffset="1415">4371 536 505,'0'0'41,"0"0"40,0 0 0,0 0-31,0 0-19,0 0 18,-3-14 14,3 9-25,0 0-17,0-2 0,0-2 1,7-1 9,2 2-17,3-2-4,8 0-3,3 0-4,6 0-3,5 1 0,5 2 3,3-2-3,6-1 1,4 0 1,7 0 0,4 0 3,6 1 2,2 0-1,5 2 0,2 1-2,1 5-3,1 1 8,1 0-7,3 0-2,-1 7 3,-4 3-1,2 1 2,-4-1-3,-2 0 2,-2 0-2,-5 2-1,-2-1-2,-8 0 1,-3 2 2,-7 0-1,-3-2 0,-6 1-5,-5-2 5,-4-2 2,-8-3-2,-7-2 3,-6-1-3,-4-2 3,-4 0-1,-1 0-2,0 0 4,0 0 5,0 0-9,0 2 1,0-2-3,0 0 1,0 0 1,0 0 0,0 0-4,0 0-1,0 0-8,0 0-14,-6 0-46,-12 0-53,-4 0-25,-2-9 28,5-1-125</inkml:trace>
  <inkml:trace contextRef="#ctx0" brushRef="#br0" timeOffset="2114">6040 216 453,'0'0'60,"0"0"28,0 0 26,0 0-48,0 0-12,0 0-23,-7-13-15,7 13-12,9 0 9,12 9 0,10 4 20,5 5 2,7 1-9,0 2-6,5 2-5,-2-1-2,0 4-11,-5-2 1,-7-1-3,-6-2 0,-5 0-2,-5 1 7,-5 1-6,-9 2 1,-4 2 0,0 5 6,-13 4 1,-12-3 3,-5 0 1,0-3 0,0-4-1,2 1-9,1-1-1,3-2 6,3-3-4,2 1-1,3-2 0,3-5-1,6-1 0,1-4 0,2-2 0,2-4-2,1-3-1,1 1-8,0-2 0,0 0-14,0 0-8,0 0-31,0 0-18,0 0-67,0 0-63</inkml:trace>
  <inkml:trace contextRef="#ctx0" brushRef="#br0" timeOffset="3095">8589 1217 518,'0'0'62,"0"0"-46,0 0 48,0 0 9,0 0-10,0 0 15,0 10 0,0-8-10,0-1-24,0-1-5,0 0 10,0 0 5,5 0-16,23 3-7,21 4-15,23 3-14,15 3 0,7 0 3,1 1-4,2-1 0,0 0 2,-3-2-1,-6-1 2,-11-3-2,-4-1 0,-16-2-2,-12-3 0,-18 1 0,-17-2 3,-5 0 4,-5 0 11,0 0-17,0 0 5,0 0-6,0 0-4,0 0 2,0 0-11,0 0-13,0 0-11,0 0-4,0 0-8,0 0-27,0 0-41,0 4-56,8 2-8,11-1-13,12 2 49</inkml:trace>
  <inkml:trace contextRef="#ctx0" brushRef="#br0" timeOffset="3802">11109 1088 78,'0'0'122,"0"0"-72,0 0-33,0 0-17,0 0 0,0 0 4,-42 22-2,33-18-2,-1-1 0,2 1 0,-1-1 6,3-2-5,0 2-1,-1 0 0,1 0 0,-1 0 9,0-2 38,4 1-20,2-2 6,-1 0 29,2 0 42,0 0-17,0 0-6,0 0 9,0 0-2,0 0-2,0 0-22,0 2-15,13 3-4,16 3-3,16 2-7,11 0-14,7-2-2,3-1 1,4-1-11,12 2-1,6 1 0,0-2-1,-4-1-5,-14-2 1,-14-1-2,-11 1-1,-12-1 0,-12-2 5,-11-1-4,-8 0 0,-1 0-1,-1 0-5,0 0-3,0 0 1,0 0-1,0 0 1,0 0-1,0 0 8,0 0-10,0 0 10,0 0-3,0 0-3,-3 0 2,0 0-2,0 0-4,2 0-4,-1 0-4,2 0-9,0 2 7,0-1-1,0 1-25,-3 1-4,0 1-16,-4 2-15,0 1-25,-4-4-28,-4-3-90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52:07.792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0 184 184,'0'0'66,"0"0"-15,0 0 22,0 0-11,0 0-28,0 0 9,0 0 2,16-31 4,-16 31-33,0 0-4,0 0-1,0 0 2,0 0 7,0 0 1,1 0-15,-1 0 5,3 0-11,3 0-1,0 13-1,3 2 2,0 5 0,1-2 1,-1 1 0,0 0-1,3-3 3,-1-2 0,-4-1-2,5-3 1,-2-2 2,1-3 1,1-1 8,0-1-4,1-1 15,2-2 10,7 0 9,4-5 7,3-12-12,9-9-22,4-6 6,8-2-16,5-4-5,2 3 7,6 4-3,1 5-4,-6 2-1,-2 5 0,-6 3 1,-9 4-1,-10 4 4,-9 2 0,-8 3 2,-7 3 0,-4 0-6,-3 0 4,0 0-4,0 0-5,0 0 1,0 0-1,0 0 5,0 0-2,0 0 2,0 0-3,0 0-2,0 0 3,0 0 1,0 0-7,0 0-15,0 1-20,0 1-2,0 2-12,0 0-5,0 5 2,0-1-14,-3 1-60,-4 0-19,1-3-156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52:09.211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81 14,'0'0'240,"0"0"-177,0 0 18,0 0-20,0 0 32,0 0-32,6-47-17,-4 45-11,-1 2 6,-1 0-20,0 0-11,0 0-8,3 0-2,3 11-2,3 8 4,2 6 4,-1-1 2,5 2-5,0-2 11,3 1-2,0-2 15,0-1-16,-1-4-1,-4-3-2,-3-6-1,0-2 5,-1-3 10,7-4 8,7 0 15,7 0-18,9-9-8,4-7-4,3-3 8,8-5-13,1-3 4,2-5-10,-5 1 3,-1 2-5,-1 5 0,0 4 1,1 5 0,-6 3-1,-7 5-1,-11 2 1,-9 3 3,-6 1 4,-8-1-7,-1 2 3,-1 0 0,-2 0 1,1 0 2,1 0-6,-2 0 0,0 0 3,0 0-3,0 0-2,0 3 0,0-2-3,0-1-11,0 1-3,0 2-27,0 0-7,0 3-12,0-1 19,-6 3-1,-3 2-7,-5 2-8,-5 4-44,-4 0-59,-3 0-217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52:10.821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89 269,'0'0'55,"0"0"-5,0 0 5,0 0-2,0 0-8,0 0 7,0 0-44,37-36 23,-37 36 4,0 0-19,1 0-15,-1 0 2,2 0 2,1 0 4,0 0 0,3 3-2,7 8 2,1 6-2,7 7 1,1 3 6,3 2-7,-1 1 2,-3-2-9,-5-3 5,-1-2-2,-3-4-1,-2-2-2,-2-3 0,-4 0 0,1-3 0,-1-1 2,0-2 0,-2-2-2,1-3 0,0 0 8,0 0 2,-1-3 6,-2 0 12,4 0 14,5 0 9,3 0-18,6-9-25,1-4-5,0-2 8,7-3-9,-3-2 4,3-2-4,1 2 12,-1-1-5,4-1 1,1-1-10,3 2 8,2-1-8,4-1 2,3 2-2,2 0 3,4 4-5,-3 2 4,-6 4-2,-9 4 0,-8 0 2,-4 2 0,-1 0 2,-2 2-2,-2-1 1,-3 2-3,-3-1 0,0 2 5,0-2-4,-2 2-1,2-1 0,-5 2 0,1-1 2,-4 1 5,0 0 0,0 0 8,0 0-15,0 0 1,0 0-1,0 0 0,0 0-5,0 0 1,0 0 1,0 0 0,0 0-3,0 0 0,0 0 0,0 0-3,0 0 5,0 0 3,0 0 1,0 0-3,0 0 3,0 0-1,0 0 1,0 0 3,0 0-3,0 0-10,0 0 0,0 0-9,0 0-18,0 0 1,0 0-13,0 0-19,0 0-19,0 0-3,0 0-95,-6 0 12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52:24.993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4031 388,'0'0'58,"0"0"22,0 0-7,0 0-45,0 0 1,0 0-22,0 0-1,10-43 10,-10 40-4,0 3-5,0 0 7,0 0 9,0 0 0,0 0 2,0 0 8,0 0 8,2 0-4,-2 0-16,0 0-4,1 0-10,-1 0 7,0 0-11,2 0 1,4 0 1,5 0 5,6-3-7,6 0 2,-1 3-2,5 0 2,1 0 1,-1 0-6,0 0 2,0 3-1,0 4 1,1-3-1,5 2 7,3-1 1,3 0-5,3 0 6,2-3-4,-1 0-2,3 4-1,-1-3-3,-2 1 2,-4 2 2,-1 1-2,-1-4 2,2 4-4,-1-1 1,3 1 0,3 1 2,0 0-2,-1-1-1,-3 2 0,-5-2-1,-4 0 0,-4-3 2,-2 2-1,0-2 0,5 2 0,-3-2 0,7 3 1,1-1 2,-2-1-2,1 1 0,-3-1 2,1 1-3,-3 1 0,-2-1-3,-3-1 7,-3 1-4,3-2 0,1 1 1,5-1 3,1-1-1,7 0 5,1 1-8,1-1 3,0 1 0,2 0-2,-2 2-1,-1-4 0,0 1 0,-3 0-2,5-3 2,4 0 2,6 0-2,4 0 2,3 0-2,-6 0 0,1-6 4,-11 0-7,-3 3 8,-1-4-4,-4-2 2,2 2-3,2-3 8,3 0 0,5 3-8,3-7 0,-2 4 0,-1 1 2,-9-3-2,-4 2 0,-1 0 5,2 0-5,3 0-4,2-1 4,3 2 6,-1-1-6,-3 0 2,-6-3-1,-2 3 1,-4 0-2,-7 3 4,-1 3-2,-6 0-2,-3 2 0,-6-2 0,-2 4 9,-1-1 2,0 1-2,0-1-4,0 1 13,0-3-5,0 3-4,0 0 0,0-2-3,0 2-4,0 0 1,0 0 2,0 0-4,0 0-1,0 0 0,0 0 1,0 0 0,0 0-2,0 0-3,0 0 1,0 0-6,0 0-13,0 0-2,0 0-26,0 0-20,-1 0-43,-12 0-92,-1 6-3,2-1-79</inkml:trace>
  <inkml:trace contextRef="#ctx0" brushRef="#br0" timeOffset="3532">5885 3664 194,'0'0'110,"0"0"-39,0 0-27,0 0 11,0 0-20,0 0 15,0 0 1,45-12-15,-37 11-22,0 1 0,0 0 6,1-2 11,3 2-2,1-1-8,2 1 6,0 0 1,4 0-15,-1-3 6,3 3 5,1 0-9,-2 0-1,2 0-8,1 0 3,-1 0 3,1 0-7,0 0-5,3 0 2,3 3-2,6-2 5,2 2-5,2-1 2,1-1-1,-3 2 0,1-3 3,3 1-4,-3-1 0,1 2 1,-3-2 0,-1 0 6,1 0-5,0 1 0,1-1-2,-1 3 0,0 0 2,-2-3-2,-2 0 0,-4 0 2,-1 0-1,-4 1-1,1 2 0,3 0 0,0 1 0,3 2-3,-2-2 3,2 1 4,-1-1-3,-4-1-2,-1 0 0,-2 0 1,-2 0 2,-1 0-2,0 1-3,1 0 3,2 2 0,2-2-4,2 2 4,4 1 0,3-4 3,1 0-3,1 1 1,-2-4-1,-5 0 2,-6 0-1,-4 0-1,-3 0 0,-1 0 0,-3 0 2,3 0-2,4 0 1,1 1-1,7 2 0,2-2-1,3-1 2,-1 0-1,-2 0 2,-4 0 0,-6 0-2,-4 0 1,-4 0 1,-1 0-2,3 0 2,2 0-1,5 0-1,3 0 0,1 0-1,1 0 2,-4 0 0,-3 0 0,-4 0 6,-5 0 13,-2 0-15,-3 0 16,-2 0-4,-1 0-4,2 0-6,-2 0-5,0 0 7,0 0-1,1-1 0,-1 0 11,4-1-3,-1 1-1,2 1-4,-2-3-4,-3 2 0,1-1-2,1 2 1,-2 0-2,0-1-2,0 1-2,0 0 2,0 0-1,0 0-1,0-2 1,0 2 1,0-1 3,0 1 2,2 0-5,-1 0 0,-1-3-1,2 3 0,-2 0-1,0 0-1,0 0 1,0 0 0,0 0-1,0 0 0,0 0 1,0 0 0,0-1 0,0 1 0,0 0-1,0 0-3,0 0 1,0 0-1,0-2-4,0 2 4,0-1 3,0-1-8,0 2 8,0 0-2,0 0-2,0 0 3,0 0 0,0 0 0,0 0 2,0 0 0,0 0-1,0-1 1,0 1 0,0 0 0,0-3-1,0 3-1,0 0-1,0 0-1,0 0 1,0 0 1,0 0 1,0 0 0,0 0 1,0 0 1,0 0-1,0 0 1,0 0-1,0 0 0,0 0 0,0 0 0,0 0-1,0-1 1,0 1 0,0 0-3,0 0-5,0 0-4,0 0-20,-2 0-14,1 0-35,-4 0-46,-1 0 20,-4 5 32,-4 8-63,-1-2-19,0-2-130</inkml:trace>
  <inkml:trace contextRef="#ctx0" brushRef="#br0" timeOffset="7175">2695 0 307,'0'0'57,"0"0"42,0 0 27,0 0-51,0 0-30,0 0-18,0 0-8,-11 2-18,0 9 1,-8 3 5,-8 6 20,-7 4 8,0 1-9,-2 2-7,3-3-9,4-3 4,4-1-9,3-4-5,7-1 2,2-3-2,5-3-3,4 0-44,2-1-41,0-3-29,1-2-70,1-3-7</inkml:trace>
  <inkml:trace contextRef="#ctx0" brushRef="#br0" timeOffset="7522">2351 124 288,'0'0'76,"0"0"19,0 0 21,0 0-34,0 0-52,0 0-16,0-3 1,0 3-5,-7 13-9,-8 6 55,-2 5-11,-2-1-28,4 4 13,3-1 3,5-3-22,4 0 7,3-4-10,0-3-8,9-3 2,15-3 7,7-2-6,5-5 7,4-3-4,-4 0 0,-5 0 2,-10-7-5,-2-2 0,-5 1-6,-4 1-3,-1 0-31,-3 3 1,0 3-65,-5-1-3,1 1-82,1-1-329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52:33.423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355 30 226,'0'0'45,"0"0"55,0 0-9,0 0-17,0 0 5,0 0-30,34-28-14,-32 26-18,-2 2 11,0 0-14,0 0-14,0 0-11,-21 10 5,-6 9 6,-6 4 14,2 3-2,3 0 0,1-1-7,5 0 4,3-3-2,2 0-4,0-2 0,2-3-4,1-1 1,2-4-9,-2-2-31,2-1-24,2-4-29,-5-3-34,6-2-78</inkml:trace>
  <inkml:trace contextRef="#ctx0" brushRef="#br0" timeOffset="351">63 197 314,'0'0'108,"0"0"-8,0 0-13,0 0-74,0 0-13,0 0-5,-8 16 5,-4 2 15,-1 0 9,1 2-8,2-3-2,5-1 14,2-1-18,3-4 8,0 0 1,0-2-1,17 1 5,5-3 4,6-2 16,6-2-35,4-3 5,1 0-4,1 0-1,-4-4-5,-5-5 2,-9 1-5,-7 1 3,-5 2 5,-5 1-6,-2 3 4,-1 0-6,-2 1-9,0 0-30,0 0-23,0 0 3,0 0-16,0 0 10,0-3-75,0-5-182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52:34.683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383 0 216,'0'0'85,"0"0"30,0 0-24,0 0-18,0 0-19,0 0-32,6-4-22,-6 4-10,0 2 3,-9 8 7,-6 3 6,-1 1 16,-2 3 17,0 2-18,-2 2-7,-1 2 1,-1 2-4,-2 2-7,0-2 1,0 1 0,5-5-5,2-1 2,3-4-2,7-2 2,-3-4-4,4-1-6,1-2-34,1-3-33,0-1-28,0-3-64,4 0-84</inkml:trace>
  <inkml:trace contextRef="#ctx0" brushRef="#br0" timeOffset="365">0 207 281,'0'0'62,"0"0"55,0 0 12,0 0-52,0 0-42,0 0-3,0-15-20,0 15-12,0 0-1,0 9 1,0 5 3,3 3 18,0 2-9,3 1 2,1 1-3,0 0-5,3-1 0,0-3-6,0 0 5,2-3-2,1-4 7,2-1 6,3-5 16,5-4 13,4 0-10,3 0-16,2-10 3,-1-4-9,-1 1-9,-4 0-3,-2 3 1,-8 0 1,-3 5 3,-4 0-1,-4 4 4,-4 0-8,-1 1 3,0 0-3,0-2-2,0 2-4,0 0 2,0 0 2,0 0-15,0 0-13,0 0-9,0 0-3,0 7-8,0 2-18,-3-1-11,-9-1-41,2-5-103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52:41.227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19 14 249,'0'0'32,"0"0"47,0 0-36,0 0-7,0 0-2,0 0-29,10-14-2,-10 14-6,0 1-1,0 0 3,0 0-2,0 1-1,0-1 3,0 0 1,0-1 4,0 1-4,0-1-1,0 1-2,2 1 0,-1-1 2,-1 0-2,0-1 3,0 2-2,0-2 1,0 1 0,0-1 1,0 0 0,0 0 1,0 0-2,0 0 2,0 0-1,0 0 0,0 0-3,0 0-6,0 0 7,0 0-9,0 0 11,0 0 0,0 0 2,0 0-6,0 0 4,0 0 0,0 0 4,0 0-4,0 0-2,0 0 1,0 0 0,0 0 1,0 0 0,4 0 0,1 0-9,-4-3 9,-1-1 0,0 3-3,0 1-10,-4 0-43,-15 1-37,0 5-99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52:51.109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0 113 56,'0'0'29,"0"0"-17,0 0-10,0 0-2,0 0 0,0 0-10,0 0 0,0 0 9,87-81-29,-60 66 11,7-2-10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21:01.803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7 2062 883,'0'0'7,"0"0"-7,0 0-31,0 0 31,0 0 25,0 0-23,0 0-2,-5 0 6,5 0-5,0 0 19,0 0-9,0 0 4,0 0 26,0 0-7,0 0-3,-1 0-20,1 0-10,0 0-2,0 0-13,0 0 3,0 0 5,0 0-10,0 0-4,0 0 11,0 0-4,0 0 13,0 0-46,0 0-33,0 0 5,0 0 58,0 0 16,0 1-2,0-1 4,0 0 23,0 0 14,0 0 15,0 0 18,0 0-13,0 0-17,0 0-17,0 0-4,0 0 9,0-5-23,0-1 9,0-1 11,0-1-18,0-2 0,0 0 0,7-2-8,2 0 9,1 2-10,5-1 0,4-2-7,7 2 7,9-2-2,5 1 0,5 2 1,4 2-4,4-2 5,3 0 0,7 0 0,2-3 4,-1-1-4,-6 2 0,-8-1 1,-11 1 3,-5 4-4,-10 1 0,-6 2 7,-9 3-5,-4-1-2,-4 2 0,-1 0 0,0 1-10,0 0 10,0 0-16,0 0 14,0-2-42,0 0-31,5-10-15,2-11-95,5-9-177</inkml:trace>
  <inkml:trace contextRef="#ctx0" brushRef="#br0" timeOffset="1298">1477 615 51,'0'0'41,"0"0"-40,0 0 19,0 0 26,0 0 45,0 0 126,-3 3-35,1-3-153,-2 0 35,-2 0 14,-4 0-26,1 0 3,2 0 12,2 0-19,4 0-8,1 0 11,0 0-18,0 0-7,0 0 3,0 0-20,0 0 26,0 0-21,0 0-12,0 0 22,0-3-18,24-6 11,29-14-7,31-9 4,31-15 11,24-6-25,23-3 1,10-3 5,4 4-6,-13 5 0,-24 10-2,-28 9-4,-32 9-2,-31 9 8,-25 6 0,-16 5 3,-7 2-3,0 0-1,0 0-2,0 0-17,0 0 19,0 0-45,-1 0-18,-7 0-8,-4 0-45,-6 5-28,-6 3-65,-2-2-162</inkml:trace>
  <inkml:trace contextRef="#ctx0" brushRef="#br0" timeOffset="1860">2163 0 663,'0'0'10,"0"0"67,0 0 18,0 0-75,0 0 15,0 0-14,29 8 9,18-1 63,15 2-47,8-2 1,0 1-36,-5 3-7,-8 1 7,-7 2-11,-6-2 0,-4 3-1,-5 1 7,-3 1-6,-5 0 0,-6 1 0,-4 0-4,-5 4 4,-6 0 0,-1 1-4,-5 2 8,0 1 2,0 3-6,-11 0 0,-7 2 12,0-3-12,-2-1 0,2-3 2,1-2 2,-1-1-7,1 2 3,2-1-28,3 2-4,4 4-73,7 8-67,1-1-31,0 1-412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21:04.047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7561 0 989,'0'0'3,"0"0"47,0 0 100,0 0-91,0 0-26,0 0-32,0 0-1,0 0-21,0 0-73,0 1-47,0 1-147,-10-2-198</inkml:trace>
  <inkml:trace contextRef="#ctx0" brushRef="#br0" timeOffset="1.59912E6">8536 13528 13,'0'0'13,"0"0"-5,0 0-8,0 0-20</inkml:trace>
  <inkml:trace contextRef="#ctx0" brushRef="#br0" timeOffset="1.6039E6">0 6827 408,'0'0'16,"0"0"-16,0 0-3,0 0-50,0 0-1,0 0 8,134-50-71</inkml:trace>
  <inkml:trace contextRef="#ctx0" brushRef="#br0" timeOffset="1.60419E6">2413 5884 404,'0'0'0,"0"0"-36,0 0-162,0 0 56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7:41.465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444 1579 111,'0'0'97,"0"0"-54,0 0 6,0 0-37,0 0 9,0 0 5,0 0-22,0 51-2,0-40 3,4-1-5,2 0 1,1-1-1,-4 3-19,0-1-13,1 2-11,-4-3 14,3-1 10,-2-4 9,1-2 10,-1-3 0,-1 0 14,2 0 8,-2 0 46,0 0 30,0 0 12,0 0-41,0 0-24,0 0 4,0 0-1,0 0-19,0 0-25,0 0 14,0 5-18,1 0 0,9 3 2,1 0 1,3 1 12,5-1 0,6 1-7,6-2 42,13 0-34,11 0 7,9-2-9,12-1-3,3-3 2,8-1-9,5 0-3,7 0 15,2 0-8,5 0 1,2 0 6,0 0-12,0 1-1,2 4-2,-2 0 0,7 2-1,5-1 3,9-1-2,3 0 0,4-1 4,-1-3 3,-8 2-7,-7-3 10,-8 0-7,-12 0-3,-7 0 0,-8 0 1,-11 0 4,-4 0 0,-9 0-5,-8 0 2,-6 0 17,-8 0-18,-6 0 2,-8 0 3,-8 0-5,-8 0 4,-5 0-5,-4 0 0,2 0 3,2 0 5,8 0-6,5 0 0,8 0 4,6 0 0,1 0-6,-1 0 0,-1 0 1,-6 0-1,-6 0 0,-5 0-6,-7 0 16,-3 0-18,-3 0 8,0 0 0,0 0 12,0 0-6,0 0 9,0 0-1,0 0-10,0 0 5,0 0-7,0 0-2,0 0 6,0 0-5,0 0-1,0 0 0,0 0 1,0 0-5,0 0 4,0 0 0,0 0 2,0 0-2,0 0 0,0 0-1,0 0 4,0 0-8,0 0 5,0 0 0,0 0 3,0 0-2,0 0-1,0 0 0,0 0-7,0 0 7,0 0-25,0 0-13,0 0 17,-2 0-46,-11 3-44,-15 10-12,-17 3-8,-16 0-38,-15 1-302</inkml:trace>
  <inkml:trace contextRef="#ctx0" brushRef="#br0" timeOffset="2152">928 2914 81,'0'0'41,"0"0"-21,0 0 26,0 0-16,0 0-25,0 0 19,-17 0-5,17 0 11,0 0 14,0 0 6,0 0 12,0 0-8,0 0-13,0 0-11,0 0-24,0 0-4,0 0 3,0 0 1,0 0-5,0 0 3,0 0-3,0 0 19,0 0-5,0 0-2,0 0 9,0 0-17,0 0 10,0 0-7,0 0-8,0 0 21,0 0-20,0 0 4,0 0 6,0 0-11,11 3 0,8-1 15,3-1 1,2 0 1,-3-1-16,3 2 0,2 2 6,3-1-4,2 1 4,2 0 1,1 1-5,5 0 8,3-2-9,0 0 2,1-3 8,5 0-7,4 0-3,2 0-1,1 0 6,-3-1-13,-7-2 9,-2 1-3,-4 1 0,-2 1 3,6-3-3,1 0 0,2 0 1,3-1-2,3 1 3,0 0-2,-1 2 8,-3-2-6,-6 2 0,-6 1 5,-3 0-5,-4 0 15,3-2-16,1-2 6,5-3 9,5-5-11,8-4 7,0 5 1,3-6-9,-2 7 1,-3 3-2,-1 1-3,-6 6 0,-4-3 3,-5 2-2,1-2-2,2 0 2,2-2 2,2 2-3,3-1 2,1 0 6,0 1-6,-4-1 0,-2 1-2,-8 0 0,-5 0 7,-3 2-7,-1-1-2,3-2 1,4 0 2,5-2 4,6-1-4,4-2 6,1 4-3,-4 1 0,-5-1-8,-3 3 8,-5 2-4,-6 0 1,0 0-2,-2 0 2,2 0-1,3 0 0,3 0 0,5 0 1,4 0 5,2 0 0,0 0-6,-5 0 3,-3 0-8,-6 0 5,0 0 0,-3 0 0,-5 0 3,3 0-3,-1 2 0,2 1 1,-1 1-2,-2-1 1,0 0 0,-3 0-2,-1 0 6,-2-2-7,-5 2 3,-1-3 0,-3 1-7,-1-1 7,-1 0-3,0 0 1,2 0 2,0 0-1,1 2 1,-2-2 0,2 0-1,-3 1 3,0-1-2,0 2 0,0-2 2,0 0-2,0 0 0,0 0 1,0 0 8,0 0-7,0 0-2,0 0 3,0 0-1,0 0-4,0 0 1,0 0 1,0 0-7,0 0 9,0 0-2,0 0 0,0 0 2,-4 1 0,-6 2-2,-4-2 2,-3 5-1,-4-2-1,-2 3 0,-7 2 2,0-3 2,-9-1-3,0 3-1,-4-5 0,-3 4 2,3-5-2,-2 2 0,-3 0-3,0 3 6,-4 3 3,-3 3-6,1-3 0,0 4-4,-1 1 4,0-2 0,-1 1-2,-7 0 4,-3-4 4,-4 0-6,-3-4 0,0 1-7,0-2 10,-6 2-3,-2-1 0,-3-2 0,1 3 0,1 0 0,0 0 1,0 2-3,-1 1 2,2 0 0,-1-1-2,1-2 7,-3 0-7,2 2 2,2-2 0,4 0-5,6 0 5,2 2-1,9-1-1,7 1 4,8-1-4,13-2 2,6-2 0,7-3 0,9 1 0,3-2 0,4 0 0,2 0 2,0 0-4,0 0 1,0 0-4,0 0-1,0 0-4,0 0 6,0 0 0,0 0-27,0 0 28,12 0-11,12 0 14,12 0-7,13 0 14,8 0-7,11 0 2,6 0-1,-1 0 5,6-2-6,0 1 0,-3-1-2,-1 0 4,-4-1-2,-5 2 0,-7-1 3,-7 1-7,-7 1 6,-6 0-2,-9 0 3,-8 0-1,-6 0-2,-8 0 0,-5 0 2,-3 0-2,0 0 0,0 0 0,0 0-6,0 0 6,0 0 0,0 0 0,0 0 2,0 0-5,0 0 3,-3 0 0,-1 0-4,-2 0-8,2 0-18,0 0-13,-2 0-40,0 0 6,-4 0-10,-2 0-64,-6-7-51</inkml:trace>
  <inkml:trace contextRef="#ctx0" brushRef="#br0" timeOffset="24717">0 112 43,'0'0'61,"0"0"-34,0 0 18,0 0-3,0 0-23,0 0 25,0 0-1,0-2-1,0 2-10,0 0-4,0 0-9,0 0-18,0 0 7,0 0-3,0 0-1,0 0-1,0 0 20,0 0 2,0 0-5,0-2 0,0 2-2,0 0 17,0 0-28,0 0 1,0 0 0,0 0-8,0 0 7,0 0-7,2 0 0,-1 0 16,-1 0-13,0 0 4,0 0 11,0 0-6,0-1 7,0 1-12,0 0-4,2 0 25,4 0-26,0-2-2,2 2 8,2-3-5,-1 2 5,2 0-2,-1-2-6,-1 1 27,1-1-22,7 1 2,6-1 19,12-1-16,11 1 6,12-1-5,17 0-7,5-3 9,11-3-13,10-3 0,0-1 4,-6 1 2,-17 4-5,-20 5-1,-22 3 0,-14 1-1,-11 0 4,-6 0-3,-3 0 13,-2 0 1,0 0 11,0 0-25,0 0 0,0 0 5,0 0-5,0 0-4,0 0-2,0 0-42,1 3-64,2 8-71,2-1-41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7:47.591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 7,'0'0'78,"0"0"-14,0 0 136,0 0-86,0 0-69,0 0-33,0 0-7,7 0 1,-7 0-8,2 0 2,4 8-3,8 5-15,2 0-108,0-8-219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7:48.611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4 17 489,'0'0'47,"0"0"-18,0 0 19,0 0-3,0 0-17,0 0-8,-3-16-20,3 15 4,0 1 5,0 0-9,0 0 0,0 0-1,0 0 7,0 0-9,0 0 3,0 0 0,0 0-2,0 0 4,0 0-2,0 0 0,0 0 4,0 0-3,0 0-1,0 0 0,0 0 0,0 0 4,0 0-4,0 0 1,0 0 0,0 0 0,0 0-1,0 0 0,0 0-2,0 0 2,0 0-5,0 0 5,1 0 4,2 1-1,-3 1-3,2-1 0,-2-1-9,0 0 10,0 0-1,0 0 6,0 0-1,0 2-8,0-1 3,0-1 0,0 0 6,0 0-6,0 0-1,0 0-5,0 0 12,0 0-3,0 0-3,0 0 0,0 0-1,0 0 1,0 0 0,0 0-2,0 0 5,0 0-7,0 0 4,0 0 0,0 0 0,0 0 2,0 0-2,0 0 2,0 0-1,0 0-1,0 0 0,1 0-33,4 2-20,8 3-84,7-5 58,7 0-193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7:52.369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310 23 125,'0'0'64,"0"0"-6,0 0-10,0 0-19,0 0-10,0 0 9,0 0 18,0-21-15,0 19 19,0 2-45,0 0-5,0 0 0,0 0 4,0 5-11,-7 6 7,0 3 0,-2 1 6,-3 4-6,-1 2 0,-2 1 30,-2 2-5,1 2 2,-2-1-18,3 2-9,-1 3 19,1 4-19,-1 0 0,-1 0 2,-1-2 0,1-4-2,1-3 0,2-2 0,2-5 5,3-4-5,-2-3 0,5 0-5,2-2 7,-1 1-4,1-2-24,3-2-42,1-3-32,0-3-88</inkml:trace>
  <inkml:trace contextRef="#ctx0" brushRef="#br0" timeOffset="510">98 278 151,'0'0'120,"0"0"-110,0 0 9,0 0 24,0 0 3,-9 86-22,3-60 3,2 2-8,-4-2-2,0 1 19,-2 1-3,1-1-27,0 1 31,1-1-33,0-2 6,6-3-8,1-3 5,1-6-1,0-5-6,0-5 0,9-2 11,10-1-4,11 0 13,7 0-1,8-11-15,1-4 12,-3 2-16,-8 1 0,-8 5 2,-10 3-2,-8 1 0,-4 2 0,-4 0 3,-1-1-9,0 2 6,0 0 0,0 0-9,0 0 9,0 0-4,0 0-3,0 7-11,-3 0 1,-7 3-33,-2-4-62,0-6-41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0-08-19T09:58:39.86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19:49.672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0 396,'0'0'231,"0"0"-216,0 0 8,0 0-23,0 0-127,0 0-376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19:39.661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3429 4951 247,'0'0'132,"0"0"-132,0 0-49,0 0 49,0 0 33,0 0 7,0 0 16,-10-3-8,10 3-17,0-1-23,-2 1-2,2 0-6,0-2-3,0 1-39,0-1-19,8 1-20,1-5-91</inkml:trace>
  <inkml:trace contextRef="#ctx0" brushRef="#br0" timeOffset="419">3829 4671 185,'0'0'0,"0"0"-4,0 0 4,0 0 49,100-40 19,-72 30-7,-4 0 3,0 4-52,-6 2-11,-5 0-1,3-1-3,0-2-7,3-1-13,3-5-28,1-5-55,1-3-42</inkml:trace>
  <inkml:trace contextRef="#ctx0" brushRef="#br0" timeOffset="1628">15 2176 101,'0'0'153,"0"0"-122,0 0-2,0 0-19,0 0-10,0 0-1,-15 0-1,15 0 2,0 0 21,0 0 3,0 0 13,0 0 12,0 0 2,0 0 7,0 0-4,0 0-14,0 0 9,0 0-30,0 0-9,0 0-5,0 0 2,0 0 0,0 0-7,0 0 0,0 0 2,0 0 1,3 0 3,5 2 37,-1-1-22,3 2 3,-2 0-9,4 0-15,3-1 25,0 1-19,6 0-1,1 0 2,3-2-5,5 1 7,1-1-8,4-1-1,-1 0 25,-4 0-24,-2 2 12,-7-2 5,0 0-14,-2 1 1,0-1-5,4 0 0,4 0 21,3 0-17,0 0-2,3 0 4,-1 0-1,1 0 0,0 0-5,-3 0 8,-2 0 2,-1 0-7,0 0-3,0 0 11,1 0-9,0-1 7,-2 1-9,-1-2 0,-5 2 10,0 0-10,-2 0 0,2 0-4,0 0 11,3 0-4,1 0-3,4 0 1,4 0 8,0 0-7,7 0-2,-3 0 0,-3-1 2,-4 1 2,-2 0-4,-6 0 0,-1 0-5,-1 0 5,-4 0 0,4 0 3,5 0 1,4 0-2,5 0-2,1 0 0,1 0 1,-2 0-1,-3 0-3,-4 0 0,1 0 6,1 0-3,-1 0 0,6 0 0,1 0-4,5 0 4,6 0 0,0 0 7,-2-3-7,-4 2 0,-5-1-1,-4 2 1,-2-1 0,0 1 0,2 0 0,5-2 1,4 1 2,1-2-1,0 0-2,0 2 0,-4-2 8,0 3-8,-3-2 0,-4 2 1,3 0 5,-2 0-5,1-1-1,2-2 2,6 0 3,5-1-5,3 0 0,5 2 3,0 0 0,-4 0-2,-4-1-1,-9 2 0,-6 1 2,-2-3-2,-4 1 0,4-3 0,3 1 1,4 0 2,7 0-3,6 0 0,3-1 2,3 0-2,-7 2 0,-1 0-1,-8 0 4,-7 2 0,0 1-3,-5 0 0,2 0-2,1 0 7,2 0-5,-3 0 3,3 0-3,1 0 0,3 0-1,0 0 4,4-2 0,-1 2-3,-1 0-3,-4 0 2,-6 0 2,0 0 1,-3-1-2,1 1 0,-1-2-1,2 2 1,5 0 0,3-1 2,4 1-2,-1-3 0,-4 3-2,-3-1 2,-6-2 3,-3 3-3,-1-3-1,-2 2 0,1-1 2,1-1 0,1 2-1,0-2 0,3 2 4,-2-1-4,-3 1 0,-6-1 4,-1 1-3,-5-1 5,-1 1-6,-4-2 0,1 2 13,-2 0-9,0-1 2,0 1 14,0-1-9,0 2 3,0-1-14,0 1 11,0 0-8,0 0-3,0 0-2,0 0-4,0 0-43,-9 0-65,-3 0-141,3-3-174</inkml:trace>
  <inkml:trace contextRef="#ctx0" brushRef="#br0" timeOffset="3921">5726 2192 4,'0'0'107,"0"0"24,0 0-105,0 0-6,0 0 4,0 0-6,0 0 7,-34-9 20,34 9 11,0-1 17,0 1-27,0 0-21,0 0-4,0 0-5,0 0 4,0 0-13,0 0 3,0 0 16,0 0-5,0 0 2,0 0 4,0 0-15,0 0 6,0 0-16,7 0 0,9 0 39,4 0-12,2 4 1,4-1-7,-1 1-12,2-1 11,3-1-2,-2-1-5,0 2 17,-2-2-30,-1-1 18,-3 2-19,1-1 1,-4-1 14,1 2-10,3 0-5,3 0 3,5 2 1,3-1 1,4-2 9,1 2-10,1-3 17,-4 2-16,-4-2-2,-2 0 9,-3 0-11,0 0 1,-3 0-3,6 0 1,4 0 4,2 0-2,3 0-3,-4 0 8,0 0-5,-4 0 1,-7 0-3,-2 0 3,-5 0 3,2 0-6,0 0-1,2 0 4,2-2-4,2 1 0,2-1 0,1 0 3,3-3 5,1 2-6,-1-1 3,-4 1 8,-3-1-9,0 1 1,1 0-5,3 0 3,2 2 0,0-2-1,0 0-2,0 0 3,0 1-3,-1 0 4,1-1 6,0 2-8,-2-2 26,2 2-28,2-1 0,-1 1 4,0-2-2,-1 2-1,-5-2-1,1 1 1,-3 1 3,0 0-4,2-2 0,2 2 1,3-2 3,3 0-2,1 2-2,1-2 3,1 1-1,-1 0-2,-2-1-3,0 1 2,-4 0 2,-3 0 8,-5-1-9,-2 0 0,-4 2-4,-3 0 4,-5-2 0,0 1 0,-3 1 3,-1-1 1,-2 2-4,-1 0 0,0-1 3,0 1-3,2-1-2,-2 1 0,1 0 4,1 0-2,-2 0 0,1 0 0,1-2 3,-2 2-3,0 0-1,0 0-2,0 0 5,0 0-2,0 0 0,0 0 1,0 0 0,0 0-1,0 0 0,0 0-4,0 0 3,0 0 0,0 0-12,-2 0-3,-5 0 10,-7 0 0,-5 2 6,-8 3-3,-6 1 4,-10-2-2,-6-1 1,-10-1-9,-3-2 4,0 0 4,6 1-7,2 2 2,2 0 1,4-1 1,2 0 0,4-1 4,2 1-4,6-2 4,3 0-2,1 1-5,2-1 2,-2 1-8,-2-1-2,0 2 6,-3-2-2,-1 0 6,-7 0 1,-3 0 4,-9 0 2,-3 0 1,1 0-3,0 0 0,3 0 4,4 0-4,4 0 0,5 0-1,7 0 1,4 0-1,2 0 1,1 0-2,0 0-6,0 0 7,-2 0 1,-3 0-1,-1 0 0,-1 0 1,-2 0 0,-1 0 2,1 0-8,2 0 7,3 0-1,-1 0 0,4 0 2,1 0-2,1 0 0,4 0 1,2 0-2,1 0 1,2 0 0,0 0 2,-1 0-2,-1 0 0,-3 0-4,-2 0 10,-2 0-9,-1 0 3,4 0 0,2 0 3,4 0-3,7 0-2,3 0 2,5 0 0,2 0 3,0-2-3,0 2-13,0 0 12,0 0-11,0 0 7,0 0 2,0 0 3,0 0-1,0 0 1,0 0 0,0 0 0,0 0 0,0 0-12,3 0 1,9 0 11,4 0 0,10 3 4,5 3-4,8 1 7,9 0-2,7 0-5,9-2 8,8-2-4,8 0 21,6-1-25,2-2 15,-3 0 1,-7 0-13,-2 0-1,-7 0-2,-7 0 8,-8 0-14,-12 0 6,-5 0 0,0 0 4,2 0-4,5 0 0,5-2 0,1-2 4,-3 0 7,-1-1-11,-7 4 2,-5-2-6,-4 3 4,-5-1-1,-4 1 1,-6 0 0,0-2 1,-3 1-1,1-1 0,2 1 5,0 1-5,0 0 0,-1 0-1,-3 0 1,0 0-4,-5 0 4,-5 0 0,-1 0-2,0 0 1,0 0-11,0 0 8,0 0-11,-4 0 11,-13 0-15,-13 0 14,-8 0 4,-7 0-7,-7 3 8,-6 1-1,-5 2 3,-7-2-8,-5-1 6,-1 0 0,0-2 4,3 1-4,3-1 0,6 2-4,2 0 11,10 0-15,6-2 8,9 2-8,6 0 8,4 0-7,6-2 7,6 0-2,6-1 7,2 2-6,7-2 1,0 0 0,0 0-4,0 0 4,0 1-2,0-1-4,0 0-17,0 2 22,11-1-20,8 1 21,13 0 17,13 0-16,16-1 9,14-1-10,10 0 3,9 0 15,4 0-18,2-1 0,3-3 4,6-4 0,-2 4-4,-1 0 0,-7 1 6,-10 0-2,-12 0-4,-12 2 0,-10-1 5,-10 2-5,-9 0 0,-8 0-2,-7 0 4,-9 0-4,-7 0 2,-3 0 0,-2 0 9,0 0-8,0 0-1,0 0 0,0 0 3,0 0 10,0 0-13,0 0 0,0 0 2,0 0-2,0 0-1,0 0-2,0 0-12,0 0 12,0 0-58,-3 0-39,-10 0-58,-8 0 19,0 0-144</inkml:trace>
  <inkml:trace contextRef="#ctx0" brushRef="#br0" timeOffset="7380">7887 741 410,'0'0'13,"0"0"84,0 0-55,0 0-15,0 0 26,0 0-3,15-61 18,-13 58-3,-2 2-22,0 1 19,0 0-34,0 0-7,0 0 16,0 0-31,0 0 0,0 0-6,0 0 5,-5 3-13,-13 11 8,-3 7 0,-7 7 10,-2 4-6,-1 1 1,1-2 3,5 1-6,1-4 14,5-3-16,2 0 0,2-3 3,8 0-3,1-4-13,3-2-4,3-3-57,0-5-49,0-3-52,0-5-82</inkml:trace>
  <inkml:trace contextRef="#ctx0" brushRef="#br0" timeOffset="7821">7549 896 312,'0'0'60,"0"0"35,0 0 21,0 0-48,0 0-27,0 0-8,-9-1 56,9 1-37,-2 0-19,1 8-32,-2 8 17,1 5-18,-1 6 28,3-2-25,0 2 28,0 0-16,0 0 6,-1-4-4,-2 2-10,3-4 0,0-3-7,0-1 3,6-3-7,12-3 3,12-5 0,10-6 1,9 0 15,8-3-15,5-12 9,0 1-6,-9 1 9,-11 3-12,-14 3 1,-10 3-3,-10 3 3,-4 1-1,-4 0 0,0 0 2,0 0-1,0-2-1,0 2 0,0 0-2,0 0-55,-3 0-117,-7 0-163</inkml:trace>
  <inkml:trace contextRef="#ctx0" brushRef="#br0" timeOffset="8991">8302 189 377,'0'0'33,"0"0"86,0 0-39,0 0-58,0 0-14,0 0 11,-6-19 9,6 19 7,0 0-25,0 5-4,0 13-5,3 6 9,0 6 4,0 1 12,-1 3-25,3-3 4,-2-2-4,2 0 6,-1-6-1,1-4-6,-1-3-8,5-10 0,-2-3-54,3-3-39,-1 0-69,-2-15-2</inkml:trace>
  <inkml:trace contextRef="#ctx0" brushRef="#br0" timeOffset="9299">8307 92 250,'0'0'46,"0"0"45,0 0-32,0 0-6,0 0-23,0 0-17,23-44 31,-4 43-1,7 1-14,2 0 27,6 0-33,2 7-11,-1 8 15,-1 4-26,-3 3 16,-4 3-17,-5 4 7,-5 0-12,-4 2 5,-5-1 0,-4-1 4,-4 4 0,0 0-4,-12 0 0,-12 1 2,-2-4 1,-4-6-3,-4-6 1,2-3 0,2-6-1,5-1-6,7-6 3,3-2-5,6 0 7,2 0-9,1-4-18,3-9-6,3-2-99,0-5-81</inkml:trace>
  <inkml:trace contextRef="#ctx0" brushRef="#br0" timeOffset="9742">8809 202 69,'0'0'409,"0"0"-290,0 0-29,0 0-48,0 0-17,0 0-15,0-3 5,0 8-15,1 14 0,1 7 8,1 3-2,2 2 1,0 0-5,-2-3 5,0 0-7,-1-5 0,-1-2-1,2-5-4,0-8-104,0-8-91</inkml:trace>
  <inkml:trace contextRef="#ctx0" brushRef="#br0" timeOffset="10193">8933 0 579,'0'0'66,"0"0"15,0 0-53,0 0-28,0 0 0,0 0 21,46 55-17,-42-18 3,-4 6 15,0 7-20,0 2 26,0 0-10,-6 4-9,-1-3 12,4-1-19,0-5-1,2-8-2,-1-5-7,2-7 0,0-4-40,0-8-35,8-8-24,8-7-135</inkml:trace>
  <inkml:trace contextRef="#ctx0" brushRef="#br0" timeOffset="10484">9184 82 475,'0'0'14,"0"0"128,0 0-50,0 0 9,0 0-29,0 0-22,0-37-12,0 37-38,0 17-24,0 14 20,0 13 4,0 5 10,0 5-10,0-2 0,0 1 4,0-3 4,0-5-8,0-2 0,7-8-65,-1-6-37,-2-2 2,-1-7-5,-3-8-67,0-9-136</inkml:trace>
  <inkml:trace contextRef="#ctx0" brushRef="#br0" timeOffset="10805">9007 357 421,'0'0'61,"0"0"43,0 0-56,109-29 10,-64 20-10,-3 0-2,-5 1-22,-4-4-16,-6 1 14,0-3-16,-4 0-6,0-3 17,-4 3-17,-4 1 2,-9 5-2,-4 2 3,-2 1 30,0-2-33,0 1 2,-7 1 5,1 2-7,-1 1 0,3 2-1,-2 0 8,-3 2-18,1 12 6,-2 7 4,5 3-2,4 3-5,1 1 4,0-1 0,0-3 4,9-3 0,3-4 0,-2-3-2,8-2-3,3-4 0,7-4 5,7-4 6,2 0-3,-1-17 2,-2-10 1,-3-2-6,-2-4 0,-9 6-7,-5 3 7,-4 9-8,-4 3 17,-4 4 0,0 5-9,-3 0 3,0 3 16,0 0-19,0 0-1,0 0-10,0 0-21,3 10 32,2 10 0,-1 0 1,2 2 1,1-2 1,1 0-6,3-3 1,5-3 2,-1-4 10,4-5-10,3-5 4,1 0 5,2-7-2,-1-12 6,-5-3-2,-5 0-11,-6 1 14,-7 1-14,-1 2 0,0 2-3,0 2 11,-1 2-15,-5 4 7,1 4 0,1 2-3,2 2 3,-4 0-13,-3 0 12,-1 16-6,-1 4 7,7 2 0,1 0-2,3-3-7,0-1 7,3-2 0,7-3-6,5-4 1,8-5 6,2-4 1,6 0 0,2-4 21,-2-12-20,-2-3 1,-6 2 2,-6 1 0,-4 3-4,-5 6 6,-5 3-3,-3 4 12,0 0-15,0 0-16,0 0 14,0 5-18,4 9 20,5 4-1,-1-1 3,2-2-4,2-4 1,-3-5 1,0-2-5,-1-4 5,2 0 0,-1 0 8,0-11 2,0-5 5,0-1-13,-3 0-2,0 3 6,-1 2-2,-2 3-4,-3 5 3,2 4 2,-1 0 16,-1 0-21,2 0 0,-1 0 0,2 0-23,4 3 17,0 8 2,5 2 6,-2-1-13,2 1-11,0-3-53,2-2-28,2-1-35,3-4-83</inkml:trace>
  <inkml:trace contextRef="#ctx0" brushRef="#br0" timeOffset="12000">10603 100 456,'0'0'6,"0"0"131,0 0-88,0 0-2,0 0 55,0 0-33,7-45-32,-7 45-18,0 0-10,-4 0-16,-9 4 7,-5 11 0,1 0 7,0 4-7,2 3 0,1 1-2,5-2 8,3 1 1,3 1-7,3-1 0,0 2-4,6 1 4,13 0-6,6-4 5,6-4 2,4-6 14,6-7-13,2-4 1,5 0 16,-2-12-16,-4-9 2,-8-5 12,-4-4-16,-8 2 20,-8 0-17,-2 1 3,-8 2 17,-1 1-6,-3 1 5,0 5 2,0 2-24,0 5 7,0 6-8,0 2-1,-1 1-7,-5 2 8,-8 0-12,-2 13 7,-3 5 5,4 2-6,6 0 6,4 0 0,5 1-9,0 0 9,5 1-1,14 0-7,6-3 8,7-2 8,6-3-8,7-4 0,8-4 8,0-6-6,2 0-2,-5 0 2,-9-4 2,-12-2 11,-14 3-15,-11 2 2,-4 1 32,0 0-15,0 0-16,0 0-3,0 0 1,0 0-3,0 0-51,-10 0-60,-11 0-58,-9 0-151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19:52.785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72 81,'0'0'428,"0"0"-410,0 0-9,0 0 3,0 0-9,0 0 48,2 89 21,5-54-25,-4 2-11,-3-2-4,0-6-29,0-7 13,0-8-16,0-6 9,0-4-5,0-4 0,0 0 1,0 0 22,0-5-12,5-12-15,8-6-12,4 2 12,6 7-4,3 3 4,1 7 0,-1 4 13,-4 0-13,-2 0 21,-2 11-21,-4 4 2,-5 4-2,-2-2 0,-7 1-2,0 0 1,-3 0 1,-16 1 11,-8-5-11,-2-3 5,1-5 8,3-3-6,7-3-2,3 0-5,6-3-5,3-11 1,6-2-106,0-2-32,12-3-214</inkml:trace>
  <inkml:trace contextRef="#ctx0" brushRef="#br0" timeOffset="479">491 0 666,'0'0'37,"0"0"121,0 0-106,0 0-46,0 0-6,0 0 0,-5 76 31,-2-35 0,0-1-5,1 2 6,-2 0-28,2 2 14,1 1-18,-2-3 5,1-2-9,2-4 7,-1-5-3,5-4 0,0-6-37,0-4-16,5-7-103,15-9-114,6-1-61</inkml:trace>
  <inkml:trace contextRef="#ctx0" brushRef="#br0" timeOffset="750">639 241 567,'0'0'61,"0"0"59,0 0-23,0 0-97,0 0-2,0 0-8,6 13 10,3 1 1,3 0 4,3-4-4,2-2 4,1-3-3,3-5 4,3 0 5,-4 0-3,-3-5 17,-5-2-24,-4 1 0,-2 4 24,-3-1-18,-3 3 13,0 0-5,0 0-14,0 0-2,3 0-11,3 4 12,1 6-3,5 3 5,0-2-3,2 0 1,-1-2 0,2-4-1,3-1 1,1-4 0,4 0 5,2 0-3,-1-8-2,-1-7-1,-3-6 1,-4-5-4,-3-2 7,-6-2-3,-3 2 0,-4 2-4,0 3 1,0 2 3,-8 4 12,-2 0 18,1 6-20,-1 1-8,3 3 1,2 2-3,-1 3 0,0 2-10,-6 0-105,-3 0-36,2 8-78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19:54.533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212 188 372,'0'0'36,"0"0"80,0 0-33,0 0-47,0 0 3,0 0 21,-19-14-37,12 12-3,-7 2-9,-5 0-10,-5 8 3,-6 12-4,4 5 0,1 1 1,4 4-1,8 1-4,4 3 4,6 1 0,3 1-6,12 0 6,18-2-15,12-4 14,3-8-2,4-9 1,-4-9-6,-4-4 8,-2-1 6,-3-19 13,-6-7-18,-6-2 18,-10-3-18,-10 7 3,-4 4-4,0 4 5,-12 6 36,-5 3-40,1 4 4,-1 4-6,1 0 1,7 7-7,3 10 5,5 2-11,1 2 6,0-2-3,15-3 1,2-2 7,3-5 2,1-3 4,-3-5 11,1-1-12,-7 0 12,2-1-7,-8-11 12,-3-4 13,-3-2-29,0 0-4,-11 1-6,-5 3-13,-1 5-15,4 1-89,8 2-60</inkml:trace>
  <inkml:trace contextRef="#ctx0" brushRef="#br0" timeOffset="554">587 329 443,'0'0'160,"0"0"-71,0 0-12,0 0-19,0 0-12,86-13-27,-70 30-19,-4 3 0,-1 4 1,-3-1-1,-5-2 0,-1-6 3,-2-5-3,0-3-2,0-4-3,0-2-1,0-1 3,0 0-9,0 0 12,3-14 0,5-7-12,2-3 12,6-1 3,3 1 3,6 1 1,3 5-7,2 4 0,-3 5 12,-8 6-8,-5 3-4,-7 0 0,-1 13-24,-3 7 23,-3 4 0,0 0 1,0 1 10,0-3-10,0-4-4,-3-2-111,0-6-65,0-5-73</inkml:trace>
  <inkml:trace contextRef="#ctx0" brushRef="#br0" timeOffset="982">1123 72 24,'0'0'592,"0"0"-490,0 0 33,0 0-133,0 0-2,0 0-7,-3 78 7,0-32 17,0 2-11,3 2-2,0-7-8,0-2-14,0-5-75,0-7 3,0-6-121,1-10-203</inkml:trace>
  <inkml:trace contextRef="#ctx0" brushRef="#br0" timeOffset="1221">995 305 597,'0'0'9,"0"0"8,0 0 8,0 0-11,81-69 10,-45 61 22,2 2 0,-4 3 13,-3 3-28,-2 0-24,-4 0 20,-1 11-22,-3 8-10,0 3 2,-6 6 0,-6-1 1,-2 0-4,-7-2 6,0-3 3,0-4 3,-13-3-3,-1-4 2,3-5 0,4-3-10,4-3 1,3 0 4,0-11 26,0-13-15,8-6-11,11 0-1,6 1 1,7 1 3,2 5-2,2 3-1,0 5 0,0 1-2,-5 4-53,-1 4-84,-7 2-97,-7 4-201</inkml:trace>
  <inkml:trace contextRef="#ctx0" brushRef="#br0" timeOffset="1604">1650 243 333,'0'0'115,"0"0"39,0 0-89,0 0-59,0 0 31,0 0-20,-83 51-4,69-34 5,6 1-16,5 0-1,3-2-2,0-4-10,3-2 10,13-1 2,4-3 21,0-6 23,4 0-22,0 0 8,-5-13 16,0-6-34,-5 0 14,-5-1-26,-9 2-1,0 4-4,-6-1-93,-11 4-37,4-2-37</inkml:trace>
  <inkml:trace contextRef="#ctx0" brushRef="#br0" timeOffset="1942">1878 0 632,'0'0'117,"0"0"9,0 0-81,0 0-45,0 0 0,0 0 0,0 62 21,0-20 25,0 7-30,0 4-16,0 2 11,-5 0-11,-4 2-7,-3 2-53,-3-1-171,0-9-145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19:59.444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0 840,'0'0'15,"0"0"40,0 0-55,0 0-40,0 0-188,0 0-311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19:56.985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361 792 383,'0'0'19,"0"0"90,0 0-37,0 0-23,0 0-19,0 0-5,-44-24 33,30 9-17,-2-3 0,-4-4-13,2-2 0,2-2-11,-2-4-17,4-5 0,-3-6 5,3 0-5,2-1 2,5 3-2,4 10 1,3 5-2,0 7-5,0 4 6,18 5-8,9 2 6,4 6 2,1 0-2,-7 6 11,-6 18-18,-10 10 4,-9 5-9,0 2 14,-17-3 0,-14-5 0,-9-4-5,-5-5 10,-5-3 3,3-4-8,9-4 0,12-6 11,14-1-11,9-6-6,3 0 3,3 0-29,21 0 32,12 0 6,7 0 8,6-6 19,-1-1-31,-3 2 2,-5 0-4,0 1-8,-4-2-25,0 1-138,-2-4-95</inkml:trace>
  <inkml:trace contextRef="#ctx0" brushRef="#br0" timeOffset="532">813 310 632,'0'0'30,"0"0"124,0 0-93,0 0-37,0 0 12,0 0-36,-6 20 2,3 9-1,2 8 11,1 5-5,0 4-6,0-2 2,0 2 6,0-3-9,0-4-16,0-7-29,7-7-137,4-7-67,1-12-214</inkml:trace>
  <inkml:trace contextRef="#ctx0" brushRef="#br0" timeOffset="788">733 571 664,'0'0'25,"0"0"11,0 0-3,0 0-33,0 0 0,82-69 28,-48 59-1,2 2 22,3 2-1,1 3-23,2 3 10,-5 0-16,0 7-16,-7 12-3,-7 1-5,-6 2 3,-9-2-4,-8-3 6,0-4-5,-3-3 10,-12-1-2,0-4 13,4-2-9,4-3-3,3 0 1,1-1 2,1-15-6,2-5-1,0-3 0,6-1 15,12-2-13,4 3-1,1 2-2,4 2 3,1 2-6,0 5-17,1 6-70,-4 4-85,-1 2-108</inkml:trace>
  <inkml:trace contextRef="#ctx0" brushRef="#br0" timeOffset="1156">1425 398 549,'0'0'100,"0"0"49,0 0-64,0 0-38,0 0-9,0 0-35,-27 0 6,5 0-9,-1 11 2,-1 6 3,5 2-5,4 1 0,5-3-5,7-1 5,3-4-11,0-2-4,3-4-26,13-4 23,6-2 3,2 0 14,2-9 1,-4-8 8,-4 0-5,-8 4 3,-4 5-4,-4 4 18,-2 4-9,0 0 9,0 0-20,0 0 0,0 0-6,1 8 1,7 3 5,5 4-3,2-6-6,4-2 9,4-4-1,0-3 5,3 0-3,1-18 6,0-9-6,-2-10 19,-3-6-18,-7-2-2,-3 1 7,-10 9-5,-2 5-2,0 7 1,0 9 4,0 4 25,-2 8-18,-1 0-11,-1 2 6,-1 0-7,-1 17-18,2 10 17,2 8-4,2 12-2,0 6 7,2 4 0,7 2 7,-2-1-7,-1-2 2,-4-2-6,-2-2 11,0-4-10,0-6 3,-2-4 0,-7-6 1,0-4-1,0-8-2,-2-4 1,0-6-6,-5-6 3,1-4 4,-5 0-10,1-16 10,3-10-12,0-8 2,8-5 0,8-3 3,0 0-1,5 3 16,15 4-8,7 2 0,6 3-1,6 1 1,4-1 0,2 1 3,-1-4-3,-3-2 1,0-1-1,-8-1 5,-3 3-3,-9 3-2,-6 1 0,-6 2 4,-8 1-2,-1 6-2,0 3 0,0 7-1,-3 4 5,-6 4-7,-1 3 3,-2 0-5,0 7-1,-1 12 6,5 5 0,3 5-5,5 6 5,0 3-3,3 4 0,13 2 3,3-1 3,2 2-3,-8-4 0,-4 1 0,-7-2 5,-2-3-5,0-3 2,-5-4 2,-2-4 6,-1-6-10,0-5-2,-2-5-3,-5-5-30,-2-5-14,-7 0 9,-1-13 16,3-14 22,3-7 4,7-3-2,4 1 37,6 1 2,2 3-9,4 3 9,17 2-29,9 4 15,10 0-17,2 2-4,3 4 13,-2 3-12,-6 3-3,-9 1-2,-7 5 6,-9 3-7,-9 2 1,-3 0-7,0 0 2,0 5-4,0 11 9,0 7-3,2 4 6,-2 2 15,0-1-18,0-4 0,0-3-6,0-1 1,0-6-46,0-5-77,0-4-55,0-5-227</inkml:trace>
  <inkml:trace contextRef="#ctx0" brushRef="#br0" timeOffset="2627">2432 324 723,'0'0'44,"0"0"58,0 0-18,0 0-44,0 0-29,0 0 19,-27-41-27,4 41 4,-5 7-8,-1 10 4,6 5-3,3 3 0,7 0 4,7 5-4,6-2 0,0-1-6,7 0 6,14-6-13,3-5 13,2-4-5,0-6 11,1-5 6,0-1-10,-2 0-2,2-3 0,-6-7-2,0 2-55,-6-4-66,-5 4-78</inkml:trace>
  <inkml:trace contextRef="#ctx0" brushRef="#br0" timeOffset="3015">2849 32 563,'0'0'19,"0"0"105,0 0-45,0 0-45,0 0-15,0 0-19,-31-32-8,23 42-3,-3 12 6,-2 8 1,6 5 4,0 3 0,7 3 16,0 1-2,0 5 3,0 1 12,10 0-24,1-1 25,-1-5-20,2-3-5,-3-4 4,-2-2-5,1-6-1,-7-4-3,-1-4-12,0-3 4,0-5-47,-10-4-16,-7-7 11,-2 0-44,1-10-146</inkml:trace>
  <inkml:trace contextRef="#ctx0" brushRef="#br0" timeOffset="3351">2769 255 520,'0'0'56,"0"0"82,0 0-42,0 0-67,95-29 30,-62 29-27,-6 0-1,-3 0 0,-7 11-29,-1 6 2,-5 5-4,0 7 0,-4 3-1,-1-3 1,-2-2 0,-2-7 1,-2-4 2,0-7-3,0-2 0,0-1 1,-3-3 5,0-3-2,2 0-3,1 0 20,-2-6-1,1-15-6,1-5-14,0-10 1,0-2-9,12 3 8,3 3 0,2 6 0,2 8 0,0 3 0,0 4 0,-4 4-6,0 3-18,-5 4-109,1 0-80,-2 0-204</inkml:trace>
  <inkml:trace contextRef="#ctx0" brushRef="#br0" timeOffset="3779">3289 203 434,'0'0'78,"0"0"24,0 0-74,0 0 11,-101 4-23,77 6 3,6 3 1,3 1-17,5 2-3,2-3 0,5 1-1,3-4-8,0 0-1,1-2-1,16-7 7,5-1 8,2 0 3,-1-9 2,-4-2-7,-7 4 40,-5 1-6,-5 3 6,-2 3 5,0 0-16,0 0-5,0 0-26,0 0 12,1 0-14,2 0 2,6 0-15,2 0 15,1 0 0,1 0 0,0 0-3,0 0 0,-2-1-1,-3-2 2,-1 2 2,1-2-1,1 0 5,0 2-4,0-1 0,1 2 1,1 0-2,-2 0 1,-3 0 0,4 0-1,-4-1 1,3-4-8,0-1 7,-2-1 1,1-2 10,-4 2-8,1 2-2,-2 0 16,-2 5-11,-1 0 9,0 0-12,0 0 4,0 0-9,0 0 3,3 0-10,1 0 3,3 5-14,2 3 18,2-2 3,0-2 0,-1-1-5,2-3 5,-1 0 0,1-1 11,-1-12-4,0 1 4,-5 1 6,-3 4-16,-3 3 16,0 1-1,0 3-4,0 0 8,4 0-19,-2 0-1,4 0-19,3 10 11,6 8 4,1 5 4,0-1 0,-3 1 4,-6-2-4,-1-2-1,-6-6-6,0-4-11,0-4 5,0-2 5,-10-3 8,-1 0 15,-4 0 7,-4-11-22,-10-8-39,-11-8-248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21:29.740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36 7,'0'0'55,"0"0"-43,0 0 24,0 0-18,0 0-15,0 0 7,0 0 2,15-12 49,-11 10 20,-1-3 14,-3 3-15,3-3-47,-3 2-9,0-1 19,0 3-3,0 1 17,0 0-6,0-2 3,0 2 21,0 0-39,0 0-11,0 0-9,0 0-4,0-1 1,0 1-13,0 0 4,0 0 2,0 0-6,0 0-2,0 0-9,0 0-15,0 14 14,0 6 0,0 1 12,0 3 15,0 1-9,0 1-4,0 3 8,0 0-7,0-2 4,3-1-7,3-3 0,-1 0 2,-4-4-1,4-2-1,-1-3 8,-3-4-2,1-4 6,-2-4-12,0 0 0,0-2 17,0 0-15,0 0-2,0 0 15,0 0-5,0 0 7,0 0-17,0 0 1,0 0-2,0-2 5,0-2-8,0 0 1,0 2-10,0 1 12,-2-2-16,2 3 5,-1-1 10,1-1-28,0 2 0,0-1 2,0 1-47,0 0-34,-4 0-81,1 0-134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21:46.477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0 122 561,'0'0'224,"0"0"-206,0 0-9,0 0-9,0 0-95,0 0-154</inkml:trace>
  <inkml:trace contextRef="#ctx0" brushRef="#br0" timeOffset="3090">2761 0 831,'0'0'41,"0"0"47,0 0-88,0 0-57,0 0-212,0 0-193</inkml:trace>
  <inkml:trace contextRef="#ctx0" brushRef="#br0" timeOffset="3862">3340 172 628,'0'0'0,"0"0"-24,0 0-161</inkml:trace>
  <inkml:trace contextRef="#ctx0" brushRef="#br0" timeOffset="8902">7719 477 1012,'0'0'74,"0"0"11,0 0 26,0 0-90,0 0-21,0 0-10,0 5-8,0-4-109,0-1-90,-9 0-135</inkml:trace>
  <inkml:trace contextRef="#ctx0" brushRef="#br0" timeOffset="17791">8472 480 589,'0'0'67,"0"0"32,0 0-99,0 0-17,0 0-168,0 0-338</inkml:trace>
  <inkml:trace contextRef="#ctx0" brushRef="#br0" timeOffset="19283">9230 469 585,'0'0'108,"0"0"37,0 0-73,0 0-72,0 0-148,0 0-31,44-15-206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21:31.764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0 225,'0'0'70,"0"0"-10,0 0 28,0 0-40,0 0 15,0 0-14,0-1-4,0 1-1,0 0 0,0 0 12,0 0-29,0 0-25,0 0 12,0 0-14,3 6-10,2 9 10,-2 9 8,3 5 18,-3 3-1,0 2 2,4-2 9,-5 1-35,-1-2 5,-1 0 3,0-2-9,0 0 7,0-3-7,0-5 0,0-3 7,0-6-7,0-3 0,0-3-2,0-4 7,0 0-10,0-2 5,0 0-9,0 0 0,0 0-6,0 0-25,0 0-27,0 1-64,0-1-47,0 0-96</inkml:trace>
  <inkml:trace contextRef="#ctx0" brushRef="#br0" timeOffset="508">304 257 493,'0'0'41,"0"0"46,0 0 13,0 0-54,0 0 7,0 0 8,0 2-23,0-2-30,0 0 13,0 0-15,0 0-3,0 0-3,0 1 0,0-1-8,0 0-4,0 0-32,0 0 6,4 0-102,-4 0-83,1 0-243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21:33.247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215 208 350,'0'0'69,"0"0"24,0 0-22,0 0-10,0 0-23,0 0-8,-15-35 10,9 31-14,0 0 14,-3 1-18,-4 3-17,-2 0 23,-6 0-28,-3 7 0,-2 7 16,3 4-13,2 1 12,4 2-13,4 5 8,7-1-13,6 2 3,0-2 0,0 1-8,15-3 8,7-5-3,8-4 1,6-6 2,4-8 14,2 0-10,0-4-4,-1-14 21,-8-2-17,-9 0 4,-10 0 6,-8 0-14,-6 0 35,0-2-34,-14 2 22,-10 1 5,-7 2-24,3 4 7,-2 4-11,3 3-5,10 3-3,4 3-27,6 0-46,2 0-3,5 3-70,0 3 28,8-5-114</inkml:trace>
  <inkml:trace contextRef="#ctx0" brushRef="#br0" timeOffset="496">359 55 641,'0'0'9,"0"0"35,0 0 39,0 0-43,0 0-3,0 0-31,-10-15 0,10 22 7,10 11-9,4 11 31,2 8-17,-1 7-1,0 7 19,0 5-16,-2 3 8,-2 0-10,-2-2-16,0-3 5,-5-2-7,2-3-6,-1 0 1,-2-5-16,1-4-10,1-8-63,2-9-29,4-14-19,-1-9-153</inkml:trace>
  <inkml:trace contextRef="#ctx0" brushRef="#br0" timeOffset="825">412 394 489,'0'0'18,"0"0"31,0 0 15,0 0-33,0 0-29,0 0 25,34-85-25,-3 73 22,2 0 14,4 4-18,-1 6 13,-3 2 5,-6 0-26,-6 14-12,-9 9 0,-5 3 0,-7 7 13,0 1-4,-12 1-5,-16-5 6,-5-3-4,-4-5 34,2-6-34,4-8-4,4-6 17,5-2-12,6 0-4,4-15-3,7 1-49,5 0 32,0 0-64,5 0-51,17-4-73,8 1-134</inkml:trace>
  <inkml:trace contextRef="#ctx0" brushRef="#br0" timeOffset="1191">786 436 474,'0'0'45,"0"0"37,0 0-20,0 0-54,0 0 38,82-46-36,-73 32 15,3-2 16,-6-3-25,0 0 4,-4-1 6,-2 2-25,0 3 16,0 4-17,-2 3 0,-5 2-10,-4 3 11,1 2-1,1 1 2,-2 0 3,1 1-2,1 12-3,1 2 0,4 4-5,2 4 5,2 3 0,0 1-5,0 3 19,8-4 0,6-3-13,3-2 2,1-4-3,5-4 2,2-5-2,6-5 7,1-3-4,2-1 16,0-17-15,-1-6-3,0-5 16,-6-3-17,-5-2 9,-4 1-7,-9 1 2,-6 4 1,-3 6-5,0 6 0,-5 5 3,-7 2-3,-4 5 0,1 3 0,-1 1-1,4 0-8,0 2 9,6 8 0,6 0-5,0 2-27,9 1 6,15-2 11,7 1 15,2 1-3,0-1 3,-5 4 0,-6 0 1,-5 2-1,-4-1 0,-5 1-2,-1 0 5,-1-1-3,0 0 5,5-1-5,3-1 0,3-2-2,5-2 2,2-4 3,0-6 6,0-1-2,1 0-7,-4-9 1,-1-7 23,-4-5-23,-4-3 16,-6-3-13,-2 1 2,-4 1 11,0 5-3,0 5-12,-7 5-4,-4 3-5,-1 5 7,-2 2 0,-3 0 0,5 2-12,2 10 10,4 0-3,6 2 2,0 0-20,0-2-8,9-1 4,4-4 2,7-1 15,-1-5-6,-1-1 10,0 0 4,-5 0 2,-1-8 0,-6 2 8,-1 2 0,-4 1 40,-1 3-23,0 0-13,0 0-12,0 0-6,0 11-2,0 4 7,6-2 2,6 1-3,3-4-11,6-3 13,1-4 10,4-3-10,-1 0 0,2-3 4,1-15 1,0-7 8,-1-6-13,-4-5 0,-2 1 6,-7 0 2,-8-2-5,-6 2 10,0 1-10,-7 0 31,-11 3-30,0 3 4,0 6-3,2 2 0,7 8-2,3 5-3,3 3 2,1 4-4,2 0 2,0 0-6,0 0 1,0 0-5,0 11-3,0 9 10,0 5 3,6 6 8,2 5-8,1 2 0,0 0 3,-2 1 0,-1 0-3,2-4 0,2-1 3,4-3-5,3-2 2,5-6 0,-2-6 1,1-6-1,0-6 0,0-5-5,4 0 12,-1-16 11,6-8-18,-4-8 1,2-5 9,0 0-10,-7 2 0,-2 5 0,-10 6 3,-7 9 8,-2 4-9,0 3-1,0 4-1,-2 3-3,-4 1 2,-2 0 1,-3 8-7,3 11 5,1 2 2,1 2-1,6 2-12,0-4 13,2-3-14,14-5 5,-1-5 9,3-5-3,-2-3 3,4 0 0,0-10 17,3-11-15,-2-4-1,0-5 1,-6 0 4,-5 4 0,-7 6-2,-3 4-4,0 8 13,0 3-7,0 3 14,0 2-17,0 0 1,0 0-8,0 0-2,0 0-25,0 0 12,3 5 15,9 7 4,3 0-3,0 3 11,3-1-5,-3 0-3,1 1 0,-2 2-1,-1 2 1,-1 1 0,-2-2-1,-4-2 6,0 0-1,-4-3-4,-2-2-7,0-1 6,-2 0 2,-10-3-1,-3 0 0,-1-4-60,-7-3-48,-2 0-80,3-6-186</inkml:trace>
  <inkml:trace contextRef="#ctx0" brushRef="#br0" timeOffset="3076">1635 126 402,'0'0'229,"0"0"-198,0 0 13,0 0-33,0 0 80,94-10-22,-49 6-27,4-1-3,3 1-23,-3 0 23,-7-2-39,-10 2 0,-10 1 9,-13 0-5,-3 2-4,-6-1 2,0 2 1,0-1 11,0 1-14,-9 0-60,-6 0-68,0 0-43,0 0-82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21:36.869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233 254 275,'0'0'56,"0"0"60,0 0-24,0 0-11,0 0-9,0 0-17,8-33 9,-8 28-18,-5 1 23,-5 1-38,-5 2-4,-3 1-9,-6 0-15,2 0 2,-5 13-5,6 7 6,-5 4-8,4 4 2,4 4-2,2 1 2,7 3 0,4 0-3,5-5 2,0-3-5,9-7-6,8-5 0,4-9 12,-4-4-1,2-3 6,-3 0-1,0-19 14,2-6-15,-6-8 24,-3 3-27,-6-5 3,-3 7-2,0 4 4,0 3-3,-3 5-2,-6 7 2,6 0 10,0 5-11,3 1-1,0 3 5,0 0-5,0 0-4,8 0-5,11 0 5,8 0-5,1 2 9,3 14-2,-4 7-2,0 7 8,-6 2-10,-3 1 6,-4-2 0,-3-6 2,-5-8-2,-3-7 0,-3-6-5,0-4 11,0 0-5,2 0 16,-1 0-2,1-17 35,4-10-50,4-5 0,5-5 4,3 2 0,2 4-6,-1 4 2,0 6 0,2 3-1,-2 5 1,-2 3-4,-2 6 3,-3 2-1,1 2-7,1 5 9,0 13-4,-3 5-7,-2 5 11,-3 0 0,-2 2 6,-2-4-1,-2 1-2,0-3-3,0-4-11,0-2 2,0-2-47,4-5-62,4-5-75,4-6-138</inkml:trace>
  <inkml:trace contextRef="#ctx0" brushRef="#br0" timeOffset="984">1273 33 690,'0'0'86,"0"0"46,0 0-63,0 0-32,0 0-29,0 0 13,6 10-20,0 13-1,4 9 36,-1 6-23,0 5-1,-3-1-10,0 1 6,0-4-12,-3-4 4,0-4-33,0-9-38,0-6-55,2-9-16,3-7-12,-2-1-164</inkml:trace>
  <inkml:trace contextRef="#ctx0" brushRef="#br0" timeOffset="1245">1157 259 663,'0'0'36,"0"0"-17,0 0 129,0 0-109,0 0-32,0 0-7,-9-13-22,31 11 22,12-4 19,4-1 0,2-2 9,0-2-27,0-2 2,-2-2 5,-5-3-7,-5-2 14,-4 0-15,-8-1 1,-4 0 21,-4-1-12,-7 2-7,-1 4 11,0 1-7,0 5 4,0 5-10,0 3 7,0 2 21,0 0-29,0 0-7,0 0 5,0 9-18,0 12 16,0 9 4,5 6 0,2 3 4,0 0-4,-2 1-1,1-6-2,0-4 6,0-10-3,1-4 0,-2-6 0,-2-7-14,1-3 12,5 0 0,6-3 2,5-16 13,2-6-3,5-3-10,-2-1 1,-5 4-6,-3 4 9,-4 6-4,-5 5 3,-2 5-2,-3 3 5,-1 2-6,2 0-9,1 0 0,5 2 2,4 14 0,2 5 4,-1 3 6,4 0-2,-1 2-1,3-5 6,0 0-8,2-6 4,-1-2-2,3-3 1,2-7 2,0-3 2,1 0-5,3-6 0,-5-12 11,-2-3-6,-5-2-5,-7-1 5,-3 1-1,-8 2 6,-1 3-10,0 3 0,-14 3 0,-6 4 5,-1 5-4,-3 3 1,-2 0 0,-1 7-4,2 11 1,5 5 1,5 2-6,9 2 6,6 0-10,2-2 3,21-2 2,6-5 5,5-2 0,2-6 1,4-6 19,6-4-20,5 0 5,3 0-2,-5-7 2,-10 1-7,-14 2 2,-11 1 0,-7 2 4,-5 1 3,-2 0 2,0-2-9,-2 1-10,-13 1-46,-6 0-126,-3-1-24,2-5-327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21:39.449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50 425 413,'0'0'65,"0"0"5,0 0 9,0 0-37,0 0-9,0 0 11,0 3-3,0-3-16,0-5 3,0-10-20,0-2-8,3-5 6,-3-3-6,0-1 8,0 0-5,0 3 0,-3 0 45,-6 2-46,3 2 1,0 1 0,0 3-1,2 2 9,0 5-10,1 5-1,1 3 37,2 0-23,-1 0-7,1 0-7,0 20-14,-5 16 11,5 21 2,0 16 1,0 9 28,0 7-21,0 4 8,0-1 5,0-2 1,6-7-3,6-7-18,1-7 0,5-8 7,0-6-7,3-9-5,-3-9 5,-2-4 0,-1-9-1,-4-9-11,-2-9-4,0-6 13,7-10-7,5-20 10,0-13 3,0-14 3,-8-8-9,-1-2 3,-9 3-10,-3 10 2,0 7 3,-21 5-6,-7 5 5,-6-2-11,-2 7-2,-3 1 6,3 5 2,6 7 5,8 5 6,11 5 0,6 5 11,5 0 4,0 0-15,16-4-7,14 0 7,9-4-2,2 2 2,4 2 0,0 0 5,-2 2-3,-7 2-3,-11 1 1,-11 2 0,-11 1-3,-3 0 4,0 0-2,0 0-5,0 0-4,-5 0 5,-8 5-6,-5 9 11,0 5 10,0 3-10,10 4 0,4-1-3,4-1 0,0 0 1,15-3-14,10-3 16,5-2-1,3-5 7,1-3-6,-2-6 1,-4-2 0,-4 0 18,-6-5-18,-2-11 1,-5-4 38,-4-1-27,-4-1 9,-3-1 6,0 2-5,-15 1 29,-6 3-43,2 3 2,-5 3 6,2 1-17,4 4-4,3 2-7,3 2-21,6 1 12,-3 1-26,3 0-1,-2 0 11,-2 0-45,0 0-53,4 6 3,6-4-132</inkml:trace>
  <inkml:trace contextRef="#ctx0" brushRef="#br0" timeOffset="1066">561 531 838,'0'0'7,"0"0"40,0 0 8,0 0-50,95-4-5,-55 4 21,0 15-15,-2 5 28,-5 1-31,-8 2 2,-6 1 5,-8-3-10,-7-4 0,-2-6 4,-2-4 1,0-4-1,-3-3 0,-8 0 2,-3 0 33,1-10-29,2-11 7,5-6 13,6-5-24,0 1-6,6 0-4,18 3-8,5 3 9,4 4-68,3 4-33,-2 5-81,-5 3-101</inkml:trace>
  <inkml:trace contextRef="#ctx0" brushRef="#br0" timeOffset="1404">1078 415 655,'0'0'41,"0"0"-26,0 0 65,0 0-63,0 0 43,33 89 34,-22-54-54,-3 1-9,-3-4-11,-1-4-15,1-5-4,-2-7-1,0-8 0,-2-4 0,2-4 8,0 0-8,6-2 19,2-17-8,2-2 6,-1-3-17,2 3 0,-4 2 3,0 4-3,-2 5 0,-1 4 0,-4 5 2,3 1-8,3 1-18,6 18 19,2 5-3,3 1 12,-2 3-4,3-4 0,-2-4 0,0-6 8,-5-5-8,1-7 0,2-2 9,-1-1 7,8-19-1,0-5 1,-2-6-11,-4 1 4,-6 1-4,-5 0 0,-7 3 53,0-1-21,0 0-5,-6 0-32,-5 5-2,0 3-3,-1 6-36,2 5-14,-4 5-7,-6 3-87,-6 0-55,-2 4 36,1 5-209</inkml:trace>
  <inkml:trace contextRef="#ctx0" brushRef="#br0" timeOffset="2206">1843 510 383,'0'0'17,"0"0"71,0 0 23,0 0-69,0 0-1,0 0 6,41-53 36,-41 48 23,0-1-49,-2 1-27,-11-1-10,-8 1-16,-4 3-6,-5 2 4,0 0-2,-1 4 0,5 12-4,4 3 4,1 7 0,9 2 0,3 1-3,6 4 0,3-3-3,6-4 2,15-4-11,4-5 15,7-9-5,2-6 10,8-2-5,-2-9 14,-6-14-12,-5-2 18,-11-3-20,-7 0 0,-6 2 22,-5 5-19,0 6 4,0 2 12,-3 6-12,0 3 12,0 2-19,3 2 5,0 0-11,0 0 4,0 9-14,0 8 11,0 4 5,0 3-5,3 1 5,4-1 0,7 0-7,2-4 7,4-3 0,-1-4 1,2-5 1,-3-4 7,0-2-9,-2-2 0,2 0 16,4-19-13,2-6 9,-1-6-6,-2-4-6,-6-2 2,-7 5-2,-8 2 0,0 7-6,-1 5 6,-12 4 0,-2 3-7,-2 4 13,5 4-18,1 3 12,5 0-12,3 1 9,3 15-24,0 2-1,4 6 16,12 0 11,2 3-4,3-1 5,-2-2 0,-2-2 4,-2-4 3,-5-3-4,1-2-3,1 0 2,1-2 1,2-1-3,3-1 0,3-5 6,1-1-4,3-3-2,3 0 8,0-4-4,0-12 1,1-4-5,-6-1 0,-3-1 12,-8 3-8,-6 2 4,-6 3 3,0 1-10,0 5 6,-9-1-7,-6 5 0,-2 3 0,-2 1 0,-1 0-4,0 5 0,0 8 8,7 2-12,4 2 5,5 1-6,4 0 6,0-1-14,7-2 11,11-2-2,1-3 16,5-5-10,0-3 2,6-2 0,1-4 5,2-15-2,-3-8-3,-2-2 9,-7-4-5,-6-3 3,-8-3-6,-7-1 4,0-4 27,-3-4-22,-13 0-1,-1-3 12,-2 3-19,3 6 11,1 6-13,4 11 0,4 10 16,3 6-15,4 7 17,0 2-2,0 0-10,0 0-12,0 15-22,0 14 28,1 16-5,11 3 12,1 9-7,0 1 6,0-2-2,-3-3 2,0-3-6,-1-4 0,1-7-9,-4-3 8,1-6-24,-4-6-3,1-2-64,2-8-30,3-11-143</inkml:trace>
  <inkml:trace contextRef="#ctx0" brushRef="#br0" timeOffset="3834">3109 242 392,'0'0'93,"0"0"25,0 0-35,0 0-28,0 0-2,0 0-28,-3-44 29,3 44-22,0 0 1,0 0 18,-2 0-37,1 4-14,1 14-6,0 12 6,0 9 7,0 4-7,3 2 3,7-1 2,2-1-1,1-4-4,1-4 0,2-5 5,5-5-11,0-6 6,3-6 0,-3-3 5,-3-6-5,-3-2 0,-3-2 6,1 0-3,-1-17 23,0-5-26,1-8 4,-1-4 2,-1 0-5,-4 3-1,-2 6 0,-5 8 0,0 4 6,0 6-6,0 3 0,0 2 15,0 2-15,0 0-5,0 0 5,0 0-25,-2 10 21,-2 9-5,1 2 9,1 1-1,2 0 1,0-1-4,0-2 4,0-2 0,6-1-9,0-5 9,2-2 0,0-3-12,3-5 12,3-1-1,5 0-4,3-3 10,-1-14 10,2-2-15,-6-2 1,-2 0 10,-3 3-9,-3 1-2,-4 4 1,-1 5 5,-2 3 2,-2 4-8,0 1 0,0 0-3,0 0 3,0 0-18,0 8-2,1 7 20,2 5 5,6-1-5,1 0 0,1-6-10,1-1 9,-3-8-1,0-2-1,3-2 1,3 0 2,4-15 5,2-7 2,3-6 7,0 1-14,-4 1 0,-4 8-2,-3 6 4,-9 6 5,-1 2-7,-1 4 0,-2 0 1,0 0-1,0 0-11,0 0-2,4 8-6,2 6 19,2 2 0,4 0 0,-3-1-2,0 0 2,2-3 0,-1-2-1,0-2 2,3-2-4,1-4 3,2-2 0,1 0 5,-3 0-1,0-11-4,1-3 0,-2-4 1,4-7 13,-4-2-14,2-9 0,-4-1-10,-4 1 4,-5 3 2,-2 4 2,0 5 4,-6 4 10,-4 4-11,0 5 15,4 3 4,3 3-10,2 4 3,-1 1-13,2 0 9,-1 3-21,1 16-4,0 10 16,0 5-5,0 4 12,0 3-7,0 1 3,9-2 3,1-5 1,-4-4-7,0-6-31,2-6 2,-1-7-90,3-6-77,4-6-209</inkml:trace>
  <inkml:trace contextRef="#ctx0" brushRef="#br0" timeOffset="5047">4290 285 704,'0'0'7,"0"0"53,0 0-17,0 0 8,0 0 0,-104 81-50,75-64-1,3-3 20,5-4-20,7-4 0,7-4 0,5 0 3,2-2 18,0 0-20,0 0 0,0 0-1,6-4 0,2 1 0,-4 1 8,5 2-8,2 0 15,5 6-15,11 11 0,4 2 22,2 3-20,3-3-3,-5 0 1,-1-5 0,-7-3 6,-4-3-6,-3-3-3,-2-4-2,-1-1-20,2 0-29,2-3-37,-3-11-80,-2-4-184</inkml:trace>
  <inkml:trace contextRef="#ctx0" brushRef="#br0" timeOffset="5603">3491 28 551,'0'0'66,"0"0"-16,0 0 12,0 0-54,0 0-1,0 0-7,-58 25 8,55-4-2,1 0 12,2 0-9,0-1 34,2-3-24,14-3-16,6-4 8,2-7-10,5-3 17,-4-3 2,-3-12-19,-8-7 27,-8 2-19,-6-1 2,0 3 21,-5 2 9,-11 4-18,-7 3-14,-2 6 3,-2 3-24,-1 0-8,1 14-64,4 6-55,6-1-55,9-4-366</inkml:trace>
  <inkml:trace contextRef="#ctx0" brushRef="#br0" timeOffset="6270">4998 385 414,'0'0'13,"0"0"118,0 0-48,0 0-15,0 0 19,0 0-27,-30-39-1,30 39-5,0 0-50,-2 0-4,-2 16-21,-2 9 21,0 8 12,1 0-8,1-2-3,4-6 3,0-7 7,0-6-22,0-5 8,6-4-18,3-3 19,4 0 4,8-8 3,0-10 1,0-5-3,-2 2 12,-4 4-15,-5 5 0,-5 7 8,-3 2-5,-1 3 9,-1 0-12,0 0-5,2 0 1,2 4-17,6 9 21,5 4-1,3 1 4,2-2-3,-1-2 0,-1-3 5,0-5-2,-2-2-3,-2-4 0,-1 0 12,-3 0-7,0-6 1,-4-6 6,-3-5-3,-2-4 10,-1-4-18,0 2 11,-4-1 15,-10 2-21,-2 7 4,-1 2-10,1 3-18,4 5-5,0 2-89,3 3-64,6 0-2,3 0-218</inkml:trace>
  <inkml:trace contextRef="#ctx0" brushRef="#br0" timeOffset="6831">5397 324 630,'0'0'56,"0"0"-4,0 0 6,0 0-40,0 0 34,18 79-16,-6-51-13,0 1-23,0-3-7,-1-5-10,-1-7-81,-1-8-27,0-6-147</inkml:trace>
  <inkml:trace contextRef="#ctx0" brushRef="#br0" timeOffset="7191">5625 84 665,'0'0'60,"0"0"27,0 0 7,0 0-75,0 0-15,0 0 19,35 68 29,-23-29-43,-3 5 3,0 1 0,-5-3-8,-1-1-3,0-4-1,-3-3-29,2-5-11,1-3-53,0-8-39,1-7-1,2-8-156</inkml:trace>
  <inkml:trace contextRef="#ctx0" brushRef="#br0" timeOffset="7439">5658 369 685,'0'0'48,"0"0"-6,0 0 23,0 0-65,0 0 0,0 0 22,108-27-15,-71 20-6,-4-1 6,-3-5-6,-6-3 1,-5-2 6,-5-5-6,-6-2 19,-5-2-17,-3 0-4,0 3 0,-5 3 0,-4 2 5,-1 5 3,4 5 0,3 3 10,2 5-18,1 1 9,0 0-9,0 12-23,0 15 20,0 9 1,0 4 4,1 3 14,5-1-9,1-1 8,-4-6-1,0-4-9,-3-4-1,1-8-4,1-8 0,-1-6-3,1-5 3,1 0 0,1 0 12,3-7 2,5-14 10,8-7-24,3-3 1,0 3 0,-1 5-1,-2 6-4,-4 7 3,-4 4 1,-3 6 0,-1 0-7,2 0 0,0 12-1,4 8-2,1 5 10,-2 2 5,2-2-4,-3-1-1,-1-5 0,-1-5 1,-3-6-2,-1-1 1,-1-6-14,-2 1-7,1-2-19,1 0-38,-2-4-116,-2-10-475</inkml:trace>
  <inkml:trace contextRef="#ctx0" brushRef="#br0" timeOffset="8303">6931 335 365,'0'0'27,"0"0"63,0 0 5,0 0-51,0 0-5,0 0 19,31-44 30,-31 41 8,0-1-37,-3-5-35,-11 1 1,-8 0-20,-6 2-1,-5 3 2,-1 3-6,-3 0 9,4 6-9,6 7 0,6-2-3,8 3 3,11-1-13,2 5-4,9 2-15,21 2 24,6 4 8,6-2 0,-2-2 11,-1 1-11,-7-5 0,-5-2 2,-9-3-1,-6-2-2,-7-3-4,-5 1-2,0 0 4,-17 3 6,-9-1 13,-6-1 2,1-6-7,1-1 4,3-3-11,3 0-4,2 0 16,3-7-16,3-3-4,6-1-17,3-2-37,5-2-26,2-4-58,5-1-19,16-1-123</inkml:trace>
  <inkml:trace contextRef="#ctx0" brushRef="#br0" timeOffset="8806">7137 122 723,'0'0'68,"0"0"95,0 0-86,0 0-56,0 0-5,0 0-16,0 42 0,0 2 66,0 7-38,4 7-7,5 0 0,2 2-18,1-4-6,0-4-1,-2-5-38,-1-7 14,-1-8-36,-1-8-15,3-10-89,1-11-82,0-3-310</inkml:trace>
  <inkml:trace contextRef="#ctx0" brushRef="#br0" timeOffset="9060">7213 439 747,'0'0'14,"0"0"62,0 0 9,-1-84-36,21 65-36,7 2 27,4 5-34,4 3 5,-1 5 8,-1 4-14,-3 0-2,-8 5-3,-5 11 0,-7 3-6,-7 4 6,-3 3 0,-6 1-3,-19 0 6,-8-4-11,-6-2-4,0-8-15,5-3 24,4-7-23,8-3 13,8 0 12,4 0-8,7-4 6,3-2-15,0 0 15,0 2-1,12-2 8,4 2-2,8 3 13,2-1-9,0 2 11,4 0-17,3 0 0,0 0 2,-2 0-2,-1 0 0,-3 0 9,0-8-5,-3-8 6,0-3-10,-4-4 6,-6 0 5,-4 2-10,-7 2 10,-3 1 10,0 0-3,0 4 9,-1 3-26,-5 4 5,1 4-12,2 2 6,-1 1-13,-7 1 4,-2 14 9,1 5-5,1 3 5,6 2 0,5-1-2,0 2 4,8-2-2,15-5 1,9-2 4,6-5-5,2-8-29,2-4-64,1 0-21,-5-7-70,-5-7-192</inkml:trace>
  <inkml:trace contextRef="#ctx0" brushRef="#br0" timeOffset="9659">7968 324 289,'0'0'56,"0"0"81,0 0 4,0 0-30,0 0-7,0 0 3,-18-60-62,7 60-37,-3 0-1,0 0-5,0 11-2,1 9-6,3 3-3,1 1 9,6 0 0,3-2 2,0 0-6,13-4 4,9-4-1,7-4-4,6-7-7,0-3 6,-1 0-9,-5-17 15,-8-1 2,-3-5-1,-5-1 12,-3 3-13,-3 3 0,-6 3 19,-1 7 7,0 4 2,0 2 0,0 2-10,0 0 5,0 0-23,0 0-21,0 19 20,0 6-13,0 9 14,0 0 0,0-2 1,6-4-2,0-5-17,-1-9-33,3-7-4,3-7-94,1-1-44</inkml:trace>
  <inkml:trace contextRef="#ctx0" brushRef="#br0" timeOffset="10282">8527 0 846,'0'0'13,"0"0"49,0 0-10,0 0-42,0 0-6,0 0-4,-43 5 4,28 20-10,5 8-2,3 3 8,2 7 12,5 2-12,0 1 0,0 5 5,0 0-1,0 1 13,1-1-17,4-3 2,1 1 11,0-2-11,0-5 0,3-1 2,-1-8-2,-2-8 1,-1-7-3,-2-8 0,-3-6 0,0-1 0,0-1-5,0-2-44,0 0-35,-6 0-63,-6 0-113</inkml:trace>
  <inkml:trace contextRef="#ctx0" brushRef="#br0" timeOffset="10612">8399 481 495,'0'0'93,"0"0"-54,0 0 24,37-81 9,-10 66-8,6 1-13,3 2 7,3 3-39,-3 4-2,-5 2-7,-6 3-7,-5 0 9,-8 3-12,-2 14 0,-6 5 0,-2 7 5,-2-1 10,0 0 3,0-3-15,0-2-3,0-5-10,0-4-57,0-4-71,1-10-98</inkml:trace>
  <inkml:trace contextRef="#ctx0" brushRef="#br0" timeOffset="11049">9014 259 495,'0'0'106,"0"0"7,0 0-11,0 0-79,0 0 13,-85 11-19,53 6 4,3 5-5,3 5 5,7 3-1,8 1-20,10-1 4,1-1-8,9-1 4,21-5 0,11-3 0,9-8 5,5-6 4,-1-5-9,-8-1 0,-6 0 11,-14 0-3,-12-3 15,-8 1 12,-6 2 11,0-2-24,0 0-22,-12-1-30,-10 0-43,-6 3-76,1-3-72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21:51.15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146 1042 452,'0'0'26,"0"0"116,0 0-38,0 0-3,0 0 19,0 0-76,-2-30-1,-1 30-31,-1 3-12,-8 25-6,-5 16-11,-5 14 17,0 2 27,4-3-21,3-9-2,4-8 3,4-11-1,2-8-12,0-8 1,2-6-24,3-5 1,0-2 5,0 0 23,0-23 27,8-12-26,7-13 3,5-6-4,-1-4 0,7 0 3,0 5-2,1 7-1,-2 9 0,-2 10 3,-5 7-9,-9 10 6,-2 6 0,-7 2 16,0 2-13,2 0 0,1 6-3,3 18-16,4 14 15,2 10 1,2 6 0,-4 1 15,3-3-14,-2-4-1,1-7 0,0-4 0,0-8-1,1-5-2,-2-7-15,-2-4-12,-2-6-43,-4-6-47,-3-1-25,0 0-8,-3 0-237</inkml:trace>
  <inkml:trace contextRef="#ctx0" brushRef="#br0" timeOffset="532">125 1318 695,'0'0'86,"0"0"79,0 0-94,0 0-71,0 0 0,0 0-4,118-36 4,-78 33-38,-1 2-54,-2-1-90,-4-2-89</inkml:trace>
  <inkml:trace contextRef="#ctx0" brushRef="#br0" timeOffset="713">533 1163 208,'0'0'495,"0"0"-480,0 0 127,0 0-142,0 0-3,0 0 3,-3 51 3,10-13 37,-3 4-1,-2-2-31,-2-5 20,0-5-28,0-7 0,0-6-3,0-8 3,0-3-3,0-5-17,0-1 20,0 0 2,0-15 15,0-15-10,0-12-7,-2-9-17,2-4 6,0 3 3,0 5 8,0 10-3,0 8 3,8 4 0,5 6 1,2 2-1,7 2 0,6 5-2,7 2 4,-2 6-13,-6 2 11,-8 0-8,-9 18 7,-10 9-15,0 6 16,-28 0 0,-11 1 4,-7-4-1,1-8-3,5-5-11,6-5 4,7-7 14,9-3-6,5-1-1,8-1 2,4 0 24,1 0-17,0 0 1,0 0-6,0 0 6,3 0-7,1 0 16,2 0-16,3 0 37,3 0-38,4 12 1,1 3 23,1 5-22,-2 2 7,6 4-7,1 1 4,-1-2 0,1 0-8,-1-3-9,2-3 8,-5-3-57,4-5-29,-3-4-72,0-7-40,-1 0-117</inkml:trace>
  <inkml:trace contextRef="#ctx0" brushRef="#br0" timeOffset="1380">941 1187 382,'0'0'418,"0"0"-380,0 0 103,0 0-112,0 0-21,0 0-8,-11 3-14,11 24 14,3 10 5,5 5 26,-2-1-31,0 0 0,0-7 8,1-7-8,-4-6-3,0-9-3,-1-5-21,-2-5 15,1-2-29,-1 0 41,0-6 11,0-18-11,0-14 0,0-7-4,-9-5 15,-4 0-6,2 2 11,2 1 19,4 3 6,5 1-33,0 3-2,7 2-6,10 3 8,5 6-7,3 4-1,0 7 0,0 4-1,-3 5 1,2 6 0,-4 3-4,-2 0-11,2 5 9,-5 12-65,-5 7-55,-7 4-15,-3 1-4,-3 0-181</inkml:trace>
  <inkml:trace contextRef="#ctx0" brushRef="#br0" timeOffset="1823">935 1203 142,'0'0'500,"0"0"-449,0 0 83,0 0-118,0 0-13,0 0 16,97 0 26,-61 0-20,-5 0-23,-3 0 7,-5 0-9,-4 0-8,1 0-30,0 0-126,2 0-84</inkml:trace>
  <inkml:trace contextRef="#ctx0" brushRef="#br0" timeOffset="2055">1481 1121 729,'0'0'39,"0"0"114,0 0-80,0 0-55,0 0-11,0 0 3,-95-27-10,56 41 27,1 7-26,9 5 8,5 2-5,9 3-4,9 3-5,6-3 1,0 1 4,21 0 8,13-4-8,9-3 0,5-7 0,3-5-8,-3-8-33,-4-5-37,-3 0-52,-7-12-43,-6-2-429</inkml:trace>
  <inkml:trace contextRef="#ctx0" brushRef="#br0" timeOffset="2348">1731 1151 615,'0'0'56,"0"0"48,0 0 17,0 0-80,0 0-41,0 0 0,-5 47 12,5-5 40,3 3 2,-3-2-40,0-3-13,0-6-1,0-7-11,2-9-36,-2-7-13,0-7-80,2-4 9,-2-1 32,0-20-42,0-9-25,0-5 141,0-3 10,-2-1 15,-5 5 57,4 5 109,-1 6 0,1 8-72,3 4-15,0 5-19,0 4-20,0 2-13,0 0-26,6 0 12,10 15-12,5 10 7,1 7 36,2 1-9,0 1-10,-1-1-25,0-5 4,3-2-13,-1-4-4,0-5-45,0-7-29,-3-5-34,2-5-35,-2 0-118</inkml:trace>
  <inkml:trace contextRef="#ctx0" brushRef="#br0" timeOffset="2828">1997 991 717,'0'0'30,"0"0"91,0 0-23,0 0-74,0 0-24,0 0-1,-4 38 1,4 3 35,3 6 27,3 1-39,-3-1-15,-2 2 3,-1-3-11,0 1-27,-3-4-43,-3-4-91,6-10-21,0-9-151</inkml:trace>
  <inkml:trace contextRef="#ctx0" brushRef="#br0" timeOffset="3164">2512 1235 657,'0'0'53,"0"0"9,0 0 64,0 0-65,0 0-61,0 0 0,-6 36 5,6-6 11,0 0 0,0-1-16,0-6 6,0-6-5,-2-4-1,-1-6-52,1-5-10,2-2-71,-2 0 56,2-18 67,0-8-36,0-6 46,0-4 5,0 2-2,7 8 14,-2 7-14,-2 8 20,0 5 25,-2 4-5,1 2 47,-2 0-62,5 0-13,6 16-14,3 10 0,7 6 48,5 5-4,3 1-22,-1-4 20,2-5-30,0-3-13,-5-8 0,-2-4-20,-7-5-29,-6-7-37,-2-2-74,-7 0-32</inkml:trace>
  <inkml:trace contextRef="#ctx0" brushRef="#br0" timeOffset="3614">2758 1118 805,'0'0'12,"0"0"82,0 0 9,0 0-93,0 0-10,0 0-3,0 48 3,8-13 46,-2 5-42,-3-1-2,-3-1 1,0 1-3,0-4-14,0-3-55,0-3-99,0-10-40,0-8-323</inkml:trace>
  <inkml:trace contextRef="#ctx0" brushRef="#br0" timeOffset="3863">3037 1348 803,'0'0'3,"0"0"84,0 0-78,0 0-8,0 0-1,-86-4 0,57 25 29,4 4-26,7 5-3,9 0 7,9-1-7,0-2-5,4-3 4,15-4 2,0-6 4,-1-7-2,3-7-3,-1 0 15,4-6 23,0-12-2,0-3-8,-3-3-15,-7-2 26,-8 4-27,-6 4 16,0 1 8,0 2-36,-9 6-3,-2 0-32,-4 3-51,2 2-27,-1 1-125,8 1-271</inkml:trace>
  <inkml:trace contextRef="#ctx0" brushRef="#br0" timeOffset="6811">91 1800 60,'0'0'37,"0"0"-37,0 0 46,0 0-4,0 0-20,0 0-4,-5-30 2,5 27 10,0 0 40,0 2-28,0 0-7,0-1-20,0 2 11,0 0 27,0 0-11,0 0 9,0-1-2,0 1-28,0 0 14,0 0-20,0 0 12,0 0 12,0 0-21,0 0-2,0 0-2,0 0-13,2 0 15,12 0-2,4 0 12,8 0 30,-1 1-35,3 2 15,-1 0-22,0 0 1,0 0 7,3-2-12,1 0-3,2-1 32,4 0-34,2 2-3,8-2 8,3 1-4,4 1-1,-2-2-5,-6 1 2,-4 1 0,-5-2 6,-6 0-2,-2 1 1,-3-1 3,3 0 0,4 0-10,7 0 0,4 0 7,8 0-5,-1 0-2,2 0 0,-1 0 3,-7 0 2,-2 0-5,-7 0 0,-4 0-5,-1 0 7,2 0-2,1 0 2,5 0 4,4 0-6,-1 0 0,1 0 0,-4 0 1,-5 0-1,-4 0 0,-5 0-1,-2 0 6,1 0-8,3 1 3,9 2 0,5-3-1,5 2 1,5-1 0,-3-1 0,0 0 5,-3 0-4,-4 0-1,-2 0 0,1 0 0,2 0 0,3 0 0,2-6 0,0 1 2,3-2 6,0 1-8,-1-1 0,-3 0-2,-1 2 5,-6 1-3,-5 1 1,-7 0 1,-6 2-4,-5-2 2,-1 2 0,-3-1 0,4 0 3,1 0-3,7-2 2,1 0 0,0 0-1,-5 1-1,-2 3 0,-9 0-3,-3 0 4,-5 0-2,-1 0 1,0 0 0,0 0 1,0 0-1,0 0 0,0 0-1,0 0 1,0 0 0,0 0-2,0 0 9,0 0-15,0 0 7,0-1-20,0 1 1,0 0-62,-1 0-47,-10 0-109,-1-2-27</inkml:trace>
  <inkml:trace contextRef="#ctx0" brushRef="#br0" timeOffset="8444">1542 60 305,'0'0'23,"0"0"28,0 0 11,0 0-12,0 0-16,0 0 21,0 0 11,17-57-15,-17 56 12,0-1 3,0 2-17,0 0 4,0 0-43,0 0-3,0 0-7,0 0-18,-11 12-12,-5 8 25,-3 5 5,0 0 17,5 4-14,2 3 0,1 0 6,-1 4-7,0-4 9,2 1-11,-4-4 0,2-5 4,2-3-4,3-3-3,1-6-3,1-2-32,0-3-79,2-5-53,-1-2-161</inkml:trace>
  <inkml:trace contextRef="#ctx0" brushRef="#br0" timeOffset="8903">1147 322 243,'0'0'109,"0"0"-55,0 0 18,0 0-41,0 0 1,0 0 2,0-4 7,0 4-21,3 0-1,4 0 3,4 1 5,5 9 13,-1 1-23,1 2-1,0 3 15,0 1-14,0 2 3,2 1 9,1 0-29,3-3 22,-2-1-22,4-4 0,-3-1 10,-2-2-10,-1-4 0,-1 1 5,2-6 2,2 0-3,6 0 11,1 0-9,1-10 21,-3-4-16,-3 0-6,-8-1 14,-2-1-18,-5 2 40,-4-2-21,2-1-8,-3 2 14,0 0-25,1 3-1,-2 5 10,-2 3-8,0 1 23,0 3-16,0 0-5,0 0 5,0 0-9,0 0-8,0 0 4,0 0-40,0 0-34,0 6-81,0 11 25,-3 3-42,0-1-162</inkml:trace>
  <inkml:trace contextRef="#ctx0" brushRef="#br0" timeOffset="12397">3644 1453 296,'0'0'104,"0"0"73,0 0-99,0 0-3,0 0 4,0 0-7,0 0-18,3-16-35,-3 16-17,0 10-2,0 19-21,0 10 21,0 3 31,0-1-30,3-9 5,2-5-6,1-10 5,-3-5 2,1-7-7,2-2-10,-3-3 10,3 0-18,2 0 12,1-3 2,4-7 8,-2-1 11,-4 4-15,0 1 0,-4 2 3,-3 4-3,2 0-7,-2 0 7,4 0-27,5 8 19,8 8 5,5 4 3,1-5 2,-1-1-2,-3-4-2,-4-4-1,-2-4-1,-5-2-2,-1 0 7,3 0-1,0-8 12,2-7-10,-3-3 4,0-5-5,-6 0 9,-3 2-3,0 0-7,0 3 3,-3 3-8,-8 0 5,2 3-20,-1 3-54,0 0-124,5 2-106</inkml:trace>
  <inkml:trace contextRef="#ctx0" brushRef="#br0" timeOffset="12937">4108 1529 636,'0'0'51,"0"0"47,0 0-83,0 0-9,0 0 8,2 85-13,4-63-1,0-1 0,-5-4-56,-1-5-49,0-8-142</inkml:trace>
  <inkml:trace contextRef="#ctx0" brushRef="#br0" timeOffset="13260">4314 1369 260,'0'0'340,"0"0"-226,0 0-1,0 0-87,0 0-26,0 0 1,15 72 9,-7-30-8,1 0 0,1-2-4,-1-4-18,0-5-43,3-5 5,-3-7-65,-3-8-102</inkml:trace>
  <inkml:trace contextRef="#ctx0" brushRef="#br0" timeOffset="13484">4231 1597 527,'0'0'62,"0"0"-15,0 0-25,82-20-13,-32 14-6,-2 0 0,-8 1-3,-5-4 7,-8-1-5,-11-2 0,-3-4-2,-5-2 24,-5-2-13,-3-1-3,0 3-2,0 1-2,0 2 7,-3 6 2,0 3 6,3 3 12,0 2-3,0 1-12,0 0-16,0 0-22,0 17 7,0 7 0,0 7 15,0 3 3,3-2 1,0-2-3,0-5-1,3-4 0,1-5-3,2-8-1,-3-2-11,-3-6 7,0 0-1,0 0 9,5-7 15,-1-7-8,1 0 17,-2 2-18,2 4-2,0 1 5,-2 4-9,2 0-1,-1 3-5,-1 0 4,-2 0-7,1 0 2,-2 8-12,1 4 9,-1 1 8,1 1 2,0-1 0,-1-2 5,1-3 13,5-1-18,4 0 0,7-4 5,5-2-5,2-1-5,-2 0 4,-5-10 1,-4-5 10,-4-3-9,-1-3 5,-5-2 1,-3 0-6,-3 3-1,0 1-1,0 3 1,0 6-8,0 3 8,-3 3 0,1 1 8,2 3-7,0 0-1,0 0-11,0 0-61,0 0 8,-4 4-6,-1 8 11,-1-2-45,3-3-178</inkml:trace>
  <inkml:trace contextRef="#ctx0" brushRef="#br0" timeOffset="14364">4892 1525 499,'0'0'84,"0"0"5,0 0-52,0 0 14,0 0 2,0 0-7,0-6-17,0 6-24,0 0-4,0 0-1,0 14 0,0 7 9,0 2-5,0-1-2,-2 0 2,1-6-4,1-3-6,0-2-40,0-4-82,0-7-80</inkml:trace>
  <inkml:trace contextRef="#ctx0" brushRef="#br0" timeOffset="14761">4845 1465 507,'105'56'92,"-104"-54"-28,8 4-9,5 2-32,-1 8 37,2 2-44,-6 0 11,-1 1-17,0-5-5,-3-6 1,-2-2-3,-2-5 0,1-1-3,-1 0 3,4 0 4,4-2-6,6-14 9,5-6 10,2-3-15,3 1 8,-1 5-13,-6 5 0,-5 5 2,-7 5-1,-3 4 6,-3 0 14,0 0-21,0 10-20,0 10 6,0 5-2,0 0 13,0 1-85,0-6-32,12-11-15,1-7-410</inkml:trace>
  <inkml:trace contextRef="#ctx0" brushRef="#br0" timeOffset="15135">5379 1455 693,'0'0'29,"0"0"43,0 0-62,62-73-9,-50 52 18,-2 0-19,-7-1 0,-3 4 0,0 0-2,-9 5 2,-6 3 9,2 6-5,-2 4 4,1 0-1,-2 2-6,4 14 0,-1 7 0,7 2 7,3 2-8,3 1 0,0 2 20,3-3-18,13 1 11,2-1-6,4-4-7,7-2-14,2-7-38,6-5-27,4-4-8,-1-5-152</inkml:trace>
  <inkml:trace contextRef="#ctx0" brushRef="#br0" timeOffset="15428">5702 1446 396,'0'0'162,"0"0"-33,0 0-41,0 0-62,-90-30-22,65 30 17,1 0-20,6 11-2,6 2-1,5-2-11,4 0-5,3-1-19,0-3-24,0-1 35,10-2-4,8-4 16,-1 0-1,-1 0 11,-3 0 4,-5 0 0,-7 0 1,-1 0 54,0 0-5,0 0-24,0 4-26,0 11 0,2 6 6,8 1-3,1 1-3,3-5 0,0-2-47,5-8 0,2-5-54,6-3-183</inkml:trace>
  <inkml:trace contextRef="#ctx0" brushRef="#br0" timeOffset="15786">5906 1393 595,'0'0'34,"0"0"83,0 0-61,0 0-54,0 0 3,0 0-10,-46 14 5,30 6-1,8 1 1,5 3-10,3 2 9,0-3-10,4-4 10,7-4-17,4-5 17,1-4-2,8-6 3,1 0 18,7-6-7,2-15-10,-1-7-1,-2-5 16,-2-2-15,-9 0 2,-6 2 18,-5 6-7,-3 4 11,-3 4-19,0 8 12,-3 5 28,1 2-36,-1 4 9,0 0-19,0 0-17,0 13-14,-10 11 25,1 6 6,1 2 5,4 1-5,2-4 0,2-2-3,0-7 0,0-7 0,0-5-10,0-5-2,0-3 6,13 0-11,9 0 20,8-6 18,2-7-10,-3 3 2,-10 5-10,-7 2 0,-9 3 4,-3 0-3,3 0-1,3 8 0,9 11 0,3 1 10,3-1-10,0-2-10,-6-3 6,-6-2-71,-8-1-91,-1-2-73,-7 2-156</inkml:trace>
  <inkml:trace contextRef="#ctx0" brushRef="#br0" timeOffset="16500">5506 2015 706,'0'0'23,"0"0"86,0 0-59,0 0-17,0 0-12,0 0-17,-59-17 14,36 29-18,-4 5 2,-1 6-2,1 0 3,3 1-4,7 2 1,6-2 0,8 0-7,3 0-3,6-1 8,21-4 2,10-3 11,8-4-4,0-6-5,2-5 7,0-1-7,-1 0-1,0-11-1,0-6 6,-8-4-2,-9-3 10,-8-2-14,-9 4 0,-4 1 17,-7 5-15,-1 2 24,0 3-17,-3 4-6,-10 4-6,-10 3-3,0 0 6,-4 4-8,4 12 8,4 1-2,8 3-2,7 1-10,4 4 14,0-1-15,10 0 15,11-1 2,0-5-2,3-3-3,3-5 2,3-4 1,4-6 4,2 0-4,0-6 0,0-12 10,2-6-10,-2-7 2,-2-4 2,-1-6-2,-4-6-2,-9 4-8,-6 1 8,-9 7 18,-5 7-17,0 5 24,0 9-18,0 4 2,0 6-7,0 4-2,-2 0-6,-6 0 3,-6 18-25,-4 11 28,0 3-4,6 5 2,6 1-4,4-4 6,2-3-3,0-5-1,15-7-5,5-6-2,3-6 6,3-6 5,2-1 0,2-6 0,2-12 0,-3-7 13,1-3-12,-4-2-1,-6 5 7,-9 4-1,-7 6 31,-4 10-4,0 3-6,0 2 23,0 0-50,0 0-6,-7 13-7,-5 8 11,-1 6-1,3 3 0,6 2 3,1 2 3,3 4-3,0 3-44,0-3-120,12-7-260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22:27.767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0 190 829,'0'0'49,"0"0"-38,0 0-11,0 0-65,0 0-157</inkml:trace>
  <inkml:trace contextRef="#ctx0" brushRef="#br0" timeOffset="11123">9082 0 746,'0'0'58,"0"0"66,0 0-121,0 0-3,0 0-147,0 0-129</inkml:trace>
  <inkml:trace contextRef="#ctx0" brushRef="#br0" timeOffset="19483">11057 39 636,'0'0'80,"0"0"54,0 0-93,0 0-41,0 0-49,0 0-123,13-13-38,1 19-190</inkml:trace>
  <inkml:trace contextRef="#ctx0" brushRef="#br0" timeOffset="20648">11748 220 271,'0'0'331,"0"0"-271,0 0 5,0 0-65,0 0-178,0 0-261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22:23.29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0 154 142,'0'0'115,"0"0"-74,0 0 19,0 0-5,0 0-26,0 0 5,0 0 17,0-8 1,0 8-10,0 0-34,0 0-2,0-2 3,0-2 0,0-3 22,3-5-23,6 0-6,2-1 7,-2 1 0,1 0-9,-1 1 13,0 2-4,1 1 9,-1 1-18,0 0 3,3 0 9,0 0-10,3 1 4,6 1-3,3 2 2,1 1 8,-2 2-13,-1 0-1,2 11 0,-2 9-7,-2 3 8,-1 4-5,-7 1 2,-3-1-10,-8 0 13,-1-1-3,-4 4 2,-19 3 2,-5-3 9,-2-4-7,0-4 3,4-4-3,5-5 0,6-1-1,4-6 0,4-1-2,1-4-2,6 1-1,-3-1 6,3-1 12,0 0-15,0 0 0,0 0 6,0 0-6,0 0-4,6 0 1,6 0 6,4 0 20,8-3-14,1-1 14,2 0-10,-1-2-12,4 2 1,-5-2-1,2 1 10,-5-1-17,0 2 6,-5-2-1,-2 4-6,-5-1-24,-1 1-44,-3 2-2,-4-1-41,2 1-100</inkml:trace>
  <inkml:trace contextRef="#ctx0" brushRef="#br0" timeOffset="736">739 264 555,'0'0'152,"0"0"-102,0 0 66,0 0-42,0 0-49,0 0-22,-2 0 3,2 0-6,0 0-32,0 6-52,-7 3-135,-1-2-48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22:24.490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385 180 287,'0'0'14,"0"0"55,-92 6-7,62-4 7,0-2-5,3 0-34,6 0 5,5 0-10,4-3-1,3-7 11,2-2-35,-1-3-6,5-2-5,0-1-1,0 1 12,3 3 4,0 1 13,0 0 23,0 0-22,12 1-14,0-1-4,0 3 0,-5 5 7,-2 2-2,-5 3-2,0 0-1,0 0 6,0 0-8,0 0-9,0 0-18,0 11 27,3 9-4,7 6 4,2 9 11,5 2-10,2 4 6,2 6-7,3 7 1,-5 3 2,-1 3-3,-6-5 0,-6-3 0,-4-4 0,-2-2-1,0 3-3,-8-6 4,-14-4-6,-5-7 6,-9-10 0,0-6 13,-3-7-6,2-9 2,6 0-7,-1-8 5,7-6 3,6 0-10,7 0 0,4 4 4,5 0 1,3 1 9,0-1-14,0-2 7,3 4-5,9 2-1,6 3-1,8 3 0,8 0-2,3 0 2,5 6-2,7-2 0,-4-2-2,-2-2-14,2 0-25,-8-13-65,-4-8-4,-3-7-2,-8-4 60,-4-3 54,-6-3 7,-6 0 2,-3-3 55,-3-2 1,0 0-27,0-1-8,0-1-1,-1 2 8,-7 2 6,-1 1-12,0 8 6,3 9-14,2 9 36,-1 9-16,2 4-16,0 1-2,3 0-9,0 10-16,0 14-30,0 9 30,0 9 0,5 4 0,5 7 0,2 4 0,0 2 9,-1 0-9,3-6 0,0-6-4,2-2-19,2-6-112,5-6 7,-1-11-52,-4-10-224</inkml:trace>
  <inkml:trace contextRef="#ctx0" brushRef="#br0" timeOffset="937">512 519 615,'0'0'69,"0"0"48,0 0-20,0 0-69,0 0-12,96-45-5,-37 31 3,-2 1-10,-11 5 2,-10 2-12,-15 3 6,-9 2-3,-9 1 3,-3 0-18,0 0-3,0 0-29,-9 1-52,-3 5-67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22:25.937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7 155 324,'0'0'97,"0"0"47,0 0-23,0 0-16,0 0-19,0 0-10,-6-8-33,5 8-30,1 5-6,0 18-7,0 11 0,7 17 12,1 12-9,1 14 24,-2 7-26,-2-3 1,-1-6-2,-1-9 0,2-9-5,1-5-14,-2-6-44,2-10-3,3-11-66,0-15-96</inkml:trace>
  <inkml:trace contextRef="#ctx0" brushRef="#br0" timeOffset="308">43 550 476,'0'0'17,"0"0"70,0 0-36,18-79-26,-1 55 6,3 5 7,4-1 18,0 4 14,8 5-19,2 4-16,0 5-21,3 2-4,-4 0 11,-3 18-19,-5 10 1,-8 7-6,-7 0-10,-8 3 13,-2-4 0,0-1 1,-21-6 7,-3-4-7,-6-6 8,-7-6 3,4-5-4,0-6 2,5 0-10,9-7-22,7-10-1,7-2-102,5-1-48,0-1-149</inkml:trace>
  <inkml:trace contextRef="#ctx0" brushRef="#br0" timeOffset="651">404 440 516,'0'0'70,"0"0"-8,0 0-6,100-31-5,-59 31 27,0 0-33,-3 13 18,-7 7-21,-3 3-28,-7 3-10,-6 1 0,-6-3-8,-9-3 4,0-4-15,-4-2 15,-16-5 0,-2-2 4,-2-8 15,3 0-19,8-8 18,2-14-11,4-7 4,7-3-10,0-4-1,7 0 0,13 5 6,2 2-3,5 9-6,-2 4-25,5 8-70,-4 3-33,-6 5-118</inkml:trace>
  <inkml:trace contextRef="#ctx0" brushRef="#br0" timeOffset="981">895 386 552,'0'0'64,"0"0"58,0 0-4,0 0-103,0 0-4,0 0-3,-64 77-8,52-44 27,6-1-23,6-4 3,0-1 4,16-5-5,9-3-4,6-7 8,4-9-3,3-3 2,-4-3-3,-1-15-4,-6-6 31,-9-6 1,-6 0 9,-9-2 0,-3 1-19,0 5 9,-14 4-20,-2 5-10,-3 3-6,-1 4-24,-1 6-20,3 4-59,5 0-22,4 0-46,6 7-119</inkml:trace>
  <inkml:trace contextRef="#ctx0" brushRef="#br0" timeOffset="1335">1083 359 659,'0'0'74,"0"0"31,0 0-78,0 0-11,0 0-16,0 0 16,57 73 25,-36-38-18,0 0-4,-1-3-15,-1-6 1,-2-3 7,-3-6-12,-4-7 0,-1-6 4,-4-4-3,-1 0 6,5-9 18,0-16 13,0-12-11,4-7-25,-4-1-1,-4 4 2,-2 7-1,-3 9-4,0 4-25,0 4-39,1 3-72,1 0-201</inkml:trace>
  <inkml:trace contextRef="#ctx0" brushRef="#br0" timeOffset="1642">1413 323 599,'0'0'83,"0"0"-78,0 0 113,0 0-27,40 77-19,-26-47-30,-1 3-34,-9-1 5,-1-1-13,-3-4-51,0-7-57,0-8-78,0-9-129</inkml:trace>
  <inkml:trace contextRef="#ctx0" brushRef="#br0" timeOffset="2039">1763 405 671,'0'0'62,"0"0"11,0 0-13,0 0-34,0 0-8,0 0 20,-40-40-23,27 40-6,-2 9 0,0 9-3,3 8-3,4 3-3,4 2 0,4 2-5,0-2 4,15-6-5,7-5 5,5-6 2,6-8-2,-2-6-5,-1 0 6,0-22 12,-6-9-12,-2-9 0,-4-13 7,-7-3-7,-5-8 15,-6 1-15,0 1 2,0 5 23,-9 8-25,-5 9 18,5 9-2,0 10-1,2 10 4,1 4-6,3 6 1,3 1 12,-1 0-26,1 10-18,0 15 9,0 11 9,0 7 1,0 5-1,7 2 1,8 4-3,1-3 6,2-2-3,0-4-1,0-6 3,0-10-6,-3-8 3,1-8 0,-1-4-8,3-8 7,1-1-6,2-4-2,2-19 9,-1-8-11,-4-7 11,-2-2 0,-7 4 0,-4 6 5,-5 9-4,0 6 0,0 6 6,0 5-2,-2 3-5,-2 1-8,-2 0-1,-2 12 1,0 9 8,3 6-2,5 6 0,0 0-2,0 1-4,16-4 7,1-6-3,5-6 5,3-9-1,2-8 0,3-1 0,6-14 17,-2-16-17,1-5 0,-4-5 11,-7 0-10,-11 3 10,-7 6 7,-6 9 2,0 7 24,0 8-31,0 4-11,0 3 5,0 0-7,6 0-21,14 7-36,8 13 43,6 5 12,1 4 2,-4-1 0,-3 2 11,-4-4-8,-5 0 0,-5-5-3,-6-7 2,-3-4-2,-5-7 0,0-3-2,0 0-8,-5 0 14,-12 0-11,-5-2 2,-5-2-33,3-3-118,0-4-276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22:29.289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67 255 336,'0'0'116,"0"0"43,0 0-83,0 0 17,0 0-13,5-74-22,-5 63-16,-3 1-23,-5 3-16,-1 3-1,-1 4-2,1 0-9,-2 0-13,1 4 12,4 9 9,3 0 1,3 2-7,0 3-12,13 2-20,10 1 36,8 3 3,5 1 0,6 3 5,-2 0-1,-2 0-3,-6-3 8,-8-5-8,-8-4 4,-10-7-5,-6 0-18,-4-2 7,-20-3 11,-7-3 0,-5-1 10,-3-2-10,2-12 9,3-3-9,5-1 1,8 2 5,5 4-3,10 4-3,3 4 1,3 4 2,0-2 1,0 2-4,0 0 0,4 4 0,10 11 3,8 0 8,2 4 4,4 0-3,4 0 7,1-2-14,1-4-3,6-6 4,5-7 0,-5 0-3,1-6-3,-6-17 2,-6-5-4,-7-3 2,-6-5 0,-8 3 9,-8 3-9,0 5-4,0 5 4,-2 6 2,-4 4 22,-1 3-23,4 6 3,2 1-8,-1 0-3,1 5-15,1 12 20,0 5-19,3 3 18,14-2-14,4-4 15,2-6-4,-1-8-7,0-5-4,-2 0 9,-1-11 8,-5-13 0,1-3 0,-8-2 0,-2 2 9,-5 4-6,0 6 15,0 6 26,0 5-24,0 3 9,0 3-26,0 0 1,0 0-8,0 3-5,0 19-7,5 10 13,7 13 6,5 5 0,5 6-3,1 2 3,0 0 3,-1 2-4,-3 2-4,-7-2 2,-8-5 0,-4-4-1,0-8-7,-16-3 8,-5-6-4,0-6 4,-1-7 0,-1-4 1,1-9 5,2-5-6,0-3 0,-1 0 0,1-18 6,-2-9-1,1-7 0,6-5-4,3-5 19,8-2 1,4-4-18,0 1 4,18-2-7,7 2 0,5 3-8,3 6-9,1 7 17,-3 8-6,-5 8 4,-8 7 2,-7 7 0,-3 3 0,1 0-3,0 0 3,1 16 0,2 2-3,3 6 3,0 3 0,1-2 2,-3 0-2,-3-5-2,-3-6 0,-4-5 2,-1-5-6,-2-4 5,0 0 1,3-3 14,0-18-14,3-9 1,4-7 2,2-3-3,0 2 7,3 1-7,-1 4 1,2 6-3,-1 4 5,0 7-3,-6 6 3,-2 7-3,2 3 9,-2 0-9,3 0 0,1 17 4,1 6-4,-3 8-1,0 4 0,-1 4 1,-7-2-6,-1 2-37,0-3-48,0-8-126,-1-9-343</inkml:trace>
  <inkml:trace contextRef="#ctx0" brushRef="#br0" timeOffset="1448">1383 288 880,'0'0'9,"0"0"4,0 0 22,0 0-21,0 0-11,0 0 6,-77-5-9,60 33 0,2 9 3,6 5 3,6 4 15,3 0-18,0-4-3,5-5 18,13-10-18,1-7 1,7-9-2,6-11 5,3 0-2,5-11-2,-1-16 0,-5-7 0,-3-1 4,-7-5 4,-6 1 1,-6-6 2,-3 4-4,-6-1-7,-3 4 0,0 6 2,0 6 5,0 7-4,0 8 32,-3 5 9,0 3-18,3 3-26,0 0-1,0 0-2,0 10-15,0 14 8,0 8 6,5 8 8,2 6-4,0 2 0,-1 0 0,-3-1 7,-1-6-7,-2-7 0,0-9-1,1-11 2,-1-5-4,2-6 1,1-3-11,3 0 13,7-12 0,5-9 5,6-6 0,3 1-5,-2 4 0,-3 6 0,-8 8 0,-6 8-8,-2 0 7,-1 8-5,1 14 5,0 5 2,0 1 1,0-1-2,3 1-41,-1-4-23,-2-6-98,0-11-31,1-7-404</inkml:trace>
  <inkml:trace contextRef="#ctx0" brushRef="#br0" timeOffset="2129">1789 165 641,'0'0'0,"0"0"0,0 0 88,0 0-28,16-85-49,-1 72 25,0 3 21,-4 4-14,-1 2-10,0 4-11,-1 0 7,5 14-27,4 13 6,1 5 2,1 4-7,-3-4 7,-1-1-10,-5-2 0,-3-8 6,-2-6-6,-3-5 0,-2-7 0,1-3 2,1 0 5,6-11-3,4-16 6,8-8 4,3-5-9,0 2-4,0 1 4,-1 5 7,0 5 8,-5 4-19,-3 9 3,-3 6 29,-3 4-33,-1 4 1,3 0-2,-2 18-7,1 12 7,-1 8 1,-4 4 0,-2-1 4,-2-2-4,-1-2-19,0-3-34,0-7-49,0-4-48,0-11-38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22:34.322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97 353 467,'0'0'11,"0"0"66,51-73-15,-37 43-40,-4 0 31,0-2-31,-4-2-12,-1-2 26,-3 3-10,-2 3-16,0 6 6,0 7-3,0 8-1,0 4-10,-5 4 5,3 1 19,-4 0-24,-4 7-2,-2 17 1,2 11 4,1 10 8,7 11-7,2 13-5,2 7 30,11 7-15,-1 6-4,-2 2-10,1 4 4,0 0 2,3-8-8,3-11 0,4-15-6,-2-13 12,-2-13-4,-4-12-2,-3-10 0,-2-9-4,-1-4 4,7-4-13,-1-22 10,-1-9-61,-6-12-2,-6-2 43,-3-2-16,-24 2 37,-10 1-3,-12 4 5,-6 4 17,-2 5 0,6 7-6,8 7-8,13 7 3,16 6 0,11 2-5,3-3 2,23 1 5,14-5-8,14 1-1,9 1-2,2 0 6,0 0 4,-6-2-7,-11 2 0,-15 2 7,-17 4-4,-10 2 7,-3 1 54,-1 1-34,-19 1-14,-4 0-16,-4 0-6,4 7 4,6 12 2,8 0-6,10 5-4,0-1 3,13-2-1,17-3 0,7-4 8,4-5 3,-1-9-3,-1 0 0,-11 0 0,-5-16 5,-9-2 10,-6-5-14,-7-1 7,-1-1 14,0 0-22,-13 2 2,-11 4 7,-4 6-3,-4 0-12,4 5-30,4 2-124,11-1-84</inkml:trace>
  <inkml:trace contextRef="#ctx0" brushRef="#br0" timeOffset="833">621 398 607,'0'0'70,"0"0"31,0 0-1,109-16-38,-76 28-36,0 11 20,-7 3-32,-9 4-12,-2-2 0,-9-2-2,-6-4 0,0-4-15,0-5-4,-12-3 16,-2-7 3,-2-3 1,4 0 26,3-13-10,5-12 4,2-9 13,2-7-16,2-1 13,14-1-30,9 1 0,4 1 5,4 2-6,9 2-19,4 7-30,-4 12-52,-5 7-119,-13 8-108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22:35.762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256 463 460,'0'0'59,"0"0"61,0 0-51,0 0-35,0 0 33,0 0-40,-58-75-12,31 74 5,-4 1-18,0 0 3,1 10-5,3 8 1,5 7-9,7 4 8,8 0-12,7 1 9,0-3-7,23-3 10,9-9-7,5-5 14,2-9-8,-4-1 1,-3-2 0,-5-16 1,-8-2 1,-6-4 4,-5-3-1,-6 0-2,-2 6 27,0 4-30,0 7 29,-5 6 14,2 2-29,1 2-9,-1 0-5,0 10-13,0 9 7,3 4 6,0 3-8,0-1-1,3 2 9,11-2 0,2-5 0,2-3 1,2-5-1,-4-7 0,2-3 0,1-2 13,1-6-8,1-17-1,4-9 3,-4-10-6,0-14 4,-2-6-5,-7-4 0,-3 3 3,-6 5-3,-3 6-2,0 5 0,0 6 2,0 7 9,-7 9-9,-1 8 2,2 7 7,2 6 2,1 4-8,-6 0-3,-3 13 4,-4 16-14,0 12 10,9 10-4,7 3 3,0 2 0,7 2-5,13 1 5,5-3 1,2-6 0,2-9 0,-3-10 0,1-10-2,-5-7 0,-3-9 1,-2-5-6,-2 0 14,2-15 2,-2-11-7,1-12 4,-2-3 1,-1-12-3,-4-3-5,-3 1 1,-3 5 0,-2 10 7,-1 11-5,0 11-2,0 5 15,-3 9-12,2 2 10,-1 2-10,1 0 6,-4 9-18,-1 16-5,-2 12 14,2 10 12,3 5-11,1 4 11,2-1-2,0-2-9,0-7-2,15-5-27,3-6-80,9-8-21,2-8-108</inkml:trace>
  <inkml:trace contextRef="#ctx0" brushRef="#br0" timeOffset="1266">1200 265 432,'0'0'50,"0"0"56,0 0-22,0 0-78,0 0-2,0 0 2,0 0 12,94-57-8,-68 57 8,0 11 8,-3 10-23,-1 6 23,-5 5-24,-5 5 5,-3 3 23,-6-3-29,-3-4-1,0-9 6,0-9-5,0-5 10,0-7-10,0-3 2,0 0 16,0-1-1,0-17-14,3-11-4,8-5 0,3-1 0,2 6 6,-2 6-6,0 9 13,-4 5-13,-1 7 0,-1 2-1,-1 0-6,1 12 3,2 6-2,1 5 6,-1-1-3,0-4 3,-1-6 0,-1-3-1,-3-5-22,0-4 19,-2 0-23,3-3 27,0-17 20,3-9-12,4-2 15,1-3-23,2 6 7,-2 6-4,4 5-3,-5 9 0,-1 2-3,-5 5 3,0 1-1,0 0-1,0 8-4,1 12 1,-2 7 5,-3 5 0,0 7 10,-3-1-7,0 1 3,0-2-6,0-5-21,0-3-22,0-8-58,0-7-4,0-11-102</inkml:trace>
  <inkml:trace contextRef="#ctx0" brushRef="#br0" timeOffset="1920">1995 285 709,'0'0'41,"0"0"59,0 0-1,0 0-82,0 0-12,0 0-5,-55 14-1,42 14-2,3 8-11,7 2 12,3-1 0,0-2 2,3-7 0,12-5 0,3-6 0,1-6-1,4-5 2,-3-6 2,2 0 6,1-13-3,1-10 22,-3-5-13,0-7 9,-8-2 15,-5 0-23,-8 4 18,0 4-3,-3 4-7,-13 2 2,-3 5-26,-4-1-14,2 8-2,3 3-45,2 5-37,5 3-39,4 0-141</inkml:trace>
  <inkml:trace contextRef="#ctx0" brushRef="#br0" timeOffset="2324">2214 93 160,'0'0'543,"0"0"-516,0 0 94,0 0-71,0 0-39,0 0-10,-3-1 17,11 22-12,2 7 10,-1 9 11,-2 5-11,3 5-7,0 2-9,0 1 5,-2-8 1,-1-5-6,-6-10 0,-1-9-1,2-7 1,-2-6-1,0-3 1,0-2 0,0 0 8,1 0-6,4-10 0,1-9 15,2-10-15,2-5-1,-1 1-1,0 0 2,4 3 0,1 7-2,5 1 0,1 5-6,3 3 5,3 6 0,-1 2 1,0 3 0,-5 3-10,-2 0 10,-3 2 0,-2 13-3,-5 6 2,-4 9-1,-4 4 2,0 3 0,-8-5-5,-8-4 5,-3-4 0,-4-5-1,-3-5 1,-1-3 0,-2-4 1,5-4 4,-1-3-6,4 0 1,5-7-69,1-11-62,9-3-23,6-2-187</inkml:trace>
  <inkml:trace contextRef="#ctx0" brushRef="#br0" timeOffset="2911">2645 260 645,'0'0'115,"0"0"-22,0 0-4,0 0-61,0 0-26,0 0 44,3 67 11,-1-35-29,-1-1-4,1-3-21,-1-3-3,1-6 0,-2-2-48,2-6-44,0-6-72,-1-5-96</inkml:trace>
  <inkml:trace contextRef="#ctx0" brushRef="#br0" timeOffset="3315">2748 0 611,'0'0'51,"0"0"51,0 0 41,0 0-90,0 0-24,0 0-3,7 0-26,-4 27 2,0 8 10,-1 6-2,1 1 16,-1 2-26,1 1 0,1-1 10,2 0-4,-3-2-11,0-4 5,-2 0 0,1-4 8,1-6-8,0-5 0,1-7-3,2-6-5,3-5 6,2-1 1,8-4 2,5 0 7,4 0-7,1-12 0,-4-8 2,-3-4-3,-4-3 0,-3-2 0,-4-6 0,-5 3-1,-5 1 1,-1 5 0,0 7 11,0 8 6,-4 4-7,-1 4-10,1 3 5,-4 0-11,-4 11-1,-1 11 6,-2 10-5,6 2 0,5 2 5,4-2 1,0-4-2,1-4 0,15-6 2,2-4 0,11-6-4,4-9 10,6-1-6,2 0 0,1-12 0,-3-8 9,-4-6-2,-6-6 2,-5-2 19,-10-3-18,-7 3-1,-7 6 9,0 5-6,0 7 25,-5 5-22,0 3-6,0 6-2,5 2-7,0 0-5,0 0-12,0 0-31,4 17 6,10 5 33,6 9 9,3-1 2,4 1-2,-2-2-1,0 1 1,-2-1 0,-5 0 1,-1-2-1,-7-8 0,-6-2-1,-4-6 0,0-5 1,0 0 4,-7-3-3,-3 0 22,0-3-23,1 0-2,-1 0 0,0 0-8,-1-6-11,-3-1-40,1 0-54,-4-1-86,1 2-62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22:46.525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8 301 279,'0'0'20,"0"0"19,0 0 44,-8 86 1,8-52-20,0-5-19,0-3 4,0-6-20,3-6-12,0-2 3,5-3-18,-2-2-2,1-3 0,2-3-7,4-1 6,1 0-8,-1-5 9,1-8 5,-5 1-1,0-1-1,-5 5 38,-2 2-24,1 3 17,-3 3-13,1 0-20,-1 0-2,3 2-13,3 10-15,6 5 29,0 4 1,6-3 3,0 0-4,4-4 0,-1-4 8,-4-3-8,-3-2 2,0-1-5,-5-2 6,0-2 3,0 0-5,-3 0 1,1-9 13,2-6-11,-8-8-4,-1-1 5,0-1-5,0 1-9,-8 1 5,-4 3 4,-2 4 4,1 3-4,2 6-34,1 0-50,4 1-84</inkml:trace>
  <inkml:trace contextRef="#ctx0" brushRef="#br0" timeOffset="524">467 389 638,'0'0'119,"0"0"-37,0 0-2,0 0-49,0 0-31,0 0 0,12 77 6,-6-48-2,0-4 3,-1-4-7,1-4-47,-1-4-80,-2-11-44,2-2-162</inkml:trace>
  <inkml:trace contextRef="#ctx0" brushRef="#br0" timeOffset="899">630 199 634,'0'0'63,"0"0"131,0 0-126,0 0-57,0 0-11,0 0 2,24 68 6,-12-25-6,-2 3 1,-2 2 8,0-3-11,-3-7-7,0-4-22,-2-6-65,-2-5-17,2-6-22,0-9-6</inkml:trace>
  <inkml:trace contextRef="#ctx0" brushRef="#br0" timeOffset="1139">604 408 344,'0'0'259,"0"0"-181,0 0 49,0 0-104,0 0 0,0 0-11,110-29-3,-77 21-9,-8 0 4,-6-1-10,-5-2 3,-4-4 3,-6-3 5,-2-4-2,-2 0 2,0 1-5,0 2 5,0 4 23,0 2-28,-2 4 1,1 5 9,-1 1-10,2 3 2,0 0-2,0 0-3,0 0-2,0 6-6,0 17 2,8 7 9,5 7 1,4 6 10,-2-1-11,-1-2 0,-3-7 2,-5-7 3,-1-8-5,-3-6 0,0-4 1,-1-4-1,1-2 0,1-2-9,-2 0 9,2 0-15,3 0 15,5-6 1,4-7 10,2-2-10,0-1-2,-1 1 3,-4 5-2,-4 4 4,-3 3-6,-4 3 4,-1 0-2,3 0 0,1 14-12,2 5 12,3 3 5,3 3-3,0-5-2,3 0 0,4-4-21,-1-6-135,-4-6-117</inkml:trace>
  <inkml:trace contextRef="#ctx0" brushRef="#br0" timeOffset="1724">1188 447 563,'0'0'93,"0"0"-46,0 0-19,0 0 3,0 0 12,0 0-34,33 84-2,-26-64-7,-1-6-32,-1-4-126,-4-9-225</inkml:trace>
  <inkml:trace contextRef="#ctx0" brushRef="#br0" timeOffset="2039">1288 445 499,'0'0'114,"0"0"3,0 0-13,0 0-56,0 0-10,0 0-20,79 12 16,-53 11-8,-4 3-23,-5-4 4,-4-2-6,-6-2-1,-2-6 0,-4-5-12,-1-4-11,0-3-21,0 0 44,0 0 13,0-13 18,4-10-25,4-4-5,2-3 9,7 0-10,-4 4 0,3 4 0,0 8 5,-2 5-5,-2 5 0,-2 4 5,0 0-5,-1 16 0,0 9 0,-2 6 0,4 0-5,-5 0 6,3-2-1,1-1 0,0-3-44,8-9-109,2-7-88</inkml:trace>
  <inkml:trace contextRef="#ctx0" brushRef="#br0" timeOffset="2482">2055 201 136,'0'0'556,"0"0"-526,0 0 111,0 0-87,0 0-44,0 0-10,0 13 13,0 16 5,4 10 18,-1 8-10,0 5-15,0 2 1,0-3-12,3-5-11,0-5-26,2-7-68,1-7-38,1-11-72,-4-11-182</inkml:trace>
  <inkml:trace contextRef="#ctx0" brushRef="#br0" timeOffset="2782">1855 459 579,'0'0'0,"0"0"32,0 0-6,86 0 10,-40 0-34,-5 0 2,-4-4 4,-5-6-3,-7-6-5,-3-3 3,-7-10 6,-3 0 25,-4-1 3,-5 0 10,-3 5-16,0 6-30,0 3 18,0 8-1,0 2-9,0 4 10,0 2-7,0 0-11,0 0-1,0 0-4,1 12-17,5 13 20,0 10 1,1 12 3,1 4-3,-1-1 1,1-4 0,-1-10 4,-1-6-5,-1-10 0,-2-7 1,0-9-1,-2-3 0,1-1 0,5 0 0,7-11 0,4-13 18,7-7-15,-1 0 0,-2 1-3,-2 5-12,-4 8 12,-4 6 6,-3 5-6,-5 3 0,-2 3-7,-1 0 5,2 3 2,2 14-21,2 4 21,3 3 5,0 1 5,-1-1-6,1-3 3,-1-5-7,-3-5 5,2-4-5,0-1-3,0-5-1,4-1-24,-1 0-115,2-2-277</inkml:trace>
  <inkml:trace contextRef="#ctx0" brushRef="#br0" timeOffset="4124">2590 509 205,'0'0'109,"0"0"-14,0 0 56,0 0-61,0 0-29,0 0-3,69-16-16,-53 5-15,-2-2-12,-1-3-15,-5-2 2,-5 0-7,-3-1-28,0 4 13,-2 3 15,-8 2 4,-2 5-2,-2 3-1,1 2 4,0 0-4,-3 13 4,2 9 0,0 3 3,1 4-2,7 0 18,6-2 12,0-2-14,1-3 13,19 0-15,8-4 5,6-2 7,7-7-2,2-4-8,3-5-17,-1 0 0,-2-2 16,-2-9-16,-9-1-3,-5 0-12,-4 1-70,-10 1-76,-4-2-85</inkml:trace>
  <inkml:trace contextRef="#ctx0" brushRef="#br0" timeOffset="4611">3414 266 632,'0'0'37,"0"0"61,0 0-71,0 0-20,0 0-6,0 0-1,-77-16 1,55 26 10,-3 11-8,1 5-1,5 5 21,4 1-19,7 4 0,5-1-4,3 0 5,0-2-3,15-3-2,11-4 0,5-5 6,7-8-3,6-6 3,1-7 0,1 0-1,-6-9 10,-1-9-14,-4-6 17,-5-2 0,-5-1-11,-8-2-2,-6 3-2,-6 3 1,-5 2-1,0 2-3,0 4 0,-12 3 2,-5 4-2,1 6 0,-7 2 0,3 5-5,-2 16 4,3 4-3,7 4 3,2 0-7,9 1 0,1-2 6,1-3-8,21-1 10,5-2 8,6-7-8,3-4 0,-2-6 11,4-5-5,0 0 3,2-13 8,1-8-4,-1-8-4,-4-4-9,-6-11-9,-8-11 8,-4-5-23,-10 1 11,-8 5 12,0 10 1,-7 6 1,-6 2 10,-3 6 6,2 5-1,2 6-15,5 7-1,2 8 0,4 3 6,-1 1-12,-2 0 6,-6 14-7,-3 11-3,3 10 10,0 9-1,4 7-3,4 5 8,2 4-6,0-3 2,12-3 0,9-7 6,1-11-3,2-6-3,0-9 7,2-7 2,0-4 27,6-6-16,5-4-11,6 0 12,2-5-21,1-14-9,-7-5 8,-6-5 1,-6-6-1,-5-12 1,-6-10 0,-2-3-3,-2-5 6,-2 1-3,0 8 8,-3 8-8,-4 11 23,-2 13-20,-1 10-1,0 7 21,0 3-19,0 2 2,0 2-6,0 0 4,-3 0-9,-6 17-17,-6 9 22,0 9-11,2 9 12,-1 4-1,4 3 9,4 0-8,3 5 11,3-4-12,0-4 0,8-7-6,8-10 6,-1-11-1,3-8-1,-2-6-14,4-5 15,0-1-4,-3 0-38,-2-4-53,-9-9-204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22:55.487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291 307 583,'0'0'6,"0"0"93,0 0-66,0 0-4,0 0-7,0 0-9,-33-75 19,17 64-29,-2 2 14,-2 3-6,-5 5-8,-5 1 2,-3 0-5,-3 9-2,5 9-4,6 3 3,9 6-5,10 0-4,6 2 12,1 1 3,24-3-2,10-6 0,8-7-1,0-9-5,-2-5 2,-6 0-3,-8-14 6,-8-8-7,-8-5 7,-6-1 0,-5 3 0,0 2-6,0 9 6,0 5 9,-3 6-1,1 2 27,2 1-35,-1 0-16,1 8 4,0 11-4,0 5 15,0 2 0,0 0 1,11 0-4,3-5 4,3-6-4,-1-4-8,-2-4-10,-5-4 19,-3-3 2,-1 0 2,0-14 14,3-8-13,0-2 6,-1 2 5,-1 7-13,6 5 2,-4 3-2,2 5 2,5 2 5,-3 0-7,3 6-7,-2 5 2,-4 2-2,2-1 7,-5-4-1,-3-4 9,0-2-15,-3-2 8,0 0-1,1 0 9,4-2-5,5-13 15,3-5-18,4 1 0,-2 7 3,-2 4-4,-4 6 0,-3 2 3,2 0-3,2 3-9,0 11 9,4 7 0,1 2 7,1-1-7,4-3 0,-1-5 0,-1-5 2,0-3-2,0-6 0,3 0 0,-1 0 4,-4-10-4,-2-7 0,-6-5-5,-5-1 6,-3 0-2,0 3-16,0 4 17,-5 3 17,-2 5-17,-2 5-11,3 3 5,-3 0-14,0 1 11,-3 17 1,5 5 8,2 7-5,5 0 5,0-1 0,11-5-7,12-5 7,9-5 0,2-10-2,4-4 11,-7 0-14,-6-11 5,-6-15 0,-6-8 10,-7-8-8,-2-4 1,-4-4 22,0 2-17,0 4 9,-4 5-16,-4 3 4,3 5 3,2 6-8,2 5 2,-1 6 3,2 4-5,-1 4 31,1 5-8,-2 1 14,2 0-3,0 0-34,0 11-14,0 17 0,0 9 14,0 7 10,0 4-10,3 0 0,3-2 2,2 2-1,2-4-2,1-2-29,1-6-55,4-8-12,-1-9-78</inkml:trace>
  <inkml:trace contextRef="#ctx0" brushRef="#br0" timeOffset="1281">1532 267 629,'0'0'33,"0"0"74,0 0-62,0 0-30,0 0-8,0 0-7,-88 31 0,78-4 4,2 2-7,7 3 3,1-1-1,5-5-1,15-4 2,5-7 0,1-5-1,-4-6 2,-4-4 13,-2 0-5,-2-7 14,2-11 29,-2-8-41,-1-3 7,-5-4-10,-5 1-6,-3 5 7,0 6-9,-3 4 6,-9 3-12,-2 4-15,1 3-88,1 3-46,4-1-183</inkml:trace>
  <inkml:trace contextRef="#ctx0" brushRef="#br0" timeOffset="1634">1884 224 385,'0'0'308,"0"0"-155,0 0-41,0 0-79,0 0-20,0 0-13,-55-16-3,27 17-1,-2 16 5,3 4-5,8 4 4,5 1-11,7 1 11,7-2-11,0 1-3,13-2 12,18-5-19,10-1-9,8-6-112,-6-8-36</inkml:trace>
  <inkml:trace contextRef="#ctx0" brushRef="#br0" timeOffset="1897">2163 219 622,'0'0'37,"0"0"93,0 0-56,0 0-71,0 0 0,0 0-1,-74-23-2,56 36 0,0 4 0,-3 6-5,3 2 5,2 3-3,7 3 1,6 2-9,3 1 9,7-3-24,20-5-24,7-6-19,5-8 0,3-7-37,0-5-12,-7-1 79,-5-16 39,-3-9 5,-3-2 8,-6-3 27,0 0-39,-6 3 5,-3 6 5,-3 6 23,-5 4 14,-1 4-4,0 4 6,-10 1-18,-8 3-32,-6 0 1,2 0-1,4 13 4,4 1-6,8 2 2,5-2-14,1-1 8,0 0-39,10-4-19,8-5 20,-1-4-1,0 0 22,-4 0-10,-3-3 33,-6-1 3,-2 2 39,-2 2 37,0 0-22,0 0-46,3 0-7,4 3-4,7 7 0,2-1 7,6-4-5,1-5-4,-2 0 1,0-2-25,-5-11 14,-4-4 8,0 3 4,-2 1 12,1 1 15,1 4-7,1 6-9,-1 2-9,0 0 5,-2 1-7,1 13 7,-1 6 19,-4 2-26,-3 1 7,-1-3-7,-2-6-4,0-4 2,0-6-14,0-1-16,0-3 23,0 0-8,6 0-4,9-2 20,3-8 1,2 2 13,1-2-10,-3 3 10,-1 1 13,-1-1-10,-1 2-12,-6 0 15,0 4-18,-3 1 23,0 0-18,-2 0 2,2 0 10,2 0-3,2 0-4,4 3 3,5 1-3,4-1 19,2 0-21,3-3-6,1 0 6,-6 0-5,-5 0 6,-3 0 8,-4 0-5,-1 1-2,-4 2-11,0 0-4,-3 0 3,0 1-5,2-3-1,0 4 5,3-1 2,4 1 1,4 1-1,2 0 0,4-5-3,1-1-5,-2 0-31,0-6-13,-4-12 26,-1-4 22,-2-4 7,-3-1-3,-4 1 23,4-2 17,-7 3 14,-1 4-12,0 4-7,-1 4 24,-1 5-28,-1 4-2,2 2 4,-2 2-18,0 0-8,0 0-7,0 19-24,-9 11 24,-6 13 1,0 8 4,0 7 3,-2 5-8,1 1-62,3-5-306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23:01.944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0 734,'0'0'2,"0"0"-2,0 0-42,0 0-141</inkml:trace>
  <inkml:trace contextRef="#ctx0" brushRef="#br0" timeOffset="1964">2790 32 817,'0'0'0,"0"0"-13,0 0-260</inkml:trace>
  <inkml:trace contextRef="#ctx0" brushRef="#br0" timeOffset="9383">8948 207 721,'0'0'0,"0"0"-61,0 0-152</inkml:trace>
  <inkml:trace contextRef="#ctx0" brushRef="#br0" timeOffset="13747">11312 231 675,'0'0'0,"0"0"-199</inkml:trace>
  <inkml:trace contextRef="#ctx0" brushRef="#br0" timeOffset="21036">15779 245 722,'0'0'45,"0"0"15,0 0-60,0 0-90,0 0-77</inkml:trace>
  <inkml:trace contextRef="#ctx0" brushRef="#br0" timeOffset="22912">18635 791 1188,'0'0'6,"0"0"48,0 0-44,0 0-10,0 0-76,0 0-128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23:00.309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0 290 777,'0'0'0,"0"0"-24,0 0 15,0 0 9,0 0 5,0 0-1,11 97 7,-4-70-2,3 0 26,-2-2-35,-2-5 5,-3-4 6,2-5-11,-4-6 0,-1-3-2,0-2 4,0 0 25,0 0-18,0-18 6,0-11-15,0-6-6,0-4-2,0 3-3,0 8 11,0 9 6,0 10-3,0 5 1,0 4 7,0 0-11,10 0-1,10 5-11,11 11 12,2 3-1,-6 3 1,-2-5 0,-7-5 1,-9-3 3,-3-5-4,-6-4-4,0 0 4,3 0 4,-1-14-4,2-12 0,-1-9-8,1-1-2,-1 4 7,0 9-2,-1 6 10,-1 8 1,-1 4 3,0 2 4,0 3 12,0 0-21,2 0-4,2 3-11,5 21-16,3 9 27,2 11 2,0 1 5,0-1-1,4-2-6,-3-3 5,3-7-5,-1-4-17,0-8-37,7-9-52,1-4-60,3-7-81</inkml:trace>
  <inkml:trace contextRef="#ctx0" brushRef="#br0" timeOffset="615">619 375 595,'0'0'8,"0"0"73,0 0-21,0 0-32,0 0-27,0 0 9,-46-6-14,40 24 4,2 8-2,4 0 2,0 3 0,3-2-5,17-5 1,4-4 4,2-2 0,-1-8 0,-4-3 0,1-5 5,-5 0 0,-1-6-3,-4-13 10,-6-7-12,-4-6 16,-2-3-14,0 1-4,-11 1 3,-4 4-5,-4 4 8,-2 7-9,0 7 10,-3 5-8,0 6 3,-1 0-11,4 4 10,2 10 2,4 6-2,9 4 1,6 1-9,0 2 4,13-4 5,15-7-17,7-6 11,2-7 6,-1-3 1,0 0-1,-3-14 0,-5-3-1,0-1 2,-2-5-1,-6-1 7,0 5-5,-5 3 0,-8 7-2,-2 4-1,-4 5-5,-1 0 4,5 2-6,-2 12 0,7 1 8,-1 0 4,-1 1-4,3-3 0,0-3-3,-2-3 3,3-1 0,-2-2 2,-1-4-2,3 0 0,2 0-1,2-3 3,2-13 3,1-3-5,-2 0-4,-2 4 3,-8 5 2,-2 6-1,-4 4 1,-1 0 4,0 0-5,2 0-2,-1 1 1,5 9-9,1 2 10,4 1 4,4-3-4,0 0 7,4-3-12,3-5 5,1-2 0,4 0-1,0-8 3,-1-9-4,-2-2-3,-6-6-4,-6-4 5,-6-1 0,-6 0 1,0 1 2,-3 5 1,-7 5 0,1 3 4,1 5 3,4 4 10,2 4-2,1 1 5,1 2 0,0 0-20,0 10-1,0 13-24,6 5 25,7 3 10,2 2-9,5-3-1,-1-1 0,-1-5-1,-6-9-4,-3-1-15,-3-4-34,-2-5 1,-4-5-120,0 0-310</inkml:trace>
  <inkml:trace contextRef="#ctx0" brushRef="#br0" timeOffset="1771">1443 0 294,'0'0'317,"0"0"-294,0 0-14,0 0 1,37 87 39,-12-43-28,1 3-12,-1 2-3,2-2-5,-3-1-1,0-9 0,-9-5-5,-5-12-4,-7-11-7,0-4-12,-3-5-2,0-2 30,-10-17-6,-2-10-7,-2-2 13,4 2 2,4 2 14,6 5 4,0 6 11,8 3-30,5 5 6,-1 6-7,-3 2 3,6 0-7,-2 10 4,3 10 0,1 3 1,4 9-1,3-1 10,1 0-10,5-3 3,1-5-2,0-8-1,-2-4 0,-7-8 2,-1-3-1,-2-1 6,1-19 2,-1-7-5,-5-5 14,-4-3-13,-10 4 2,0 5 9,0 5 17,-7 7 24,-8 4-32,-6 3-23,-2 4 10,1 3-12,0 0-3,5 0-44,4 6-40,7 5-35,6-1-137</inkml:trace>
  <inkml:trace contextRef="#ctx0" brushRef="#br0" timeOffset="2333">2026 218 680,'0'0'15,"0"0"94,0 0-95,0 0 2,0 0 0,109-38 0,-79 38-10,1 14-3,-1 9 0,0 2 7,-2 4-10,-4 1 0,-6-3-5,-6-5 6,-8-5-4,-4-1 0,0-5 3,-10-2 8,-8-3-1,-3-6-1,3 0 2,2-9 0,2-16 13,6-11 12,8-5 8,0-1-19,8 4-21,12 5 5,5 4-6,5 5 1,3 4-7,0 4 5,0 5-28,1 1-45,-4 3-129,-3 1-289</inkml:trace>
  <inkml:trace contextRef="#ctx0" brushRef="#br0" timeOffset="2857">3194 168 320,'0'0'352,"0"0"-299,0 0 65,0 0-69,0 0-49,0 0-23,15 52 23,-3-12 2,5 3 9,-2-8-10,1-6 5,-1-9-2,1-7 4,2-9-8,3-4 4,6-5 1,4-19 5,-1-9-10,-5-1-8,-8 3 8,-4 10 0,-8 10 1,-4 5 6,-1 6-3,0 0 15,0 0-19,0 0-14,5 9 9,5 11-7,5 8 12,6 3 0,9-2 3,3-3 3,2-4-6,3-5 3,-5-6-1,-5-5-2,0-6-21,-2-3 21,-6-16-13,-3-10 10,-5-5-9,-2-5 12,-4-2 3,-6 3-3,0 8 0,0 10 0,-3 8 12,-10 6-12,-2 5-1,-1 1 1,-1 2-5,1 18-2,5 6 7,8 2-7,3 1 5,3 0 2,20-1-8,3-4 8,7-3 16,0-4-16,1-4 0,-1-7 0,-3-6 1,-3 0 4,0-7-5,-3-13-11,-2-7 10,-1-4-25,-6 3 8,-5 5 9,-5 9 9,-5 8 14,0 6 44,0 0-13,0 0-45,0 10-6,0 10 1,3 4 2,3 0 3,-2-2 0,2 0-1,-3-5-60,0-5-36,-3-6-142</inkml:trace>
  <inkml:trace contextRef="#ctx0" brushRef="#br0" timeOffset="3763">4503 126 730,'0'0'8,"0"0"-8,0 0 12,0 0-5,-90 36-3,80-8 2,5 4-5,5-2-2,0-4-6,11-4 7,4-9 1,3-9-1,1-4 0,-4-9 1,3-15 0,-5-7 13,-1-1-14,-6 1 1,-4 7 16,-2 8 1,0 8 38,0 7 2,0 1-22,0 0-33,0 9-3,0 21-8,4 14 4,5 12 4,3 10 0,-3 4 2,-3 0 0,-1 1 0,-5-1-2,0-2 0,0-3 1,0-5-1,-5-7 0,-4-9-2,-6-13 3,-1-12-2,-1-9-4,1-7 5,-2-3-3,-4-5 8,-1-15-5,-2-8 7,1-7-6,7-1-1,6 0-11,6 2 3,5 2 8,0 2 0,5 1 9,15 2-9,10-1 3,5 1 0,5 0-3,3 0 0,2 2 7,-3-2-7,-2 1-7,-6-2-1,-4-1-1,-6-2 7,-9-2 2,0-2 0,-8-2-1,-5 1 1,-2-1-3,0 2 3,-8 7 15,-2 5-7,4 12-1,3 5-6,1 6 13,2 0-14,-1 4-8,1 19 2,0 11 6,0 7 0,0 7-5,3 1 5,6-1 3,0-5-2,-3-8 1,1-9-1,-1-7 0,-1-8 0,-1-5-1,-1-6-20,3 0 8,5-10-12,3-13 24,5-8-4,-3-1 4,-3-1 5,-1 5-4,0 6 13,-3 2 11,3 7-24,-3 4 2,0 5-2,1 4 4,-1 0-10,2 10-9,-1 16 14,2 6 16,0 6 0,1 0 2,-2-4-3,4-1-13,-5-8 1,-1-5-3,-4-8-32,-4-6-27,-1-6-99,0 0-76,0-17-301</inkml:trace>
  <inkml:trace contextRef="#ctx0" brushRef="#br0" timeOffset="4777">5134 111 912,'0'0'146,"0"0"-101,0 0 36,0 0 10,0 0-91,0 0-1,-3 0-18,3 0-33,0 2-60,-6 7-104,-6 1-44,-6 0-158</inkml:trace>
  <inkml:trace contextRef="#ctx0" brushRef="#br0" timeOffset="5503">5871 330 283,'0'0'63,"0"0"72,0 0 7,0 0-42,0 0 2,0-78-18,0 69-18,-3 1 0,-3 1-37,-2 3-19,1 1-6,-3 3-3,-2 0-2,-5 0 1,-2 17-5,-2 7 2,3 5 3,3 5 0,5 1-8,5 2 5,5-3 3,0-2-6,11-2 3,11-6-1,9-3 0,8-8 4,6-6 8,6-6-5,-1-1-3,-5-1 2,-4-15 1,-6-5 3,-4-2-6,-6-9-1,-6 3-7,-7-1 15,-5 5-7,-7 3 1,0 7 11,0 2 12,0 5-24,-7 2 1,-2 5-5,-2 1 4,-2 0 0,1 6-4,1 10-5,0 5 8,3 3-12,5 2 6,2-1-3,1-2 10,0-2-6,9-2 1,8-7-5,2-4 7,1-2-12,-2-3 4,-3-2 10,1-1 1,-2 0 0,1 0 2,1 0-2,2-7 1,-3-3-1,3 1 0,-6 0-5,-1 2 7,-4 2-2,-4 2 0,-2 3 5,-1 0-11,0 0 6,0 0 0,0 0-5,0 0 5,0 0 0,3-2-4,2 1 9,2-2-6,5-3 1,-1-2 0,1-7 3,2-3-3,-1-4 0,-3-8 2,-3-5-1,-4-6 4,-3-1-5,0 1 0,0 5-3,-6 10 1,-4 6 2,1 9 13,4 6-13,2 4 22,3 1-18,-1 0 0,1 0-8,-2 0-3,1 0-6,-4 11 7,0 8 6,0 4 0,4 10-5,1 8 5,0 3 6,0 1-5,0-1 2,4-5 3,5-1-4,1-1 6,1-2-8,5 0-1,1-3-9,2-7 7,-1-5 2,-3-9-4,3-7 5,-3-4-3,4-1 5,2-19-2,5-5 22,-3-9-22,1-6 0,-4-5 2,-1-9-2,-3-2 3,-7 0-3,-4 6 0,-5 10 15,0 8-9,0 11 5,-6 6 13,-2 6-18,1 4 7,3 2-13,2 1 0,-1 2-2,1 0 2,-1 0-20,0 9 20,-1 9-7,-2 6 5,3 4-1,3 9 1,0 5-5,0 3 8,9-2-2,3-4 1,6-6 0,-3-6 3,1-6-3,2-5 0,4-3 1,4-4-1,1-5 0,2-4-5,3 0 11,-1-4 5,2-12-9,-2-2 2,-2-6 24,-4-4-26,2-8-2,-5-7 2,-7-8 1,-3-3-5,-6 4 2,-6 8 0,0 13 12,0 9 33,-7 9-3,-7 4-22,2 7-17,-3 0-6,-4 1 2,4 16-12,5 6 11,5 5-24,5 7-5,5 5 17,14 2 14,8 2-4,1-3 4,2-6 0,-3-4-1,0-5 1,-6-8 0,-4-6 0,-5-5 3,-5-2 0,-4-3-3,-3-2 0,0 2 10,0-1-6,-17 2 3,-7-2 0,-1-1-7,1 0-5,3 0-24,-1 0-29,2 0 14,2 0-63,4-1-100,6-3-174</inkml:trace>
  <inkml:trace contextRef="#ctx0" brushRef="#br0" timeOffset="7319">7709 554 362,'0'0'79,"0"0"52,0 0-26,0 0 14,0 0-16,0 0 18,-61-6-51,61 6-25,0 0-18,0 0-21,0 0-6,21 0 0,11 0 8,15 0 9,7 0-17,1 0 0,-3 0 10,-6-3-10,-3 0 0,-10-1 0,-12 1 8,-11 0-7,-7 2-1,-3 1 0,0 0-5,0 0-14,0 0-40,-10-4-36,-5-2-84,0-2-141</inkml:trace>
  <inkml:trace contextRef="#ctx0" brushRef="#br0" timeOffset="7658">7922 363 769,'0'0'69,"0"0"4,0 0 9,0 0-36,0 0-46,0 0 0,81 7 5,-36 12-2,-2 2 11,-3 1-14,-7 2 0,-8 2 6,-10 1-6,-7-2 0,-8 3-3,0-2 9,-18 0-9,-11-3 3,-3-6 0,-4-4-5,3-7-23,5-6-67,10-3-189</inkml:trace>
  <inkml:trace contextRef="#ctx0" brushRef="#br0" timeOffset="8137">8883 243 426,'0'0'196,"0"0"-136,0 0 86,0 0-39,0 0-56,0 0 0,0-36-6,0 36-25,0 0 13,-3 0-33,2 0 1,-1 0-7,-4 0 5,-1 3 1,-5 5-3,0 2 12,0 1 1,0 2-10,-2 3 0,-3 7 0,-6 6 0,1 3 0,-2 5 0,3 1 3,8 3-2,4-2-1,9 1-3,0-2-7,18-3 12,10-2-2,6-6 0,7-5 4,8-7-10,6-6 6,3-8-54,-4-1-30,-9 0-127,-11-13-62</inkml:trace>
  <inkml:trace contextRef="#ctx0" brushRef="#br0" timeOffset="9442">9232 363 252,'0'0'187,"0"0"-114,0 0 72,0 0-45,0 0 9,0 0-46,-12-29-33,12 29-6,0 0-5,0 5-11,0 21-11,0 11 9,0 6 5,6 4 23,3-7-33,0-7 7,-3-9-8,-1-8 4,-2-11-7,-3-4 5,4-1-2,-3-4 21,2-17-11,2-10-9,-4-8-1,1-4 0,-1 4-3,1 7 3,0 7 0,-1 13-8,1 7 16,-1 5-8,-1 0 0,5 0-23,3 6 20,6 11-16,4 2 19,-2-3 3,2-3-3,-7-6-1,0-4-2,0-3-25,1 0 27,6-14-5,-3-11 6,-1-4-5,-1-3 5,-3-2 0,-3 4 22,-1 3-15,0 9 12,-1 6-15,-4 6-1,1 4 5,-2 2-8,0 0-1,4 8-13,1 20 1,1 11 11,1 9 2,1 0 0,3-3 9,3-4-9,2-5-18,1-6-95,1-10-117,-2-8-69</inkml:trace>
  <inkml:trace contextRef="#ctx0" brushRef="#br0" timeOffset="10027">9817 410 247,'0'0'438,"0"0"-366,0 0 65,0 0-110,0 0-11,0 0-16,-61 13-4,46 12 2,9 2-2,6 3 1,0-1 0,5-5 6,15-3 3,4-7-5,0-8-1,3-6 15,-3 0-7,-3-7 1,-5-13 21,-7-3-10,-2-3 13,-7-1-21,0 2 6,-1-1 8,-18 5-7,-5 1-6,0 2-13,1 5-14,4 3-13,7 3-99,3 3-111,6 0-432</inkml:trace>
  <inkml:trace contextRef="#ctx0" brushRef="#br0" timeOffset="10388">9929 266 576,'0'0'363,"0"0"-355,0 0 40,0 0-8,0 0-40,0 0-4,33 65 4,-21-20 8,-5-1-4,-2-3-1,-5-6-3,0-8 4,0-9-3,0-8-1,0-6-3,0-4 2,0 0 1,1-3 0,5-15 0,4-7 7,3-5-10,0 4 3,3 4-4,-2 8 4,1 4 4,-2 5 3,3 5-7,4 0 0,1 0 2,1 12-2,0 9-5,-5 5 5,-5 2 0,-11 1 3,-1 1-3,-14-1 0,-15-4-5,-4-7 3,-1-4 2,1-8-5,5-6 5,7 0 0,7-16-1,7-5-24,7-3-39,0 2-47,12-1-91,13 0-240</inkml:trace>
  <inkml:trace contextRef="#ctx0" brushRef="#br0" timeOffset="10838">10250 427 675,'0'0'29,"0"0"89,0 0-46,0 0-17,0 0 9,28 76-31,-28-49-19,0-2-14,0-3-7,-4-4-71,-4-8-79,2-10-41,2 0-197</inkml:trace>
  <inkml:trace contextRef="#ctx0" brushRef="#br0" timeOffset="11167">10370 157 603,'0'0'208,"0"0"-114,0 0-1,0 0-70,0 0-12,0 0 0,23 107 13,-16-58-7,-1-3-8,2-1 4,-1-6-13,4-1 3,-2-6 5,1-4-8,-1-5 0,1-6 0,-3-9-1,-1-5-3,7-3-5,2 0 9,6-17 11,4-6-11,-4-1-2,-2 2 1,-7-1 2,-4 5 5,-8 2 12,0 5-8,0 5 4,0 4-14,-11 2 0,-2 0-4,-2 4 2,0 11-2,2 2 3,10 3-8,3 1 3,0 0 6,7-1-3,13-4 2,5-5-1,8-4 1,3-4-12,4-3-22,1 0-82,0-10-160,-1-11-358</inkml:trace>
  <inkml:trace contextRef="#ctx0" brushRef="#br0" timeOffset="11647">10784 74 630,'0'0'6,"0"0"61,0 0 24,0 0-20,0 0-37,0 0-16,59 17 36,-26 18-3,-1 13-22,-1 8-6,-3 0-4,-4 3-17,-1-2 21,-1 2-21,-4-2 22,-6-3-13,-12-8-10,0-10-2,-24-10-6,-12-10-15,-10-7 15,-17-9-74,-11 0-76,-3-17-226</inkml:trace>
  <inkml:trace contextRef="#ctx0" brushRef="#br0" timeOffset="13371">3542 774 319,'0'0'51,"0"0"12,0 0 17,0 0-4,0 0-16,0 0-8,0 0 28,0-6-9,0 6-26,0 0-7,0 0-21,0 0 3,0 0-13,0 0-5,0 0 7,0 0-9,1 0-4,16 9 4,10 3 23,13 1 14,5 0-12,7-2-1,9 1 7,6-1-29,8 0 2,7 0 2,9 3-4,17 0 5,9-1-7,12 0 2,11-6 5,1-3-2,7-2 1,9-2 10,5 0-14,9-2 10,6-9-12,4-5 5,1 1-5,-14-2 1,-11 3-2,-18 3 2,-23 2-1,-19 4 4,-18 0-4,-16 2 0,-16 1 4,-15 0-4,-17 2 0,-8 0 0,-7 0 0,0 0-2,0 0-3,0 0 5,0 0-5,-1 0 5,-1 0 0,2 0-1,-4 0-1,4 0-20,-2 0-80,1 0-110,1 0-72</inkml:trace>
  <inkml:trace contextRef="#ctx0" brushRef="#br0" timeOffset="14631">11587 577 368,'0'0'47,"0"0"86,0 0-35,0 0-7,0 0 16,0 0-41,-42-20-5,42 20-27,0 0-17,0 0-10,18 0-6,18 0 25,19 7 17,16-2-15,8 3-3,3-3-23,-5-1-2,-10 1-6,-15-4-36,-12-1-38,-8 0-48,-12-3-114,-10-11-103</inkml:trace>
  <inkml:trace contextRef="#ctx0" brushRef="#br0" timeOffset="14894">11916 430 641,'0'0'44,"0"0"59,0 0 10,0 0-31,0 0-76,0 0 15,39-10 0,-5 11 7,5 13-6,4 6-22,2 4 0,0 4 7,-5 3-7,-10 0 0,-12 2-2,-15-4-11,-3 0 4,-16-4-8,-16-3 17,-2-2-8,3-5 8,11-5-59,14-9-95,6-1-193</inkml:trace>
  <inkml:trace contextRef="#ctx0" brushRef="#br0" timeOffset="15194">12547 418 834,'0'0'172,"0"0"-161,0 0 15,0 0-22,0 0 7,0 0-11,40 88 4,-24-52-4,-6-1-21,-1-9-103,-5-9-78,-2-14-156</inkml:trace>
  <inkml:trace contextRef="#ctx0" brushRef="#br0" timeOffset="15509">12780 222 447,'0'0'400,"0"0"-366,0 0 52,0 0-36,0 0-10,70 84-22,-64-37 4,-6 7-18,0 4-3,0 4 11,0 2-7,-1 2-5,-5 6 1,0 4 0,0 3-2,-1-2-5,3-10-7,3-13 7,1-16 6,0-17 0,0-10-6,0-7 13,3-4-14,10 0 7,5 0 0,8-17 8,-1-6-6,-4-4-4,-14-5-1,-7 2-33,0-2 10,-21 1-36,-10 1 55,-6 1 7,-1 2 4,2 4 27,10 4 19,6 6-13,13 6-1,5 3-10,2 1-16,12-5 3,23-4-10,15 0-1,10-2-4,1 1-11,0 2-10,-3 2-66,-1-1-65,-12-1-96</inkml:trace>
  <inkml:trace contextRef="#ctx0" brushRef="#br0" timeOffset="16633">13838 260 554,'0'0'19,"0"0"73,0 0-38,0 0 21,0 0-56,0 0-19,9 33 0,6 12 11,1 6 35,2 3-34,0 1-8,-3-2 12,-4-5-15,0-9 2,-5-9-3,-3-12 0,0-6-7,-1-8 4,-2-4-31,3 0-3,2-9 12,3-13-6,3-8-5,2-1 36,2 2 11,3 2-9,3 4-2,4 3 23,3 7-17,-1 3 4,-3 7 3,-6 3-1,-3 0 15,-3 15-22,0 8 8,-3 6 16,1 5-17,6 0-11,1-1-1,7-4-9,1-5-41,0-7-79,-2-7-29,-2-9 48,1-1 32,-1-4 60,3-14 16,0-8 2,0-3 31,-8-4 19,-4 0-35,-7 3 8,-5 6 47,0 5 26,-18 8-29,-10 4-5,-5 5-8,-3 2-49,0 0-4,3 4 6,6 10-7,10 5-3,7 1 0,10 3-23,3-2 23,23-4-45,10-3 23,7-7 19,2-4-2,-2-3-5,-5 0-4,-6-14-4,-7-3 19,-11 3 4,-8 5 4,-5 4 44,-1 3 23,0 2-24,0 0-32,0 0-9,-3 2-11,2 9 3,1-1-15,0-1 7,0 0-34,10-2 10,4-4 20,-4-3 7,5 0 4,-3 0 1,1-9 0,-1-1 13,-3 1 2,0 3-14,-2 3-1,0 3 4,3 0-13,6 0 9,7 5 0,-1 2 2,4-3-2,-3-3-6,1-1-3,-4 0-15,1-5 1,-2-8-3,-7-2 26,-3 2 5,-4 1 3,-3 7 31,-2 3 10,0 2-2,0 0-13,2 0-34,4 0-11,4 2 10,9 10-3,10 4 4,1-3-2,1-1 6,-3-2-10,-5-4 0,-1-2 0,-3-4-2,1 0 8,-1 0 0,4 0 1,-4-10 3,-1-2 4,-4-4-6,-6 2-2,-5 4 0,-3 0-3,0 4 3,0 1-1,-10 2 3,-2 3 7,-3 0-9,3 0 0,2 8-3,4 8-5,2 1 5,4 1-3,0-1-7,16-1 5,10-5 0,7-4-1,2-7-3,-2 0-2,-4-8 13,-3-14-6,-7-7 7,-5-7 6,-7-3-1,-7-5 3,0-2 46,0-2-21,-12 6-20,-4 5 6,1 10 12,2 9-6,5 8-9,3 7-1,4 3-7,1 0-8,0 6-17,0 15-3,0 14 20,0 7 8,1 6 12,5 3-1,1 3-1,0-1-18,-4 1-6,-2 1-38,-1-9-86,0-7-39,0-18-152</inkml:trace>
  <inkml:trace contextRef="#ctx0" brushRef="#br0" timeOffset="18098">15710 564 794,'0'0'14,"0"0"28,0 0-9,-86 11-10,68 13-17,7 5 1,11 4-7,0-1 0,20-1 0,14-3 9,5-10-7,1-8 1,-6-9-1,-5-1 22,-10-6-17,-3-15 41,-6-6 4,-7-5-39,-3-2-8,0-1-5,-14 1-10,-8 4 0,-2 3-1,0 8-63,8 5-24,6 0-126</inkml:trace>
  <inkml:trace contextRef="#ctx0" brushRef="#br0" timeOffset="18403">15871 274 35,'0'0'766,"0"0"-759,0 0 104,0 0-50,0 0-12,0 0-45,90 32 2,-81 17 19,1 6-2,-4 3-12,2-1-7,-2 6 5,1 2-3,-6-1-6,-1 4-5,0-1 2,0-1-36,5-7-33,6-12 26,3-19-52,3-21-14,5-9-16,5-25-178</inkml:trace>
  <inkml:trace contextRef="#ctx0" brushRef="#br0" timeOffset="18689">16209 232 798,'0'0'13,"0"0"57,0 0 16,0 0-61,0 0-25,0 0-31,0 38 31,14 6 24,0 11 5,-2 6 7,-2 0-8,-4-1-9,-1 0-19,-2-3 1,-2-3-2,-1-3 1,0-8-40,0-6-9,0-9-20,-3-8-9,3-7-44,0-10-32,0-3-343</inkml:trace>
  <inkml:trace contextRef="#ctx0" brushRef="#br0" timeOffset="19003">15871 610 789,'0'0'2,"0"0"165,0 0-87,0 0-77,0 0 12,0 0-10,144-10-1,-73 10 11,1 0-8,-5-1 1,-9-2 9,-12 0-14,-14 1 20,-12 0-18,-12 1-4,-6 1 15,-2 0-13,0 0 1,0 0-4,0 0-13,0 0 13,0 0-54,0 0-32,0 0-72,-10 0-50</inkml:trace>
  <inkml:trace contextRef="#ctx0" brushRef="#br0" timeOffset="22093">16768 636 606,'0'0'74,"0"0"-52,0 0 16,0 0-26,0 0-1,0 0 35,51 73-11,-29-58-27,5-3 23,0-6-16,3-6-8,1 0 6,-1-15-6,-3-6 5,-5-5-12,-10-1-2,-6 1-3,-6 4 5,0 5 0,0 6 19,-3 3-12,0 6 7,2 2-14,1 0 1,0 0-14,0 2 2,0 17-17,0 4 24,8 4-2,9-2 5,4-3-2,2-5 6,0-6-9,1-4 6,0-7-4,-5 0 0,2-4 2,-3-14 2,-3-5 0,-2-2 4,-2-2-1,-5 4 1,1 5-1,0 5 3,1 5 1,4 2 4,6 5-11,3 1 0,3 0-1,1 13 1,0 9-5,-2 5 3,-8 5 2,-2 1 0,-8-2 0,-5-4-2,0-5-2,-15-5-3,-12-4-6,-9-8-10,-9-5-40,-10-1-68,-2-21-222</inkml:trace>
  <inkml:trace contextRef="#ctx0" brushRef="#br0" timeOffset="22873">17742 710 597,'0'0'20,"0"0"-14,0 0-2,0 0-1,82 14 13,-37-14 7,3 0 1,-2 0 1,-4-12 15,1-7-25,-7-4-2,-3-7-2,-5-7-7,-10-1-3,-11 0-1,-7 4 0,0 4 3,-20 6 4,-9 6-5,-4 4-4,4 7 3,6 4-2,10 3 1,5 0-4,8 2-2,0 12-15,21 5 11,18 7 10,3 5 1,4 4 7,-6 3-8,-7 2 0,-8-4 13,-11 0-13,-8-7-2,-2-6 2,-4-6 0,0-6-2,2-5 4,1-3-2,4-2 5,8-1 0,8 0 4,3 0 10,1-4-18,2-12 5,-3-8-6,1-7 4,-3-5-9,0-6 5,-8 6-6,-7 2-1,-7 7 7,-2 6 25,0 4-19,-11 6-3,-3 5-4,-5 5 1,2 1 0,2 0 2,0 13-2,7 7-7,8 6-3,0 2 9,14 1 1,11-3 0,8-2 1,0-7 2,0-7-3,-3-7 0,-5-3-13,-3-1 13,-4-18 7,-1-6-5,-5-5-2,-4-5 0,-2 0 8,-3 2 13,-1 6 11,-1 6 14,-1 7-9,2 6-36,1 4 5,-2 2-6,4 2-1,2 0-1,2 0-11,3 14 13,1 15-2,-2 13-6,-2 10 8,-4 7 15,-1 5-2,-3 2-1,-1 3-11,0 4 2,0 4-3,-10-2 0,-3-6 0,-5-12-2,3-14-3,2-15 0,6-13-1,7-8-24,0-7-76,14 0-158</inkml:trace>
  <inkml:trace contextRef="#ctx0" brushRef="#br0" timeOffset="23803">18803 523 660,'0'0'5,"0"0"52,0 0-57,0 0 5,0 0-2,0 0 46,45 79-19,-26-57 8,4-2-34,-4-7 17,-1-4-21,0-7 6,-3-2 8,4 0-10,0-5 0,0-8 12,-5 0-16,-3 3 6,-4 4-6,-1 3 0,-5 2 18,1 1-10,0 0 7,4 0-15,7 0-1,6 9-1,5 2 2,4-1 0,1 0-3,2-3-22,0-4 6,1-2 12,-8-1-3,-2 0 10,-5 0 2,-8-2-1,-5-6 36,-1 0-1,-1-4-15,-1-2-21,1 0 0,-1 4-2,1 5-2,-2 2 4,0 3-4,0 0-17,0 4-8,0 11 17,2 4 11,6-1-10,4-3-16,4-5-3,2-6 18,5-4-4,2 0 14,2-10 0,-2-10 2,-4-7 9,-2-7-9,-5-7 0,-4-6 15,-4-6 0,-1-6 18,-4-3 16,1-3-32,-1 3-9,1 14-8,-1 15 0,-1 16 14,0 14-7,0 3 10,0 2-9,0 26-5,-1 17-6,-5 16 3,1 7 0,4 2 9,1 3 1,-3 1-9,0 2-1,-6-1-20,-2-7-80,1-15-177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24:29.139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0 534,'0'0'4,"0"0"6,0 0 32,0 0 3,0 0-11,0 0-1,0 0-25,0 1-1,0-1-5,0 0 10,0 0-21,0 0 9,0 0-4,0 0-3,0 0 0,0 0-41,0 0-171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24:30.390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2794 192 252,'0'0'170,"0"0"-165,0 0 13,0 0 40,0 0-9,0 0 5,-10-4-19,10 4-7,0 0 17,0 0-22,0 0-4,0 0 8,0 0-27,0 0 0,0 0-4,0 0 4,0 9 0,0 5 12,0 2-6,0-1 37,0-1-13,3-2-11,-1 0-2,1-4-16,1 1 10,0 0-11,-1-2 0,2 0 1,-2-2 0,0 2-1,0-3 6,0-1-5,1 0 3,-4-3-4,3 1 6,0-1 8,5 0-11,2 2 6,6-2 18,7 1-8,-1-1-4,7 0-7,5 0-6,3 0 15,6 0-13,4 0-4,5 0 1,3-4 9,2-3 2,-1 1-12,0 2 2,-4 1 2,0 3 0,-4 0-2,3 0 1,-1 0-1,4 0 3,7 0-5,1 0 0,3 0 7,2 0-7,0 0 11,2 0 5,3 0 0,2 0-2,1 0-14,-2 0 7,0 0 2,-1 0-9,2 0 0,2 0 2,0 0 0,-4 0-1,1 0-1,0 3 0,-3 0 10,-4 0-10,-6-2-2,-8 3 1,-3-1 2,2 1-2,2-1 1,4 1 0,4 1 6,0-1-6,-5 3 0,-4 0-3,-3 0 7,-4 0-4,1 0 0,-1 1 1,7-2-4,2 1 3,1-1 0,5-3 2,3 2 3,8 1-3,4 0-2,2-1-1,-2 0 1,-3-3 0,-4 1-2,2 2-1,0-3 6,2 3-4,-1-1 1,1 0 0,-3 1 0,2-1 4,1 0-4,0 2 2,-1-2 1,2 3-3,2 0 0,4 1 0,0-1 1,0-1-1,-6-1-1,2-2 0,0 0 1,3-3 1,9 0-1,1 0 0,2 0 0,-1 0 2,1 0-2,-5 0 0,-3 0 2,-5 0 0,-1-1-2,1-4 0,0 3 5,-4-3-5,-3 1-5,-4 0 3,-5 0 4,-4 1-5,-5-3 1,-3 2 2,-4 0 2,-2 0-1,-1 0-1,-3-3 1,1 1 4,5-3-1,-3 4-4,2-1 0,-3 0 1,-4 2-1,-3-3 0,2 1 1,-4-1-1,-1 0-1,3 0-1,0-1 2,4-2 0,-4 2 1,3 0-1,-4 3 6,-4 1-4,-7 1-4,-3-2-2,-2 3 4,-3 0-1,0-2 1,0 1 0,2 0-1,5-3 2,-2 2-3,0 0 0,-2-2 2,-2 2 4,-3 0-4,1 0 0,1 0-1,2 0 5,1-1-4,0 0 0,1-1 0,2-1-3,-1 1 3,-2 0 0,-3 2-1,-3-3 2,1 1 2,-2 1-3,1-4 2,-2 1 2,1 0-1,-1-3-2,0-1 4,0-2-4,-3-2 16,-2-1-17,1 1 0,-2-1 7,0 1-6,-3 3-1,0 5 9,0-1-6,0 5 9,0 1-12,0 3 0,0 0-10,0 0 3,0 0-29,0 0-27,0 0-27,0 0-41,12 0-104,14 0-48</inkml:trace>
  <inkml:trace contextRef="#ctx0" brushRef="#br0" timeOffset="11498">2930 1705 300,'0'0'85,"0"0"13,0 0-8,0 0-33,0 0-22,0 0 22,0-1-40,0 1 2,0 0 6,0 0-17,0 0 3,0 0 0,0 0-10,0 0 37,0 0-22,0 0-1,0 0 19,0 0-22,0 0 2,3 0-14,19 0 2,11 1 15,9 2-15,10-3 3,9 0 18,7 0-13,5-1 3,0-5-7,-3 0-3,-6 2 4,-4 1-7,-5 0 0,0 2 10,6-2-10,0 2 3,5-4-3,3 0 0,1-2-1,3 0 6,-1-2-5,-4 1 2,-8 2-1,-3 1-1,-11-1 0,-9 2 0,-6 1 7,-9 0-7,-8 2-2,-8 1-1,-4 0 5,-2 0-2,0 0 9,0 0-7,0 0 29,0 0-24,0 0 2,0 0 4,0 0-10,0 0 3,0 0-4,0 0 3,0 0 1,0 0-6,0 0-4,0 0 0,0 0 3,0 0-4,0 0 0,-3 0 3,1 0 1,2 0 1,-1 0 0,1 0-1,0 0-22,0 0-6,-2 0-41,-2 0-54,-2 7 5,-6 3-4,4 1-75,2-1 25</inkml:trace>
  <inkml:trace contextRef="#ctx0" brushRef="#br0" timeOffset="12803">4813 1742 120,'0'0'192,"0"0"-107,0 0 16,0 0-36,0 0-33,0 0-20,-3-4-5,3 4 21,0 0-13,0 0 8,0 0 14,0 0-2,0 0 9,0 0 0,0-2-7,0 2 14,0 0-34,0 0-5,0 0-1,0 0-5,0 0 7,0 0-11,0 0 0,0 0 21,0 0-21,0 0 4,0 0 16,3 0-15,8 0 8,-1 0-15,-1 0 2,1 0 12,2 0-13,-1 0 1,-2 0 10,1 0-5,-1 0 12,3 0-19,4 0 2,5 0 16,3 0-17,6 0-1,3 2 5,7-1-3,2 0-4,4 1 1,0-2 1,5 0 7,-2 0-5,8 0 5,4-6 13,5-2-11,2-3 8,-2 1-16,-2 1 0,-4 3 12,-9 1-13,-5 1 0,-7 1 2,-11 0-1,-4 1-1,-11 2 0,-1-1 0,-4 0 19,-4-1-14,-1 2-1,-3 0 3,2 0-5,-2 0-1,0 0-1,0 0 0,0 0 5,0 0-5,0 0-4,0 0 3,0 0-23,0 0-35,0 0-60,-2 4-106,-2 6 48,4-4-91</inkml:trace>
  <inkml:trace contextRef="#ctx0" brushRef="#br0" timeOffset="13778">7093 1786 261,'0'0'60,"0"0"0,0 0 74,0 0-40,0 0-34,0 0 12,0 0 5,0 0-18,0 0 9,0 0-39,0 0-6,0 0 0,0 0-16,0 0 22,0 0-27,0 0 1,13 0 15,17 0-12,18 0 45,16 0-29,16-3-6,13-3 1,8 0-13,4-1-4,2-1 0,-8-3 0,-5-2 3,-6 1-3,-8-1 0,-13 3-2,-19 1 3,-15 5-1,-12 1 0,-12 2 2,-5 1 2,-1 0-4,-3 0 0,0 0-4,0 0 4,0 0-2,0 0 1,0 0 1,0 0 0,0 0-4,0 0-17,0 0 7,-3 0-77,-7 0-43,-4 8-18,-3 1-12,4-6-345</inkml:trace>
  <inkml:trace contextRef="#ctx0" brushRef="#br0" timeOffset="16425">12049 1774 11,'0'0'2,"0"0"48,0 0 48,0 0-21,0 0-19,0 0-10,0 0 45,-41-11-12,41 11-17,0 0-18,0 0-31,0 0-2,0 0-4,0 0 3,0 0 11,0 0 8,0 0-10,0 0 24,0 0-21,0 0 19,-1 0-18,1 0 6,-2 0-12,2 0 2,0 0-20,0 0 23,0 0-15,0 0-6,0 0 17,0 0-9,0 0 2,0 0-10,0 0 6,0 0 8,8 0-11,10 0 5,12 4 25,7 0-15,6-2 1,9-1-2,4-1-15,1 0 18,1 0-20,0 0 9,5 0-1,1 0-8,1 0 12,-2 0-15,-3 0 0,-5 0 2,-5 0-1,-6 0 1,-4 0-1,-3 0 0,-2 0 8,-1 0-9,-1 0 0,1 0 16,-1 0-15,0-1 10,1-2 0,2 3-10,1 0 8,4 0-9,1 0 0,0 0 5,3 0-5,4 0 0,0 1 2,0 1 2,0-2-1,-4 0-3,-5 0 1,3 0 2,-1 0-3,2 0 0,3 0 0,-1 0 3,-1-3-6,-5 2 3,0-1 0,-4 1-3,-1-2 5,-1 1-2,0 0 0,2-1 2,1 0-2,-1 0 0,-2 2 0,1-2 1,-4 2 4,-3-1-5,2 1 1,-2 1 1,1 0-4,2-2 1,5 2 1,1 0 0,5 0 2,0 0-3,-5 0 1,-2 0 0,-10 0 4,-4 0-4,-6 0 0,1 0 0,-1-2 0,4 0 0,1-2 4,8 1-1,5 2-5,6-2 2,0 2 0,-2 1 1,-4-2-1,-3 1 0,-5 0 0,-3-2 0,-1 0-1,2-1 1,-3-1 0,3 1-2,-1-2 5,1 1-3,-1 0 0,1 0 1,-1 2-2,0 1 1,0 2 0,-4 0-3,2 0 3,-2 0 0,4-1 0,6 0 3,5-2-5,8 1 2,3 1 0,3-2 1,2 3 0,-3-1-1,0-1 0,-1 1 2,1-1-2,-2 2 0,-1-1 0,-6 1 0,-3-1 0,-4-1 0,-1 2 0,-4 0 3,-1 0-4,0 0 1,3 0 0,1 0-4,-1 0 4,0 0-3,-1 0 0,0 0 6,1 0-6,0 0 3,2 0 0,4 0-4,2 0 6,2 0-2,0 3 0,-1-2 1,-2-1-3,1 0 2,-2 0 0,-4 0 1,-2 0 0,-3 0-1,-2 0 0,-4 0 3,-3-1-5,-3 0 2,-4 1 0,-1-2-3,-3 2 4,2 0-1,0 0 0,-1 0 2,2 0-6,1 0 3,2 0-4,5 0-3,2 0 0,3 0-3,0 0 11,1 0 0,-2 2-1,-2-1 1,2-1 0,-4 0 2,1 1-2,3-1 0,-2 0-1,4 0 6,-1 2-10,2-2 5,-2 3-12,3-2 10,-4-1-9,2 1 6,1-1 3,-3 2 2,0-2 4,-1 0-4,3 0 0,-1 0-1,0 0 2,-1 0-1,-1 0 0,-4 0 1,-5 0-6,-5 0 5,-4 0 0,0 0 0,0 0 4,0 0-4,0 0 0,0 0 1,0 0-1,0 0 0,0 0 0,0 0 4,0 0-3,0 0-1,0 0 0,0 0 3,0 0 0,0 0-3,0 0 0,0 0-3,0 0 3,0 0 0,0 0 0,0 0 5,0 0-1,0 0-4,0 0 0,0 0 6,0 0-4,0 0-2,0 0 0,0 0 0,0 0 1,0 0-1,0 0 0,0 0 1,0 0-1,0 0 0,0 0 0,0 0 2,0 0-2,0 0 0,0 0 0,0 0-1,0 0 1,0 0-10,0 0-17,0 0-54,0 0-11,-1 6-63,-7-2-110,4-3-3</inkml:trace>
  <inkml:trace contextRef="#ctx0" brushRef="#br0" timeOffset="19214">19065 1766 243,'0'0'109,"0"0"-32,0 0 13,0 0-60,0 0-26,0 0 30,3 0-20,-1 0 20,-2 0-23,0 0-9,0 0-4,0 0-21,0 0-26,0 1-25,0 3-69,1 1 30</inkml:trace>
  <inkml:trace contextRef="#ctx0" brushRef="#br0" timeOffset="19687">20662 1852 251,'0'0'10,"0"0"-9,0 0 52,0 0-6,0 0-34,0 0 14,21 10 30,-21-9-11,0-1-11,0 0-8,0 0-22,0 0 5,0 2-10,1-1 0,3 2-3,-2 0-9,0 2-31,-2 3-64,0-4-29,0-4-145</inkml:trace>
  <inkml:trace contextRef="#ctx0" brushRef="#br0" timeOffset="22244">10949 2961 193,'0'0'51,"0"0"-10,0 0 29,0 0-2,0 0-2,0 0-17,0 3 12,0-2-25,0-1-2,0 0-15,0 2-7,0-2 5,0 0-7,0 0 2,0 1 22,0-1-20,0 0 15,0 0 6,0 0-7,0 0-7,0 0-3,0 0-9,0 0 18,0 0-21,0 0-4,0 0 15,0 0-17,0 0 13,0 0-13,0 0 4,0 0 19,0 0-22,0 0 4,0 0 10,0 0-13,0 0 2,0 0-4,0 0 0,0 0 6,0 0-6,0 0-4,0 0 4,0 0 0,0 0-1,0 0-16,0 0-1,0 0-5,0 0-41,0 1-74,-6 4 2,-3-3-47,-1 0-188</inkml:trace>
  <inkml:trace contextRef="#ctx0" brushRef="#br0" timeOffset="27996">6019 4067 307,'0'0'24,"0"0"67,0 0-14,0 0-17,0 0-3,0 0-41,-5-20 14,5 20 19,0 0-8,0 0 4,-3 0 11,3 0-35,0 0 31,0 0-35,0 0-2,0 0 1,0 0-13,0 0 5,0 0-8,0 0 0,0 0 16,0 0-14,0 0 2,0 0 18,0 0-7,0 0 2,0 0 2,0 0-12,0 0 23,0 0-30,0 0 0,6 0 0,6 0 4,0 0-4,3 0 0,3 0 2,4 0 1,5 0-3,1 0 1,2-1 9,1-2-10,-2 2 10,-1-1-10,-4 1 7,-2 1-3,-7 0-4,0 0-1,-3 0 1,3 0 0,0 0 0,3 0-1,1 0 5,5 0-7,0 0 3,7 0 0,1-2 9,-1 0-9,5 2 2,-3 0-2,1 0 0,-1 0-5,5 0 5,-2 0 0,3 0 7,2 0-6,0 0-1,-2 0 0,0 0 0,-3 0 2,-1 0-2,-5 0 0,-4 0 2,-1 0-2,-1 0 0,3 2-1,2 3 1,6-2 2,7-2-2,8-1 0,8 0 12,7 0-10,3-4-2,-3-2 0,-7 2 0,-11 1-2,-11 2 2,-5 1 0,-5-2 1,-2 1 0,4-2-1,5 0 0,4-2 0,0-1-3,5 1 3,0 1 0,-2-1 0,-2 2 4,-5 2-3,-4 0-1,-5 1 0,-5 0-5,-5 0 7,0 0-2,-3 0 1,0 0 2,-2-2-3,3 1 0,-5-2 0,-2 1 6,-2 2-3,-2-1 0,1 1 23,-2 0-10,0 0 11,0 0-14,0 0-7,0 0 15,0 0-19,0 0 5,0 0-2,0 0-2,0 0-3,0 0 0,0 0 2,0 0-3,0 0 1,0 0-7,0 0 2,0 0-11,-3 0-19,-8 0-29,-5 3-81,1 10-23,10-5-68,5-8-120</inkml:trace>
  <inkml:trace contextRef="#ctx0" brushRef="#br0" timeOffset="41502">7976 2808 522,'0'0'68,"0"0"-64,0 0-2,0 0-2,0 0 71,0 0-67,0 0 24,0 0-25,-2 0 17,2 0 14,0 0-10,0 0 7,0 0-24,0 0-7,3 0 6,9 0-2,11 0-4,3 0 15,6 0-10,4 0 10,1 0-5,6 0-1,-1 0 20,0 0-21,4-4 4,0-4-6,5-3-3,4 1 6,2 0-8,5 2 2,7 0 4,4 1-5,3 2-1,-4 2 0,-5 0 6,-4 1-6,-5 1-1,2-5 0,1-1 0,6-1 2,6-2-2,-3 2 6,0 2-6,-5 4 1,-7 2-1,-2 0 0,-2 0 8,-3 0-8,3 4 1,-1-3-2,5-1 2,2 0 3,1 0-4,0-3 0,0-7-2,2-2 2,3 2 0,4 1-1,6 2 7,-1 4-9,-4 3 3,-2 0 0,-8 0 2,-9 1-2,-6 2 0,-10-1 0,-7-1 2,-10 2-3,-4 0 1,-4-2 0,-1 1 0,-3-1 0,1 2 0,-1-2-3,1 2 11,-1-3-7,-1 2-1,-3-1 0,-1 1-9,-1-2 12,-1 0-6,0 0 2,0 0-15,-6 0-60,-13 0-107,-7 0 9</inkml:trace>
  <inkml:trace contextRef="#ctx0" brushRef="#br0" timeOffset="42424">10064 2934 478,'0'0'77,"0"0"16,0 0-53,0 0-9,0 0-31,0 0 2,-40-2 0,33 2 1,-4 10 9,-2 5-12,-1 3 7,0 2 11,2 1-16,3-5 2,1-5 0,7-5-2,1-5-1,0-1-1,0 0 0,0 0 8,0-11 2,13-8 1,2-5-6,3 0-1,-4 3 2,-1 3-6,-4 5-1,0 2-1,0 5 2,0 2-1,-2-1-5,5 4 6,1 0-5,7 1 5,1 0 0,1 0-3,0 0 3,-5 0-4,-1 5-17,-2 4-31,-1 1 6,-2-2-47,-5 0-130</inkml:trace>
  <inkml:trace contextRef="#ctx0" brushRef="#br0" timeOffset="42852">10150 2936 415,'0'0'123,"0"0"11,0 0-50,0 0-54,0 0-15,0 0 14,-2-6-16,2 16-6,10 11 6,1 11 22,0 5 20,0 2-38,0 7-3,-1-5 0,4-3-4,-2-4-9,4-5-1,-1-3 0,1-6-7,-1-5 7,-1-5-27,-5-6-17,-3-1-6,1-3-45,-3 0-92,-2-2-170</inkml:trace>
  <inkml:trace contextRef="#ctx0" brushRef="#br0" timeOffset="43580">10691 3438 260,'0'0'49,"0"0"48,0 0-28,0 0 1,0 0-14,0 0-12,-15-60 1,15 45-8,9 1-7,3 3 11,6 2-13,2 5-17,3 4-4,4 0-4,0 13 0,-2 7-3,-2 4 0,-5-2 2,-6 2-2,-4-1-2,-6-3 2,-2-5 2,0-4 0,0-4 0,-5-4-2,-3-3 12,0 0 11,-1-17-20,0-9 2,8-6-2,1 0 6,0 1-7,4 1-2,10 5 17,2 2-15,-1 6 4,1 6-3,-4 5-3,0 6-1,3 0-4,-1 13-1,0 8-3,-3 5 11,0-1-2,-1 2 3,-3-2-2,-1-2 2,-1-5-3,2-4 0,-1-5-1,2-3 1,4-6-16,5 0 14,4 0 2,0-5 5,2-8-5,-4-1 0,-2-3 9,-1-2-8,-6-4-1,1-1 0,-4 0-8,-4 3 8,-3 6-7,0 3 7,0 5 1,-10 3-1,-1 4-13,-1 0 11,-5 1 2,3 16 0,2 2-5,6 2 5,6 3-9,0-3 7,0 0-1,18-3-1,3-5-1,4-2 5,5-2 4,0-4-3,-2-2 5,-1-3-3,-5 0-3,-3 0 8,-5-10-2,-2-5 6,-3-6 1,0-7-5,-4-2 12,-1-4-20,-4-1 0,0-1 10,0 1-10,0 1 0,-6 2-2,-9 0 4,3 0-1,-2 3-1,2 6 0,2 6 1,3 6 5,3 5-2,2 3-4,2 3 0,0 0-4,0 5 1,0 13-28,6 8 31,6 6 6,0 3 5,3 3-5,0 2-5,1-2-2,-1 0 1,0-3-6,-1-1-5,-3-4-8,-2-3-45,0-6-67,3-7-55</inkml:trace>
  <inkml:trace contextRef="#ctx0" brushRef="#br0" timeOffset="44607">11456 3299 589,'0'0'26,"0"0"14,0 0-25,0 0-4,0 0 1,78-73 12,-63 72-4,-3 1-17,0 0 17,-5 0-20,2 1-11,-1 10 11,-1 5 3,-2 4-3,-2 3 20,-2-1-1,4-1 16,2-2-31,6-5-4,3-4 0,3-6 6,0-4-5,2 0-1,1-4 0,-1-13 17,-4-5-15,-2 0 4,-8 2 13,-2 6-16,-5 7 7,0 6 37,0 1-21,0 0 1,0 0-27,0 0-5,0 0-4,0 0-18,4 12 7,5 4 12,3 1 0,2-1 7,2-1 1,-1-1-3,1-3 1,-2-4 4,-4-2 0,-4-4-2,-2-1 0,3 0 4,2-10-1,1-11 8,-4-5 8,-3 0-17,-3 0 10,0 5 5,-2 2 21,-10 4 8,-4 3-23,1 0-8,0 2-4,3 2-11,2 2-25,5 3-59,2 3-78,3 0-113</inkml:trace>
  <inkml:trace contextRef="#ctx0" brushRef="#br0" timeOffset="45200">12067 3197 579,'0'0'95,"0"0"-9,0 0 0,0 0-59,0 0-27,0 0-1,-59 32 0,59-14-10,0 1 6,0 1-4,13 0 10,3-2-1,-1-2 16,1-4-9,-2-4-2,-1-5-2,-4-3 1,-1 0 19,-2-3 7,-2-12 22,0-5-14,-4-2-19,0 1 9,-4 1-18,-10 4-2,-3 5-3,0 2-5,1 4-63,4 2-51,4 3-71,1 0-170</inkml:trace>
  <inkml:trace contextRef="#ctx0" brushRef="#br0" timeOffset="45523">12067 3197 625</inkml:trace>
  <inkml:trace contextRef="#ctx0" brushRef="#br0" timeOffset="45538">12067 3197 625,'46'17'37,"-31"-24"11,7-2 26,5 4-13,0 3 1,-3 2-12,-3 0-18,-5 14-28,-4 6-2,1 2 4,-5 1-6,-3 1 2,-4-3-2,-1-3-2,0-2-3,0-6-1,-3-4 3,-1-6 1,0 0 2,3 0 10,1-9-10,0-8-17,0-4 14,12-3-2,6-3 4,3 0 1,-2-1 0,-1-3 3,-4 0-3,-4 0 1,-6 0 3,-2 4-4,-2 3 1,0 5 2,0 4-2,0 5 10,-2 5 4,2 5-13,0 0 19,0 0-21,0 0-9,0 12-6,0 11 15,9 5 12,3 5-12,2 1 3,-2 2 6,-1-3-9,2-1-23,-1-5-56,-1-4-73,1-9-1,0-11-143</inkml:trace>
  <inkml:trace contextRef="#ctx0" brushRef="#br0" timeOffset="46002">12632 3068 589,'0'0'56,"0"0"13,0 0 54,0 0-64,0 0-47,0 0-12,0-3-3,-18 22-3,-1 5 6,-7-1 17,1-5-17,3-4 2,7-6 2,4-5 2,6-2 17,5-1-21,0 0 7,0 0 3,0 0-12,0 0-15,0 0 13,7 0 2,5 0 6,6 5-5,4 0 15,4 4 17,2 1-21,0 0-5,-1 1-7,-2 0-1,1 0-3,-5 2-30,-4 1-67,-6 1-44,-5-4-87</inkml:trace>
  <inkml:trace contextRef="#ctx0" brushRef="#br0" timeOffset="46587">12244 3674 658,'0'0'87,"0"0"-20,0 0-5,0 0-62,0 0 9,0 0 15,0 86 6,9-55 0,-4-4-12,2-3-18,-1-5-8,-1-5-17,-1-4-33,-1-7-58,-3-3-85,0-10-346</inkml:trace>
  <inkml:trace contextRef="#ctx0" brushRef="#br0" timeOffset="46791">12203 3587 779,'0'0'42,"0"0"-23,0 0-19,0 0-12,0 0-158,0 0-444</inkml:trace>
  <inkml:trace contextRef="#ctx0" brushRef="#br0" timeOffset="46971">12582 3678 660,'0'0'22,"0"0"41,0 0 19,0 0-30,0 0-16,0 0 21,-42-14-36,33 14-18,-9 8-2,3 10-1,-1 2-7,3 3 4,6-1 0,4-2-3,3-1 6,0-2-3,16-2 1,8-4-5,5-4 7,0-5 0,1-2 1,-3-14-8,-3-16 7,-3-7 0,-7-8 8,-4-4-7,-9-2 0,-1 2-1,0 3 4,-13 8 0,-2 6-1,-4 6-1,1 5 8,1 5-9,7 3 1,0 4-2,7 7 0,0 2-3,3 0 2,0 0-17,0 17 3,0 9 10,7 8 5,6 1 5,2 2-2,5 0 9,0-2-12,2-3 3,-2-3 0,0-4-2,-4-4 1,2-2-4,-6-7 5,-3-3-6,0-3 3,-3-6-8,-2 0 4,4 0 3,5-20 1,-1-7-8,0-4 16,-2 3-6,-5 3-2,-3 7 3,-2 7-5,0 4 9,0 3-6,-2 1-1,-4 3-8,-3 0 7,3 6-13,-1 10-10,1 5 21,4 2 0,2 1 2,0-4-5,5-2 6,7-4 2,5-4-2,0-4 0,-2-5 4,3-1 0,-3 0 0,2-15 3,-1-8-6,-2 1 20,-3-1-21,-2 5 1,-3 6 28,0 4-26,-5 3 4,1 4 0,1 1 0,3 0-14,3 0-1,2 0-1,2 6 1,-1 9-13,-1 3 8,0-2 11,-2-3 2,1-3 4,-2-6-4,-1-1 0,-1-3-2,4 0 9,-3-3-7,0-7 10,-2 3-10,-4 3 31,-1 3-9,2 1-8,-2 0-3,2 0-11,4 0-16,3 0-15,6 0 22,2 4 3,2-4-10,-4 0 6,1 0 10,-1-4-5,-1-9 5,-4-4 1,-2-2 3,-4-5 10,-4-2-12,0-7-1,0-5 3,0-6-3,-6 1-1,-3 2 0,0 8 4,0 12-1,3 9 3,2 9 0,1 1 27,0 2-33,1 0-4,2 16-2,0 7 0,0 7 0,5 6 6,7 2 0,4 2 3,-2-1 0,-1-4-5,-2-3 2,-4-3-50,-1-8-20,-2-5-92,-4-9-49,0-7-283</inkml:trace>
  <inkml:trace contextRef="#ctx0" brushRef="#br0" timeOffset="48178">13300 3555 576,'0'0'20,"0"0"29,0 0-15,47-93-32,-19 76 24,-4 6 25,-3 6 7,-9 5-5,1 2-38,1 16 3,-4 8-9,-1 2-7,-3 3 13,-3-1-15,-3-2 3,0-4-3,0-4-2,0-5-28,0-6-94,0-9-113</inkml:trace>
  <inkml:trace contextRef="#ctx0" brushRef="#br0" timeOffset="48447">13466 3346 646,'0'0'0,"0"0"-25,0 0-55,0 0-269</inkml:trace>
  <inkml:trace contextRef="#ctx0" brushRef="#br0" timeOffset="48634">13647 3208 600,'0'0'21,"0"0"35,0 0 29,0 0-85,0 0 9,0 0 31,33 81-20,-16-46 32,0 4-28,-1 2-20,2 1 2,0-1-6,-6-4-48,-2-3-64,-10-7-53,0-11-142</inkml:trace>
  <inkml:trace contextRef="#ctx0" brushRef="#br0" timeOffset="48830">13703 3482 179,'0'0'458,"0"0"-442,0 0 68,22-74-40,1 58-4,6 0-23,-1 3-17,-4 5 0,-5 2 41,-4 6-29,-6 0 3,-3 3-9,0 13-2,-6 3 22,0 4-21,0-1 23,0 1 1,0-3-25,4-3-4,4-2-4,1-4 4,3-4 4,1-4-4,6-3 0,5 0 20,2-5-18,2-13 8,-2-1-5,-3-1-3,-6 0 10,-5 2-12,-6 0 0,-6 0 24,0-1-18,0 4 11,-8 2 0,-2 3 6,-1 3 20,4 1-28,1 3-7,3 2 14,3 1-22,0 0 0,0 0-4,0 4-20,0 14 20,0 8-1,0 7 5,0 3 8,0 5-7,0 6 1,4 4 4,10 2-6,5 3 13,1 1-9,2-3 0,-6-5 2,-7-5 4,-4-6-5,-5-7 1,0-6-1,0-2 3,-8-8-8,-5-2 3,-2-6-2,-3-1-1,-1-5-12,-7-1 11,-2 0 2,-2 0-1,-1-11 1,1-5 8,5-3 29,5-7-4,7-8 15,11-5-39,2-4 5,6 0-29,18 6 14,1 6 0,5 6-7,2 3 8,0 1-2,4 3 1,-1 3-11,-1 0-16,-3 5-84,-2 3-60,-4 3-86,-4 0-213</inkml:trace>
  <inkml:trace contextRef="#ctx0" brushRef="#br0" timeOffset="49579">14315 3609 703,'0'0'19,"0"0"115,0 0-134,0 0 0,0 0-58,0 0-221</inkml:trace>
  <inkml:trace contextRef="#ctx0" brushRef="#br0" timeOffset="63184">14871 3249 232,'0'0'83,"0"0"11,0 0-27,0 0-32,0 0 9,0 0-16,0 0-8,22-16-7,-22 16-6,0 0 11,0 0-14,0 0 1,0 0 5,0 0-10,0 0-9,0 0 6,-6 4 3,-5 3 14,2-1-4,-3-3-4,2-3 1,-2 0 14,-2 0-11,2-1 0,2-11-5,3-2 4,4 0-9,3 0 0,0 4 13,0-1-6,0 2-7,6 2 9,1 2-6,2 2 18,-2 1-21,2 2 0,5 0 0,-1 12-2,2 8 2,-3 2 0,-1 5 0,-3 1-4,-5 2 4,-3 1 0,0-2 9,-1-1-9,-14-6-3,-3-3 2,-3-3-4,-1-3-9,1-6 14,5-3 0,1-4 7,3 0 0,4-1-6,2-9-1,1 1 5,3-1-5,2 5 17,0-2-1,0 1 15,0 2 0,2 1-9,5 3-22,2 0 6,3 0-10,6 0 4,-2 0 0,2 4-2,1 5 7,-1-1-10,2 1 5,2-1-1,0-2 0,4 0-43,1-5-29,-1-1-33,-2 0-10,-6-3-78</inkml:trace>
  <inkml:trace contextRef="#ctx0" brushRef="#br0" timeOffset="63934">15073 3064 294,'0'0'106,"0"0"-7,0 0-39,0 0-44,0 0-8,0 0 1,-88-39-6,70 36-3,-1 1 16,-5 2-12,-2 0-1,-1 0 15,-1 0-10,-2 0 10,2 0-11,0 0-7,4 2 20,0 4-19,3-1 3,-1 4 6,-1 0-7,2 2 13,-1 5-16,0 0 2,2 4 14,-2 1-15,6 0 3,0 3 19,2 0-16,3 0 17,1-2-23,-1 1 4,5-2 6,2 0-10,2 2-1,2 1 9,0 1-8,0 0 32,12 1-23,5-2-7,-1 0 20,5 1-23,0-1 8,4-1 0,-4-1 0,5-1 3,0-1-7,0-2-3,0-3 15,3-2-13,-2-2 15,3-1-3,3-3-6,-2-3 9,4-4-18,-2 0 0,0 0 12,1-6-8,2-9-1,2-5 4,-4-2-5,-4-1 7,-6-1-9,-4 3 0,-6 0 7,-4-1-5,-4 1 7,-4-3 2,-2-4-6,0 0 11,0-3-15,-3-2-1,-10 3 17,-4 3-16,-5 0 8,-5 1-8,-3 1 9,-4 3-7,-1 0-3,1 2 0,1 3 11,5 2-6,6 3-9,5 3 4,4 3 0,2 5-2,0 1-14,-3 0-22,-1 7 10,2 9-41,2 3-26,6 1-50,3-5-25,2-5-410</inkml:trace>
  <inkml:trace contextRef="#ctx0" brushRef="#br0" timeOffset="66078">15659 3299 51,'0'0'168,"0"0"-100,0 0 28,0 0-19,0 0 15,0 0-35,0 0-29,20-45-6,-20 37-4,0 1-3,0-1 1,-5-1-16,-11 2-4,-2 0 3,-4 3 2,-2 3 16,3 1 0,1 0-8,3 0 24,3 11-33,1 4 7,5 2-3,5 6-2,3 1 6,0 1-8,3 2 3,18-3 18,6-4-19,7-4 8,4-4 6,0-5-3,-3-7 1,-4 0-10,-6 0-2,-2-10 21,-6-7-11,-4-2 4,-6-6 19,-4-2-14,-3 2 14,0 1-22,-12 1-9,-7 5 16,-1 4-16,-2 2-3,0 3-1,3 3-12,2 4-29,2 2-74,1 0-33,5 0-52,2 0-137</inkml:trace>
  <inkml:trace contextRef="#ctx0" brushRef="#br0" timeOffset="66589">15761 3050 491,'0'0'55,"0"0"47,0 0-32,0 0 13,0 0-22,0 0-31,-11-28-20,11 38-10,2 15 0,10 10 9,1 10 11,2 5 20,0 3-15,1 0-12,-2-4 24,1-2-36,-3-5 6,0 1-7,1-3 1,-1-1 0,0-5-1,-3-7-25,0-5-16,0-9-37,1-5-49,1-7-16,-2-1-97</inkml:trace>
  <inkml:trace contextRef="#ctx0" brushRef="#br0" timeOffset="66912">15838 3322 371,'0'0'71,"0"0"72,0 0-66,-4-80-2,7 62-45,12 1 11,0 1-15,4 3-4,-2 5 10,0 3-2,0 5-19,-1 0-9,1 10-2,1 9 0,-5 5 4,-3 2-1,-5 0-1,-5-2-2,0-1 0,0-4-4,-13-2 4,-6-2 0,-1-5 0,0-3 0,1-6 0,4-1-3,2 0 3,3-10-35,3-1-47,6-1-20,1 1-44,0 1-330</inkml:trace>
  <inkml:trace contextRef="#ctx0" brushRef="#br0" timeOffset="67242">16105 3338 385,'0'0'137,"0"0"-108,0 0 44,0 0-51,0 0 16,0 0 14,91-45 0,-74 28 14,-1 0-37,-7-2-5,-3 1 4,-6-1-21,0 0 0,0 3-7,-7 4-6,-5 0 5,-2 4 1,1 3-4,0 2 1,1 3-6,-3 0 5,0 4-1,3 11 5,1 3-9,5 5 4,6 0 0,0 1 5,3-2 0,14 0-1,4-1 1,4-4 0,6-2 15,2-4-9,2-4-2,-2-1 0,-4-6-2,-3 0 13,-4 0-11,-1-8 1,0-10 40,0-4-23,-2-3-8,-4-4-3,-3 0-10,-6 1 9,-5 2-10,-1 4 0,0 5 1,-3 4-1,-9 5 0,3 4-3,2 2 2,2 1-6,4 1-10,1 0 5,0 0 0,0 0-53,10 8 45,7 5 17,4 1 6,3 3 5,-1 1-8,-1 1 0,0-1 3,-3 0-3,-2-4 0,-1 0 6,-6-1-5,1-3 4,2 0-5,-1 0 1,1-2 4,1-2-5,-1-3 2,-2-2-1,1-1 0,3 0 8,1 0 1,4-12-8,-1-5 20,-3-3-22,-1-2 3,-9 1 6,-3 3-4,-3 3-2,0 2-3,0 1 1,-10 5-14,-2 3 13,0 3-26,-1 1 19,-1 0 3,1 14 1,4 3-9,4 0 0,5-3 9,0-3-21,6-3 4,12-3 19,3-4 1,1-1-3,1 0 3,-3-8 0,-6-5 8,-5 1-8,-4 2 4,-3 3 14,-2 4 18,0 3-10,0 0-26,0 0 0,0 0-6,0 1-30,3 11 26,5-1-1,6 1 1,0-1 6,3-2-1,1-3 5,-2-5 7,2-1-7,0 0 0,-2-10 6,2-8 2,-4-6-3,-4-6 1,-7-4 1,-3-5 18,0-1-8,-2 1-15,-11 3-1,-2 9-1,2 4 5,-1 6 1,7 7-4,-1 4 27,7 6-20,1 0 3,0 0-12,0 9-19,0 11 15,0 8-1,0 7 5,10 6 5,1 4-5,1 1 0,6-5-4,-3-1-16,2-8-27,-1-2-5,-2-4-66,-5-8-39,-4-5-116</inkml:trace>
  <inkml:trace contextRef="#ctx0" brushRef="#br0" timeOffset="68472">17049 3250 575,'0'0'46,"0"0"19,0 0-61,0 0 27,-2-77-31,24 62 34,4 3-1,2 3 1,0 5 8,-1 3-18,-3 1-10,0 0 13,-5 4-26,-4 10 5,0 4 0,-1 5-5,-3 1 5,0 0-3,-4-1-3,0-3 0,-4-5-4,-1-4-73,-2-4-6,0-5-21,0-2-48,0-5-42</inkml:trace>
  <inkml:trace contextRef="#ctx0" brushRef="#br0" timeOffset="68728">17295 3084 468,'0'0'104,"0"0"14,0 0-99,0 0-19,0 0-66,0 0-366</inkml:trace>
  <inkml:trace contextRef="#ctx0" brushRef="#br0" timeOffset="68893">17295 3084 645,'66'81'56,"-66"-88"137,0-2-157,0-4 5,11 2-40,0 1 4,-4 6 15,0 4 0,-1 0-15,2 1-5,4 15 0,1 3 2,1 2-2,1 1 0,-2-4 5,-1-1-3,-3-3-2,-3-3-1,-3-4 1,-1-4-5,-1-3-16,-1 0 13,2 0 8,2-17 20,2-8-18,4-6-2,6 1 0,1 5 6,-2 8-2,-2 6 0,-5 6 15,-2 4-12,-2 1-7,2 0-4,5 16 4,2 3 4,2 2-4,0 2 3,-2-2 3,4-1-2,-4-3-2,2-5-2,-3-2 0,0-5-3,3-5 3,2 0 0,5-8 5,3-13 1,2-4-4,-2-3 14,-4-1-3,-1 4 11,-8 3-17,-4 2 6,-5 3 3,-3 6-5,0 4-9,-3 5-2,-13 2-19,-3 2 15,-1 13 4,2 2-4,11 3 2,5-3-1,2-2-15,6-2-3,12-5 6,3-5 5,2-3 10,-3 0 0,-3-3 7,-2-9-7,-6-4 18,-2-3 12,-4-3-11,-1 2 20,-2 4-30,0 2 7,0 5 11,0 5-16,0 2 3,0 2-5,0 0-7,0 0-4,0 5-12,-2 12 4,1 9 5,1 7 10,0 5-7,0 6 2,4 5 0,16 8 2,6 6-2,4 10 0,2 6 3,-1 0-2,-7-7 2,-11-11-3,-8-8 0,-5-8-1,0-9 1,-8-8 0,-5-8 2,-2-7-1,1-3-1,-6-5-1,-6-2-26,-7-3 25,-4 0-17,-5-19 19,2-10 4,4-9 0,5-9 21,9-2 1,10-2-3,9 2 19,3-1-42,13 3-1,16 0-7,9 3 4,4 4 4,0 8-4,-2 8-16,-9 7 18,-10 6-28,-8 5-17,-3 2-18,-3 1-63,-1-1-124,0-2-428</inkml:trace>
  <inkml:trace contextRef="#ctx0" brushRef="#br0" timeOffset="73346">18692 3226 62,'0'0'105,"0"0"2,0 0-31,0 0-24,0 0 28,0 0-30,-3-82-9,-1 70-22,-2 1-7,-1 1 0,1 0-11,-4 1 7,-1 2 26,-1-1-21,-3 3 17,1 1 7,0 3-13,2 1 14,-1 0-28,0 2-5,3 14 9,-1 6-11,1 6 2,2 7 9,5 5 9,3-1 4,0 1-12,14-4 4,8-3-10,7-8 2,3-5-11,6-9 3,3-6-3,1-5 15,-1 0-6,-1-7-7,-5-11 22,-3-7-21,-7-5 11,-5-6-7,-7-3-3,-7-1 11,-6 0-15,0 2 0,0 4 8,-8 4-4,-5 6 3,3 5 1,0 8-4,2 2 1,3 5-5,4 4-1,-1 0-8,2 0 6,0 5-8,-1 21-16,1 10 27,0 8-5,0 1 5,7-1 0,5-5 13,-3-3-8,0-7-5,-1-6 0,-1-6 1,-2-6-2,-1-6-6,1-4-14,-4-1 19,4 0 2,1-10 13,4-11 15,3-5-20,5 1 4,0 0-12,6-1 0,3 1-1,1 2 1,-1 5 0,-5 6-1,-5 5 0,-5 7-4,0 0 1,-3 7-13,-2 15 16,-1 5 0,-3 3 1,0 0 5,0 0-3,3-4 6,2-1-8,3-4-3,-2-3-4,2-5-9,-1-3-21,-2-6-49,2-4-61,3 0 1,0-17-226</inkml:trace>
  <inkml:trace contextRef="#ctx0" brushRef="#br0" timeOffset="74225">19249 3156 409,'0'0'127,"0"0"-36,0 0-22,0 0-39,0 0-3,0 0 12,52-57-2,-43 45 24,0-4-18,0-2-12,0-2-11,-5-1-10,-1 1 12,-3 4-9,0 1 2,0 3 25,0 0-26,-4 2-11,-6 3 3,-1 0-6,1 3-1,-4 4-16,5 0 17,5 0-7,2 0-2,2 4 1,0 6-12,9 4 6,12 2 10,3 0 3,3 3 1,1 1 12,-2 0-7,-3-1-4,-2 1 7,-7-2-7,-7 2 6,-4-1-5,-3-3 0,0 2 15,0-2-4,-7-2-9,2-2 4,1-5-7,4-4 1,0-2-2,0-1-12,0 0 12,1 0-7,11 0 7,8 0 9,5-1 9,5-9-2,0-5-10,-1 3-3,-6-1 2,-7 4 0,-10 4-3,-4 3 8,-2 1 0,0 1 25,0 0-23,0 0-12,0 0-1,0 0-46,0 0-38,-2 0-71,-4 0-137,5 0-78</inkml:trace>
  <inkml:trace contextRef="#ctx0" brushRef="#br0" timeOffset="78948">20081 2896 53,'0'0'0,"0"0"-30,0 0 7</inkml:trace>
  <inkml:trace contextRef="#ctx0" brushRef="#br0" timeOffset="79017">20081 2896 45,'0'-35'90,"0"34"-45,0 1 12,0-3 34,0 0 11,0-1-45,0 0 10,0 1-12,0-2-8,0 0-1,0 0-16,0-2 17,0 3-14,0 0-6,0-1 0,0 4-16,0 0 39,0-1-7,0 2-12,0 0 0,-1 0-18,-1 0 1,2 0-14,0 0 6,0-1-11,0 1 9,0 0-4,0 0 0,0 0 2,-4 0-2,-5 1 0,-1 11 0,-7 3 13,2 2-6,-2 3-7,-2 1 17,2 0-14,0 5 2,1 0-5,4 4 8,-4 6-7,3 5-1,-1 5 0,2 3 6,2 2-2,2-4-1,6-5-3,2-4 0,0-2 0,2-6 6,10 0-6,0-4 4,4-4 1,-1-1 1,1-3-6,4 0 2,-1-4 0,0-3-2,1-4 0,-2-2 5,-2-3-5,1-2 4,-4 0-4,-1 0 0,-6 0 3,-5 0 1,-1 0-4,0 0 14,0 0-7,0 0 4,0 0-9,0-3 7,0-2-7,0 2-2,0 0-7,0 2 5,0 1-21,0 0-3,0 0-26,0 0-13,0 0-26,0 0-104,0 0-34,0 0-143</inkml:trace>
  <inkml:trace contextRef="#ctx0" brushRef="#br0" timeOffset="81911">20396 2969 192,'0'0'66,"0"0"31,0 0-44,0 0 0,0 0 24,0 0-18,0 0-12,-7-50 1,4 47-26,0 0 10,1 0-23,1 2-8,-3-1-1,-1 2-1,-3 0-1,-1 0 2,-4 0 0,0 0 4,-4 10 2,-2 6-1,-2 5 4,2 4-8,4 4 12,4 0-13,4 2 0,5-1-3,2-2 3,0-1-2,17-5 2,5-3-3,2-2 3,4-6 0,1-4 0,-4-4 9,0-3-6,-1 0-3,-3-3 3,1-14-1,-1-7 26,-1-6-28,-4-3 0,-4-5 22,-2 2-22,-4 4 0,-3 6-6,-1 7 13,-2 3-1,0 7-6,0 2 0,0 2 6,0 4-6,0 1 0,0 0-13,0 0-1,0 0 11,0 18-22,0 9 25,0 8-2,0 2 4,4 4-2,-1-3 0,-1-3 2,0-4 4,-1-5-6,1-6 0,-1-4 6,1-6-6,-1-4-4,2-6-4,-3 0 3,1 0 5,1-6 16,2-14 3,2-5 1,2-3-18,5-1 1,1 5-3,0 4 8,0 4-17,-2 3 9,0 5 0,-3 3-4,-2 2 9,0 3-10,0 0-1,-1 2-5,1 11 5,1 4 6,-1 3 0,-1-2 3,-3 1 0,1 0-6,0-2-15,-3-2-33,1-1 5,-2-8-57,1-6-206</inkml:trace>
  <inkml:trace contextRef="#ctx0" brushRef="#br0" timeOffset="82750">20829 3128 613,'0'0'88,"0"0"72,0 0-125,0 0-35,0 0-52,0 0-113,40-14-235</inkml:trace>
  <inkml:trace contextRef="#ctx0" brushRef="#br0" timeOffset="82959">21194 3002 488,'0'0'39,"0"0"54,0 0-38,0 0-8,0 0-19,0 0 25,-40-69-16,24 69-22,-2 0-11,-5 7-1,1 14 9,1 4-12,5 8-9,7-1 0,7-2 0,2-4 4,0-5-12,14-7 0,3-5 11,0-6 1,2-3 5,-2 0 7,-2-8 0,-3-9-4,-3-3 11,-5 0-7,1 3 12,-5 3-19,1 6 2,-1 4 10,0 2 4,0 2-3,0 0-13,2 3-19,2 12 3,2 10 4,3 3 12,3 0 7,-1-3-7,0-2-40,-3-3-47,-1-7-36,-4-6-82</inkml:trace>
  <inkml:trace contextRef="#ctx0" brushRef="#br0" timeOffset="83380">21265 3068 88,'0'0'333,"0"0"-258,0 0 58,0 0-99,0 0-5,0 0 8,33-17-8,-19 31-14,1 10 1,5 5-7,-3-3 7,1 0-16,0-5 6,-7-4 2,-2-6-8,-2-5 0,-4-5 3,-1-1 2,-1 0 14,2 0 33,2-12 20,1-12-33,0-2-27,-1-2 1,1 1 4,-3 3-10,0 3 10,0 4-17,-3 5 0,2 3 0,-2 8-9,0 1-44,0 0-66,0 0-113,0 1-159</inkml:trace>
  <inkml:trace contextRef="#ctx0" brushRef="#br0" timeOffset="83771">21708 3028 642,'0'0'18,"0"0"149,0 0-92,0 0-42,0 0-25,0 0-1,-43-23-6,24 30-1,-1 13-1,2 4-6,6 1 5,4 1-4,4-4 3,4-5-7,0-3 8,0-4-3,6-6-7,7-3 11,5-1 1,0 0 0,0-11 4,-2-9-2,-2-2 9,-5-2-11,-1 3 2,-4 5 6,-4 8-7,0 4 25,0 4-1,0-2-16,0 2 3,0 0-12,0 0-21,0 9 12,0 6 5,0 2-4,0-1 4,0-1-4,13-1-2,5-3 1,0-2 9,0-5-2,0-4 2,1 0 0,2 0 5,-3-15-2,0-5 19,-5-5-22,-1-3 0,-4 3 9,-4 1-8,-1 4-1,-3 9 5,0 4 1,0 4 21,0 3-1,0 0-14,0 0-12,0 6-9,0 12 7,0 7 0,0-2 2,0 1 0,0-1 0,0-6-28,3-3-14,0-4-66,3-7-65,-2-3-58</inkml:trace>
  <inkml:trace contextRef="#ctx0" brushRef="#br0" timeOffset="84370">21896 2912 392,'0'0'229,"0"0"-136,0 0-45,0 0-48,0 0-137,0 0-100</inkml:trace>
  <inkml:trace contextRef="#ctx0" brushRef="#br0" timeOffset="84529">22032 2799 600,'0'0'111,"0"0"59,0 0-77,0 0-60,0 0-19,0 0-14,0 7-11,7 17 8,2 10 3,-3 6 12,-3 6-12,-2 0 2,2 1-8,-1-3-29,2-6-51,5-5-23,2-6-19,1-8-139</inkml:trace>
  <inkml:trace contextRef="#ctx0" brushRef="#br0" timeOffset="84760">22292 3002 587,'0'0'33,"0"0"44,0 0-45,0 0-24,0 0-8,-98 1 20,76 22-17,4 2 13,9-4-16,9-2-15,0-3 9,22-8-33,4-5 30,2-3 3,-3 0-10,-4-14 16,-6-1 4,-5 4 0,-5 1 18,-5 6 36,0 2 31,0 2-5,0 0-81,1 0-3,2 0-33,4 0-44,4 6 49,3 1 10,3-5 13,2-2 0,1 0 5,0-9-3,2-9 2,-2-6-6,-4-6 6,-3-5-7,-4-4 8,-4-7 6,-3 0 4,-1 1 5,-1 7-13,0 12 0,0 11 9,-3 9-2,-3 6 33,-2 0-40,1 21-2,-5 10-1,5 9-5,5 2 6,2 3-2,0-1 2,0-2 0,5-4-7,1-6-6,-3-10-12,0-8 15,-2-10-4,3-4-7,4 0 13,4-11 8,6-10 17,5-3-12,-1 1-2,0 8-5,0 3 10,-5 7 4,-1 3-10,-2 2 4,-1 0 16,0 5-22,0 7 5,0 5-5,-6 3 3,-2 4-10,-5 3 7,0 1 0,-9 1-1,-12-6 6,-3-3 0,-1-6-5,5-7 0,7-7-41,7 0-101,6-18-225</inkml:trace>
  <inkml:trace contextRef="#ctx0" brushRef="#br0" timeOffset="85489">22756 2896 55,'0'0'708,"0"0"-662,0 0 6,0 0 23,0 0 8,0 83-67,5-56-16,3-3 0,-2-3-42,-3-8-146,-2-10-63</inkml:trace>
  <inkml:trace contextRef="#ctx0" brushRef="#br0" timeOffset="85655">22752 2783 646,'0'0'91,"0"0"9,0 0-16,0 0-84,0 0-40,0 0-186,17-65-357</inkml:trace>
  <inkml:trace contextRef="#ctx0" brushRef="#br0" timeOffset="85796">22861 2610 356,'0'0'280,"0"0"-227,0 0 53,0 0-39,0 0-56,0 0 64,58 114-8,-40-62-37,-5-2-30,0-8-11,-5-6-125,-6-10-65,-2-9-56,0-10-165</inkml:trace>
  <inkml:trace contextRef="#ctx0" brushRef="#br0" timeOffset="85923">22967 2943 105,'0'0'226,"0"0"-110,19-78-49,-1 54-16,-3 10-3,-5 7 1,-7 5 47,0 2 6,2 0-92,7 3-1,7 12-2,8-3 0,1-2-7,2-3 12,-6-4-11,-4-3 9,-6 0-8,-6-1 7,-4-12 77,0-5-45,-1-8-15,-3-2-11,0 3-15,0 6 7,0 9-7,0 7 9,0 3 7,0 0-16,0 0-12,0 6-19,1 12-22,8 11 52,1 4-2,1 6 3,1 1 5,-3 7 2,0 1-7,0 0 2,-1-4-1,-5-10 2,-3-13-3,0-10 0,-1-7 12,-14-4 16,-3 0 22,-3-10 3,2-15-26,5-6-11,5-4-16,6 1 1,3 4 4,0 4 0,3 3-9,14 0 4,10 2-12,6 3-15,6 5-47,2 3-56,-4 2-74,2-4-327</inkml:trace>
  <inkml:trace contextRef="#ctx0" brushRef="#br0" timeOffset="86500">23623 2490 573,'0'0'108,"0"0"-24,0 0 23,0 0-68,0 0-37,0 0 89,100 63-36,-59-23-7,-3 9-10,-5 12-38,-8 7 12,-11 5-12,-14 3-8,-2-1 8,-27-1-30,-15 0 7,-15-7-48,-17-8-86,-14-13-36</inkml:trace>
  <inkml:trace contextRef="#ctx0" brushRef="#br0" timeOffset="87289">20607 3603 352,'0'0'45,"0"0"83,0 0-70,0 0-17,0 0 0,0 0-16,-93-31 11,75 31-1,0 0-2,-3 8-7,5 9-26,-3 7 1,4 5 4,4 3-4,5 2 9,6 0 6,0 0-3,8-2 15,16 1-28,7-8-6,5-5 2,4-9 6,2-6-2,-2-5 4,-4 0 6,-3-15 1,-3-5-11,-5-4 4,-4-2 10,-5 0-12,-4 2 6,-6 4-2,-6 5 8,0 4-10,0 4-4,0 1 0,0 5-1,0-1 1,-6 2-4,-1 0 3,-2 0-2,0 0 1,-2 13 2,-1 4-1,6 2-3,3 1-3,3 0 5,0-1-14,2-4 12,15-4-5,3-3-3,6-5 12,0-3 15,0 0-10,-2-3 6,-3-9-6,-7-1 5,-3-5 15,-7 0-20,-4-5 18,0 3-12,0 2-6,-7 4-10,-6 4 2,-4 1-5,1 5 3,-2 3-7,0 1-16,3 0 25,5 0-14,5 0 6,5 0-2,0 0-37,0 0 12,0 0-6,0 0-1,8-3 45,3-1 9,2-2 29,0 0 9,2 1-26,3-2-3,1 3-13,3 1-5,-1 3 22,0 0-22,0 1-1,-3 15 0,-1 3-6,-3 6 7,-3 0-4,-4 0 10,-2-2-1,-4-5-5,2-5 0,-3-6-2,0-4 4,0-3 16,0 0-14,1-4 22,3-16 0,2-10-25,3-2 0,5 2-1,2 3 3,-2 6-7,1 6 5,-4 3-1,-1 5 9,-4 4-4,-1 3 7,-1 0-12,6 5-13,-1 14 7,4 6 6,-2 8 0,0 3-3,1-1 3,3-1-39,-2-8-24,3-6-31,3-10-95,3-10-69</inkml:trace>
  <inkml:trace contextRef="#ctx0" brushRef="#br0" timeOffset="88296">21519 3651 305,'0'0'233,"0"0"-142,0 0-5,0 0-20,-99-20-34,69 20-25,4 10 28,3 4-27,8 0-6,10 2-2,5-2-12,0-1 2,11-2 1,7-5 3,1-3 6,-2-3 7,-1 0-3,-3-7 14,-5-9-2,-1-1 3,-5-1-2,-2 4-14,0 3 32,0 2-19,0 5-6,0 1 6,0 1-15,0 2 10,0 0-11,0 0-10,0 9 1,1 15-25,7 11 34,5 10 1,5 9 3,3 3 7,0 2-11,0-4 0,-4-6 7,-5-5-7,-5-5 0,-6-4-1,-1-6 6,0-4-7,-11-5 2,-1-5 0,-2-6 9,-3-9-9,-4 0 0,-4-12-10,-3-12-12,2-3 19,5-8-2,8 2-8,7-3 13,6-1 0,9 3 0,19-2-1,10 2-7,3 0 5,-2 3 2,0 0 2,-3 5-7,-1-2 8,-5 3-2,-7 3 6,-4-2-5,-7 2-1,-9 3 1,-3 1-1,0 2 9,-1 2-8,-10 4-1,-1 5 0,-4 3-4,2 2-6,-4 0 4,3 15-6,2 7 9,4 2-10,8-1 3,1 0 2,0 0 7,9-5 1,10-3-9,1-3 9,3-8 0,-2-4-2,1 0 2,0-10-1,0-8 4,-3-7-6,-2-1 3,-4 2 0,-4 3 5,-3 8-5,-3 8 0,-3 2 11,0 3 0,0 0-7,2 0-4,1 0-17,4 11 14,0 0 3,1 2 0,-1-3 1,3 0-1,-2-5-5,1-3-8,0-2-23,4 0 32,1-6 4,1-7 2,-2-1 4,-1 5 7,-6 2 12,-3 2-12,-1 5 13,-2 0 11,0 0-37,1 0-12,4 2-5,4 9 2,2 3 15,5 1 0,1-3 5,1-2-3,2-3-2,0-3 0,-1-4-2,0 0 2,-6 0 7,4-14-1,-7-3 3,0-4 7,-5-2-12,-5 2 3,0 2-7,0 5 0,-6 5-5,-7 5-1,4 2-18,-1 2 22,5 0-3,5 2 2,0 11-28,5 4-20,14 3 19,6 0 16,0 1 16,-1 3 5,-3 0-4,-3 2-1,-4-3 25,-6 1-8,-2-4 2,-4-2-6,-2-7-13,0-4 16,-5-5-13,-8-2 15,-2 0-5,-3-16-13,1-10-14,4-7-113,3-4-78</inkml:trace>
  <inkml:trace contextRef="#ctx0" brushRef="#br0" timeOffset="89644">22350 3428 403,'0'0'357,"0"0"-282,0 0 1,0 0-76,0 0 0,0 0 14,36 102-8,-23-61 14,0 1-20,-3-5-4,-1-2 2,-1-4-43,-1-5-75,-1-6-21,-3-10-186</inkml:trace>
  <inkml:trace contextRef="#ctx0" brushRef="#br0" timeOffset="89854">22394 3587 588,'0'0'0,"0"0"32,0 0-10,0 0 17,0 0 1,82-60 15,-69 60 13,2 0-34,0 4 0,3 8-20,-1 2-4,-1 3-1,-2 2-9,-1 2 1,-6-1-5,-5 0 4,-2-2-18,0-2-5,0-4-27,0-4-55,0-8-35,0 0-262</inkml:trace>
  <inkml:trace contextRef="#ctx0" brushRef="#br0" timeOffset="90147">22759 3553 659,'0'0'62,"0"0"130,0 0-118,0 0-70,0 0-4,0 0-11,-43 30-6,40-12 2,2 4-34,1-4 36,0-2 8,0-2-1,6-5 2,3-1 1,0-6 6,-2 0-4,2-2 4,0 0-3,0-12 26,0-7-7,1-3 17,-2-6-12,-2 3-15,0 1 20,0 6-20,-2 5-9,-1 6 2,-3 4 0,2 3 14,-1 0-16,2 0-10,3 0 8,4 13-14,2 4 13,2 1 3,1-1 0,0-4 0,1-3 0,-2-5 0,-1-2 2,-1-3 4,1 0-6,2-3 18,-3-8-7,2 0 7,-8 1-8,-2 4 23,-1 1 31,-1-1-42,2 2 7,-3 0-18,1 1-10,-1 2 10,-1 1-11,0 0-3,0 0-8,3 0 1,3 0-23,4 2 11,3 11-1,0 2-40,2 2 7,0-3-145,1-2-205</inkml:trace>
  <inkml:trace contextRef="#ctx0" brushRef="#br0" timeOffset="90717">23310 3655 991,'0'0'61,"0"0"-30,0 0-31,0 0-151,0 0-222</inkml:trace>
  <inkml:trace contextRef="#ctx0" brushRef="#br0" timeOffset="216387">16246 3746 388,'0'0'12,"0"0"-12,0 0 24,0 0 0,0 0-12,0 0-2,0 0-8,-14 0-4,14 0 2,0 0 0,0 0 2,0 0-2,0 0 0,0 0 11,0 0-9,0 0-1,0 0 7,0 0 1,0 0 26,-1 0-15,1 0-4,0 0 6,0 0-19,0 0 4,0 0 0,0 0 1,0 0 13,0 0-20,0 0-1,0 0 22,0 0-18,0 0 9,0 0-2,0 0-4,0 0 12,0 0-15,0 0-3,0 0 13,0 0-14,0 0 0,0 0-2,0 1-3,0 7 5,0 6 0,9 6 2,-2 0 6,3 1-8,0-1 1,-3 0-2,2 0 5,0-2-4,-3-2 0,0-5 0,-3-6 1,0-1-1,-3-2 0,0-2-5,0 0 13,0 0-2,0 0-6,0 0 0,0 0 2,0 0 9,0 1-11,0-1 0,0 0 9,0 0-9,0 0 0,2 0-9,2 2-5,2-2 9,3 2 5,5 0 9,6-1 6,4-1 21,0 0-34,-2 0-2,4 0 13,-3 0-7,6 0-7,1 0 1,2 0 0,4 0 5,2 0-5,2 0 0,-4 0-1,-1 0 8,-2 3-7,0 1 0,-2 1 4,-1 0-4,0 0 0,1-2 0,1-2 4,2 0-1,2-1-2,2 3-1,0 0 2,-4 3 1,-1 0-3,-3 0 0,0 1 4,0-1 3,1 0-5,2-2 2,0-2-4,4 0 19,8-1 4,4 1-21,11-2 27,1 1-27,3 2 11,-4-2-12,-4 2 3,1-1-4,1-1 0,3-1 0,5 0 6,1-1-2,4-9-3,-3 3-1,-4 0 3,-5 1-2,-3 1-1,-8-1 2,-2 1-1,-7-4-1,-7 0 0,0-1 8,2-1-6,5-3 10,7 0-10,5-1 4,4 0-7,3 1 1,-1 3-1,-5-2-4,-2 0 10,-4 1-9,-3-1 4,-4 1 0,-1 0 1,-5-1 1,-3-1-2,-2 0 0,-2 2 7,-1-2-9,-1 1 2,-3-1 0,-6 1 11,-2 0-11,-4 3 0,-3 2-1,-1 1 3,-1-1 0,2-2-1,0-5-1,0 1 8,-1-3-8,-2 0 0,-2 3-2,-1 0 4,0 3-11,0-1 9,0 4 0,0 1 7,0 2-6,0 4 6,0 1 0,0 0-7,0 0 4,0 0-4,0 0 0,-1 0-1,1 0 4,0 0-3,0 0 0,0 0 1,0 0-3,0 0 2,0 1 0,0-1 6,0 0-6,0 0 0,0 0-4,0 0 9,0 0-2,0 0-3,0 0 0,0 0 0,0 0 0,0 0 0,0 0 0,0 0 1,0 0-1,0 0 0,0 0-5,0 0 0,0 0-20,0 0-17,0 0-25,0 3-55,0 3 28,-3 0 16,1-1-51,1-5-122</inkml:trace>
  <inkml:trace contextRef="#ctx0" brushRef="#br0" timeOffset="219602">16913 4224 334,'0'0'161,"0"0"-156,0 0-5,0 0-4,0 0 4,0 0 10,3 89-8,-2-65 3,1-1 0,-2-4 3,0-3-6,0-6 4,0-5-4,0-2 0,0-3 4,0 0-3,0 0 25,0 0 38,-2-14-35,-4-5-28,1 1-1,5 0 23,0 4-20,0 2-3,0 4 4,5 4 2,4 1-7,7 3-1,6 0 2,1 1-4,3 13 2,-3 4-7,-4 0-26,-2-1 16,-6-3-1,-3-6-3,-3-5 7,-4-2 13,-1-1 1,2 0 12,-2 0 26,0-18-9,2-4-28,-1-4-2,2 2 6,2 4-3,-1 5 2,-1 5-3,1 6 11,-2 3 2,-1 1-11,4 0-3,1 0-8,5 10 4,2 5 0,-1 2 4,-1 1 4,0 1-4,-3-2-3,-5 1-11,-2-2-28,-1 2 5,0-7-86,0-8-118</inkml:trace>
  <inkml:trace contextRef="#ctx0" brushRef="#br0" timeOffset="220227">17497 4154 687,'0'0'6,"0"0"35,0 0 27,0 0-65,0 0 5,0 0-8,-35-16-7,23 23 5,0 9 0,1 2 2,1 0-2,5 0 2,5-1-3,0-2 1,0-1-5,5 0 7,11-2-4,5 0 15,-1-1-11,2-3 0,0 2 0,-2-1 3,-1-2 0,-7 0 0,0 0-3,-6-1 0,-5-1-3,-1 1 3,0-1-20,0 1 19,-16 1 1,-7 2 4,-5-4 4,0 1-7,1-4 16,6-2-15,5 0 5,4 0-6,3 0-1,6 0-6,1-3-20,2 3-38,0-2-4,3 1-128,15-2-69</inkml:trace>
  <inkml:trace contextRef="#ctx0" brushRef="#br0" timeOffset="220706">17906 4115 588,'0'0'8,"0"0"73,0 0-8,0 0-62,0 0-4,0 0-2,-76-18-5,60 31-2,-1 5-6,-2 5 8,2 2 4,3 2-4,3 1 0,5-1-4,6-3 4,0-2-6,7-3-7,13-4 13,7-5 3,4-5 4,4-5 1,0 0-5,-1 0 9,-4-10-8,-7 1-4,-7 2-4,-7 3-1,-6 2-44,-3 2-24,0 0-4,-4 0-111</inkml:trace>
  <inkml:trace contextRef="#ctx0" brushRef="#br0" timeOffset="221222">16962 4677 436,'0'0'110,"0"0"-108,0 0 33,0 0 7,0 0 6,0 0 15,104 17-18,-50-17 18,15 0 14,18-4-27,26-16 3,19-4-31,9-4-3,8-3-8,-6 1-11,-12 1 2,-16 4-1,-26 7 0,-29 5 0,-27 6-1,-19 4 0,-13 3 9,-1 0 20,0 0-3,0 0-14,-4 0-9,-6 0-3,4 0 0,1 0-22,2 2-9,3 2-16,0-1-17,0 1-22,0 0-71,1-1 11,4-3-262</inkml:trace>
  <inkml:trace contextRef="#ctx0" brushRef="#br0" timeOffset="249752">23146 1440 468,'0'0'13,"0"0"86,0 0-16,0 0-25,0 0-10,0 0-14,0 0 73,0 0-89,0 0-18,0-20-11,-1 47-3,-12 19 14,-4 15 9,-4 6 7,-3-1-5,3-6 10,3-3-21,2-4 2,4-3 2,3-5-1,3-7-6,3-6-1,1-4-4,2-6 0,0-4-37,0-1-72,0-3-30,0-4-114</inkml:trace>
  <inkml:trace contextRef="#ctx0" brushRef="#br0" timeOffset="250134">22795 2032 10,'0'0'388,"0"0"-295,0 0 27,0 0-73,0 0 2,0 0-35,-1-5-12,1 10-2,0 15 0,9 6 38,9 3 1,1 2-1,7-1 6,-1-2-35,2-2-7,-2-5 11,-1-4-13,-5-6 5,-1-4-5,-1-6 0,5-1 22,2 0-9,1-15-5,-4-6 11,-2-6-10,-5-1 13,1-3-13,-6 0-8,0 2 24,-2 7-20,-2 2 7,-2 6 0,-2 4-5,2 3 11,-1 3-18,-2 1 3,0 3-2,0 0-1,0 0-4,0 0-9,0 0-36,0 0-19,0 0-67,0 0-50,0 1-132</inkml:trace>
  <inkml:trace contextRef="#ctx0" brushRef="#br0" timeOffset="251980">22308 231 271,'0'0'71,"0"0"-6,0 0 59,0 0-40,0 0-39,0 0-2,-10-17 6,10 17-30,0 1-19,-1 22-8,-1 12 2,-1 13 6,0 11 5,-1 0-3,3-3 1,-2-10 2,0-10-5,1-10 0,1-8 0,-1-6 4,2-8 0,-1-4-4,-1 0 17,1-21 8,-4-16-20,-1-15-5,0-10 0,0-3 3,0 5-3,2 13 0,1 11 12,3 11-3,0 4 2,0 2-11,3 4 4,9 2-7,3 3 3,0 3 0,1 6-2,1 1-7,-1 0 8,-4 18-13,-1 6-7,-6 5 14,-5 1-8,0 0 9,0-3-1,-9-3 2,5-6 4,1-4-3,1-2 4,2-2-4,0-2-10,2 1 11,13-1 0,1 2 2,8 0 1,1 1 4,0 3-2,-3 0 7,-2 2-6,-7 1-5,-3 1 4,-9 2-4,-1 2-5,-1 2 7,-20-1 1,-6-2 12,-1-4-4,-2-3-2,0-5 12,7-4-7,4-3-2,5-2-10,3 0-2,6-14-14,5-9-110,0-3-224</inkml:trace>
  <inkml:trace contextRef="#ctx0" brushRef="#br0" timeOffset="252684">22515 355 473,'0'0'86,"0"0"-68,79-12 28,-37 12-23,-4 0-3,-6 10 14,-7 7-10,-6 6-7,-8 1-16,-5 2 2,-4 3-1,-2-5-2,0-3 1,-11-7 8,-5-3-5,1-5 0,1-6 22,7 0 16,1-6 17,4-15-34,2-10-22,0-4 15,11 1-14,7 2-4,5 3 0,2 5-6,1 3-17,1 6-80,1 3-36,1 4-105</inkml:trace>
  <inkml:trace contextRef="#ctx0" brushRef="#br0" timeOffset="252999">23034 263 417,'0'0'95,"0"0"2,0 0-43,0 0-38,0 0-13,-94 61 3,79-36 14,8 2-2,5 0-18,2-1-8,0 1 8,14-4 4,0-5-4,3-5 1,1-6 0,-2-3 5,1-4 0,-4 0 8,3-1 12,-2-17 28,-1-6-20,-4-6-19,-4-1 9,-5 3-3,0 4 18,0 4-31,-8 3 0,-5 2-16,-3 2-20,0 6-29,0 5-81,1 2 1,2 0-165</inkml:trace>
  <inkml:trace contextRef="#ctx0" brushRef="#br0" timeOffset="253420">23364 399 326,'0'0'40,"0"0"36,0 0-35,0 0 22,0 0-42,0 0-14,-31-40-2,25 38 3,-1 2 2,4 0-3,2 0 4,-1-1 16,2 1-11,0 0-2,0 0 2,0 0-10,0 0 10,0 0-10,0 0-1,0 0 18,0 0-19,0 0-4,0 0 1,0 0 5,0 0-8,0 0 2,0 0 0,0-1-1,0 1 2,0 0-1,0 0 0,0 0 2,0 0-5,0 0 3,0 0-21,0 0 13,0 0-12,0 0 7,0 0 10,0 0 3,0 0 2,0 0-2,0 0 4,0 0 11,0 0 13,0-2 7,-1 1 11,-2-2-18,-4-1-9,1 1-19,0 1-5,-3 0 1,-3 2-6,1 0 5,-2 0 4,-2 9 1,3 7 0,2 4-9,4 3 0,4 2 8,2-3-19,0 1 16,15-7 0,5-6-2,2-4 4,2-6 2,-1 0 0,-1 0 11,-2-11-9,-5-5 2,-1-4 20,-7-3-6,-4 3 19,-3 5-18,0 5 13,0 6 6,0 2-24,0 2 8,0 0-22,0 0-14,0 5 9,0 11-38,0 7 36,3-1-3,10 1-41,3-3-8,6-5-38,3-4 36,5-4 0,1-7-17,2 0-7,-3-8 4,-9-11 7,-5-4 74,-10-3 2,-6 5 83,0 2 44,0 3-28,-7 5-41,-5 2 0,-3 4-35,1 2-13,0 3-2,0 0-8,4 0 17,2 6-19,4 8-9,4 4 3,0 2-2,0-2-3,9 0 11,7-6 0,-1-4 5,4-3-4,4-5 1,1 0 5,0-17 1,-1-11-4,0-5 7,-8-8-3,0-1 21,-9-5 2,-2-2-21,-1 0-3,-3 6-6,0 3-1,0 8 10,0 8-8,0 4 18,0 7 6,-1 8-9,-2 2 13,1 1-15,2 2-12,-3 0-3,-3 10-35,-3 16 31,-1 9 4,2 5 2,0 3 2,5-2-4,3 2-2,0-1-1,0 0 3,13 2-7,0 0 6,4-5-34,-4-2-38,3-6-49,1-10-33,4-10-92</inkml:trace>
  <inkml:trace contextRef="#ctx0" brushRef="#br0" timeOffset="254664">24037 267 660,'0'0'15,"0"0"43,0 0 4,0 0-36,0 0-1,0 0 1,-48-27-24,32 33-2,-1 11 0,1 3-4,2 1-3,2 2 7,8 2-2,4 0 1,0 1-5,7 0 0,13-4 6,6-5 0,6-6 2,1-8-2,1-3-10,0-1 7,1-19-8,-2-5 11,-5-3 0,-4 2 1,-8 0 6,-6 3 1,-5 5 20,-3 4 8,-2 3-25,0 4-11,-2 2 0,-9 4 0,-5 1-7,-2 0 7,0 7-12,6 9 12,4 2 0,5 2-15,3-1-17,0-3-2,8-3 11,7-5-2,3-5 2,0-3 8,1 0 14,-2 0-2,-2-7 2,-6 0 1,-5 4 18,-4 2 6,0 1 3,0 0-3,0 0-24,0 0-9,8 0 3,2 3 6,5 4-13,3-4 10,0-2-1,0-1 1,1 0-6,-1-7 6,1-7 3,-2 1 0,-4 1 10,-4 7-6,-3 1-1,-3 4 9,-1 0-7,1 0-5,1 4-11,4 10 11,-1 0-4,3 0 7,-2-2-6,1-2 1,-1-3-7,0-2 3,0-1 2,1-4 4,3 0-2,1 0 5,2-5-3,2-9 5,2-5-3,-1-3 0,-2-2 4,-2-3-1,-4-1 15,-3-1-9,-2 2 17,-5-2-4,0 5 1,0 6-9,0 5 12,-3 6-16,0 6 25,1 1-10,1 0-16,1 0-11,0 17-17,-2 9 12,2 10-3,0 7 8,0 7-6,0 2 5,6 0-99,2-7-60,1-11-79</inkml:trace>
  <inkml:trace contextRef="#ctx0" brushRef="#br0" timeOffset="255610">24619 332 854,'0'0'10,"0"0"103,0 0-112,81-51-1,-27 43-9,-6 5-64,-9 3-5,-14 0-13,-13 3-48,-12 8-153</inkml:trace>
  <inkml:trace contextRef="#ctx0" brushRef="#br0" timeOffset="256133">22659 897 318,'0'0'171,"0"0"-17,0 0-50,0 0-32,0 0-14,0 0-41,-14-3-2,11 18-15,-2 11 0,1 9-2,2 3 5,2 0 0,0 0-3,0-2 2,9-4 1,2-4-1,2-5-2,-1-8 0,1-8-1,-1-4 1,5-3 0,1-1 6,4-20 19,2-12-16,-3-4-1,1 0-2,-4 4-2,-6 6-3,-6 8-1,-1 6 4,-4 4 1,-1 6-5,0 3 25,0 0-21,0 0-4,0 5-12,0 10-17,0 6 29,0 0 2,2-1-2,8-1-2,0-4 1,5-4 1,0-2-1,4-7-1,3-2-6,1 0 1,1-11 2,0-8 5,-4-4 8,2 2-7,-3 2 7,-5 7-8,-4 4 0,-1 5 13,-3 1-8,2 2-5,1 0-3,2 2 3,0 9 0,-2 3-10,-2-2 1,-4 3 3,-3-4-11,0-2-16,0-2 18,0-4 13,-1-2-1,1-1 6,0 0 0,0 0 2,0 0-5,16 0 0,8-4 1,9-8 4,1-2-3,2-3-2,1-5 0,-3-5 13,-4-3-12,-6-4 3,-4 2-1,-7 2-2,-10 2 11,-3 6-11,0 0 21,0 5-7,-6 3-5,0 3-8,2 4 0,1 4 3,1 2 10,2 1-15,0 0 4,0 0-9,0 7-6,0 15-3,0 11 14,0 4 0,0 3 16,0 0-16,3-1 0,2-5-5,-1-4-11,2-8-68,-2-6-84,-1-10-43,0-6-260</inkml:trace>
  <inkml:trace contextRef="#ctx0" brushRef="#br0" timeOffset="257026">23504 971 646,'0'0'100,"0"0"10,0 0-27,0 0-80,96-26 14,-55 20-17,-5 2-2,-8 2-5,-10 0-113,-9-1-102,-9-3-330</inkml:trace>
  <inkml:trace contextRef="#ctx0" brushRef="#br0" timeOffset="257244">22973 832 829,'0'0'62,"0"0"68,0 0-61,0 0-69,0 0 0,0 0-14,7-31-35,-5 31-65,2 0-127,4 5-112</inkml:trace>
  <inkml:trace contextRef="#ctx0" brushRef="#br0" timeOffset="257619">24357 722 582,'0'0'80,"0"0"-80,0 0 50,-83-12-39,64 21-9,2 11-3,2 5 1,8 4-3,7 3 0,0-3-13,16-1 16,8-6-3,4-7 8,-1-5 8,-5-7-5,-5-3 4,-2-1 18,-6-19 9,-3-7 0,-5-5-21,-1-2-18,0 1 25,-9 5-23,-3 5 8,1 9 8,5 4-7,3 6 12,3 2-12,0 2-7,0 0-4,0 0-9,14 5 0,3 16 6,1 10-6,-5 10 0,-1 10 7,-6 4 4,-2 4 0,-4-4-2,0-1 5,0-5-2,-9-2 5,-4-5 17,4-4-7,3-7-17,5-4 11,1-6-9,0-4-3,4-2 0,11-4 1,4-4-1,1-5 0,-2-2-14,3 0 14,-2-13 2,-1-10 1,-3-4 5,-5-1-6,-7 0-2,-3 2 0,0 5 5,-16 3-5,-8 5 1,-3 2 0,-1 5 22,2 2-13,10 2 11,9 1-5,7-1-9,0 2-7,3-4-19,24-2 7,11-1 11,12-3-1,0 2-7,-6-2-11,-9 3-13,-6 0-15,-10 2-116,-11-1-211</inkml:trace>
  <inkml:trace contextRef="#ctx0" brushRef="#br0" timeOffset="258692">23489 1397 364,'0'0'90,"0"0"63,0 0-59,0 0-34,0 0 7,0 0-27,-9-33-8,6 33-1,-4 0-22,-4 6-9,-7 14 2,-2 11-3,0 6 1,4 4-1,7-1-8,7-1 8,2-3-2,3-7 1,19-8 1,3-11-11,3-7 7,3-3 5,1-13 0,0-15 3,0-9 6,-4-5-7,-6-3 7,-4 4 0,-7 4-9,-5 7 0,-5 8 12,-1 7-4,0 8 5,0 4-1,0 3-12,0 0-2,-3 10-30,-3 12 31,-1 9-1,-2 6 2,7 2-2,1 3 2,1-5 0,0-4 2,0-8-4,0-5-1,7-8-4,-1-3 7,2-9-38,4 0 19,4-9 19,5-9 6,-3 2 0,-3 1-3,-5 5 9,-7 8-9,-1 0 1,-1 2 13,2 0-17,3 9-12,7 6 10,3 8 2,4-4 2,4 1-2,3-6-1,1-5 0,1-8-8,-4-1 8,1 0-3,-3-14 4,-2-4 4,-7-6-1,-5-1 1,-2-2 1,-6-1 6,-1 6 15,0 6-9,-8 1-15,-6 7-4,-5 6-21,-2 2 16,-3 0 3,0 12-6,9 3 3,5 2 3,10 0-19,0 0 3,15-3-23,8-5-1,2-4 25,0-5 8,-1 0 2,-4-3-9,-3-11 3,-6 0 15,-1 1 1,-6 3 11,-1 5 30,-1 2-1,-2 3 15,0 0-23,0 0-26,0 0-7,0 13-26,0 8 20,3 6 4,1 1 1,4-1-37,-4-5-57,2-3-74,-3-9-226</inkml:trace>
  <inkml:trace contextRef="#ctx0" brushRef="#br0" timeOffset="259622">24186 1560 738,'0'0'12,"0"0"151,0 0-127,0 0-36,0 0-1,0 0-1,63-37-7,-46 50 7,0 8-16,-2 4 18,-5-1 1,-2-2 3,-3-5-4,-3-9 0,-1-3-3,-1-5-4,0 0 7,2 0 0,2-7 27,3-11-27,0-6-9,6 0 1,-4 4 5,0 5 3,0 5 0,-3 6 0,-3 1 11,-1 3-11,1 0-4,1 14-4,2 9 8,4 3 2,-1 6-2,-1-4-8,1-1 2,-3-5-73,-2-2-12,-4-6-53,0-7-131</inkml:trace>
  <inkml:trace contextRef="#ctx0" brushRef="#br0" timeOffset="259996">24484 1625 470,'0'0'172,"0"0"-111,0 0 24,0 0-45,0 0-32,0 0 8,44-31-16,-34 38 0,-1 7 11,-2 4-11,1-2 1,-1-4-1,-4-2-9,0-7 7,-1-3-11,-1 0 11,5 0 2,3-4 0,4-9 16,1 1-14,-2 2 1,-6 6 4,-2 2-7,-4 2 11,0 0-11,3 0-2,3 2-1,0 6 1,6 2 4,-1-5 1,2 4-3,-3-7 0,1 0 7,1-1-6,0-1 2,-2 0-1,1-7-1,-4-3 17,-4 2-18,-1 4 0,-2 1 15,0 3-13,0 0 4,0 0-3,0 0-3,0 0 0,-2 4 0,1 6-8,1 3 5,0 1-7,0 1 10,6-2-2,5-4 8,2-2-9,-1-6 3,5-1 0,3 0 4,-1-17-3,5-5-1,-3-10 4,-2-1-1,-2-4 2,-7 1 0,-4 3 1,-3 4 14,-3 6-4,0 2-10,0 3-4,0 6-1,0 6 7,-1 4-6,-2 2-1,1 0-1,-1 9-20,0 12 14,3 6 5,0 3 1,0-2-8,2-2 6,7-4 2,5-7-4,0-3 4,4-9 0,3-3 0,-2 0 4,5-20 11,-2-4-15,-4-4 3,-3-1-2,-3 0 4,-2 4 3,-5 0 9,-4 7-7,-1 5 35,0 4-26,0 5-14,0 1 6,0 3-8,0 0-5,0 0 2,0 4-47,5 13 39,10 6 4,6 5 4,1-2 4,-4 5-4,0-2 0,-6-1-1,-3-2 8,-6-1-3,-3-3-4,0-2 0,-10-2 5,-9-2-5,-4-2-4,-7-3-45,-8-2-110,-3-6-53</inkml:trace>
  <inkml:trace contextRef="#ctx0" brushRef="#br0" timeOffset="261541">23832 1875 455,'0'0'93,"0"0"26,0 0-45,0 0-30,0 0 24,0 0-18,0-5-33,0 8-17,0 16-1,0 8 1,0 12 11,3 0-2,3-1-9,0-1 0,2-5-19,-1-5-56,-4-4-74,-2-8-21,-1-6-69</inkml:trace>
  <inkml:trace contextRef="#ctx0" brushRef="#br0" timeOffset="261864">23729 2045 6,'0'0'36,"0"0"101,0 0-60,0 0-3,0 0 28,0 0-16,11 2-27,-8-2 0,1 0-22,1 0-17,4 0-11,5 0-7,3 0 21,4-7-11,1-1 14,-2 1-18,-1-1 2,-3 1 1,-2-2-11,-7 1 0,-1-2-2,0-1-7,-4 1 9,-1 0-2,1 2 4,-2 2 1,0 2 16,0 1 12,0 1-4,0 2-27,0 0-4,0 0 0,0 0 1,0 0 1,0 0-1,0 3-17,0 13 11,0 8 8,4 5 2,4 4 0,1 2 0,-1-1 5,-2-4-6,-3-6-2,2-5 2,-2-7 0,0-7-5,0-2 2,-3-3-4,4 0 7,2-13 9,3-7 10,2-5-5,2 0-14,-2 4 3,-4 4 4,2 4-4,-3 5 17,-3 4-13,0 1-6,-1 3 14,-2 0-15,3 0-2,1 5-32,5 11 34,3 2-1,3-1 2,3-1-1,1-7 7,-1-1-4,3-6-2,0-2 0,0 0 6,1-7 0,-1-5-6,-6-6 1,-5 2 7,-5 2-8,-5 1 4,0 3-5,0 3-10,-12 4 4,-5 3-10,-2 0 2,4 0 7,3 9 5,6 1-4,6-2 4,0 1-14,0-4 0,6-1-2,13-4 3,2 0 11,-1 0 2,-1 0 0,-4-7 1,-2-1 2,-3 2 6,-6 2-1,-2 3 7,-2 1 20,0 0-24,0 0-3,1 0-6,6 0-15,1 7 14,5 4 0,4 2 0,-1-2-6,5-3-1,-3-2 2,0-5 1,0-1 10,0 0-3,3-10-2,-4-8 0,-2-6 0,-4-1 1,-2-2-1,-6 0 11,-3 5 22,0 2 12,0 4-26,0 5-18,-6 3 8,3 2-7,-2 3-2,5 3 0,0 0-4,0 0 1,0 7-18,0 14 13,0 9 6,0 3 2,0 3 0,0 2-1,8-1-13,-1-5-95,-1-6-128</inkml:trace>
  <inkml:trace contextRef="#ctx0" brushRef="#br0" timeOffset="263042">24498 2008 843,'0'0'5,"0"0"106,0 0-88,0 0-21,98-30 5,-53 23-7,-9 4 0,-6 0-4,-7 2 4,-8-1 0,-4 2-3,-7 0 12,-2 0-10,-2 0 1,0 0 0,0 0-7,0 0-18,0 0-64,0 0-38,0 0-95,-9 0-284</inkml:trace>
  <inkml:trace contextRef="#ctx0" brushRef="#br0" timeOffset="263582">24190 2457 593,'0'0'31,"0"0"93,0 0-88,0 0-29,0 0 10,0 0-1,-65-43-5,51 43-7,-4 1-4,3 15-1,-2 3-3,4 4 3,6-2-11,7-1 12,0-8-12,0-2 11,10-4-9,7-6 10,2 0 5,-1 0-5,0-7 11,-2-9-3,-2 1-4,-2 1 10,-3 2-11,-5 8 1,-2 1 15,-2 3 3,0 0-2,0 0-20,0 0-14,1 2 3,4 8-11,2 3 21,5-1-5,2-2 6,2-2 2,-1-3-2,0-4-1,-3-1-4,-3 0 9,1-3-4,1-12 8,-1-5-6,3-3 6,-2 2-8,-3 3 0,-1 3 6,-3 3-6,1 5-5,-4 1 5,-1 5 0,2 1 27,-2 0-27,0 0-4,1 0 0,1 4-20,4 11 16,3 3 3,1 3 5,4 1 5,3-2-5,3-3 0,-1-3 6,2-7-4,0-3-1,0-4-1,1 0 3,-1-2 6,0-15-7,2-4 8,-4-2-1,-4 0-9,-5 5 6,-5 3 2,-5 2-8,0 4 38,0 4-13,-2 0-21,-8 5 6,1 0-7,-3 0-4,-1 3 1,2 10-1,5 4-7,3 1 1,3-1-5,0 0 12,12-1 0,12-3 4,4-5 0,6-2 1,2-6-10,-3 0 2,-6 0-60,-9-3-42,-3-3-5,-12 2-33,-3-2-224</inkml:trace>
  <inkml:trace contextRef="#ctx0" brushRef="#br0" timeOffset="264700">24111 2989 419,'0'0'181,"0"0"-137,0 0 46,0 0-64,0 0 22,0 0 3,-34-28-14,27 28-4,1 0-33,-4 0-4,-3 17 0,1 5-2,2 6 6,-1-3 0,10-1-13,1-4 10,0-6-22,16-7 5,2-6 4,5-1 9,0-2 5,1-18 3,-3-6-1,-1-1 9,-7 1-9,-3 0 1,-4 6 1,-6 4 1,0 3-1,0 6-2,0 4 0,0 3 25,0 0-22,0 0 3,0 0-6,0 14-10,0 4 8,0 5 4,0 2-1,0 2 16,11 2-16,2 1 2,2-4-3,1-4-31,0-5-101,-3-7-100</inkml:trace>
  <inkml:trace contextRef="#ctx0" brushRef="#br0" timeOffset="265163">24344 2927 679,'0'0'18,"0"0"34,0 0-52,0 0 9,0 0 25,0 0-6,33 79 3,-20-57-23,-2-3-7,-1-5 11,0-4-12,-5-4 3,-2-5 4,0-1-7,0 0 15,3-1 1,6-18 28,0-3-23,1-6-12,-2 2-6,-4 2 1,-2 3 0,-2 4 24,-3 3-8,0 4-15,2 0-10,-2 2-31,2 4-77,-1 1-115,-1 3-191</inkml:trace>
  <inkml:trace contextRef="#ctx0" brushRef="#br0" timeOffset="265510">24616 2927 645,'0'0'87,"0"0"50,0 0-80,0 0-46,0 0-11,0 0-7,-42-17 2,24 33 1,3 2-4,2 2 8,5-2-2,6 0-4,2-2-5,0-4-8,4-3 1,9-6-30,8-3 35,0 0 6,1-7 7,-4-10 4,-2-3-2,-4 0-1,-4 4 5,-4 5 0,-1 6 22,-3 3-2,0 2 8,0 0-23,0 0-11,0 2-2,0 8 0,0 1-8,0 0 1,0 2-5,9-2 5,0-1 4,0-1-5,0-3-1,-3-3 3,0-3-3,2 0 8,2-6 3,2-10 0,-2-5 12,4-2-12,-7 4 0,-1 3 1,-4 8 1,-2 5 22,0 3 39,0 0-39,0 0-17,0 0-7,0 6-9,0 9 5,0 2 8,0 3-10,0-1 6,0-2-10,0 1-18,0-7-93,1-8-90</inkml:trace>
  <inkml:trace contextRef="#ctx0" brushRef="#br0" timeOffset="266086">24777 2744 930,'0'0'50,"0"0"82,0 0-132,0 0-9,0 0-99,0 0-94,37-10-52</inkml:trace>
  <inkml:trace contextRef="#ctx0" brushRef="#br0" timeOffset="266268">24915 2724 682,'0'0'51,"0"0"58,0 0-89,0 0-20,0 0 6,0 0-2,18 99 42,-13-61-19,-4-3-13,1-1-14,-1-3-7,1-3-9,-1-2-91,-1-5-98,0-8 41</inkml:trace>
  <inkml:trace contextRef="#ctx0" brushRef="#br0" timeOffset="266514">25069 2724 679,'0'0'28,"0"0"46,0 0-61,0 0-13,0 0 0,0 84 15,0-51-14,0-2 13,0-4-8,0-7-1,-3-7-2,0-5-3,0-5 0,3-2-2,0-1 4,0-1-4,0-16 0,9-2-21,5-1 18,0 4 8,-3 5-3,-1 5 12,-1 2-4,-1 4 20,-1 0-13,1 0-12,2 0 3,-2 10-6,-5 4-12,-3 4 11,0 2-6,-2-2 5,-13-2-6,-4-2 5,2-5 0,4-3-18,7-3-2,6-3 23,0 0-6,0 0 6,0 0 0,7 0 0,10-2 8,4-2-8,-1-4 0,1 0 5,-3-5-1,-1-1-3,-2-5-1,-2-1 3,-6-1 6,0-1-3,-4 3 18,-3 2 18,0 3-17,0 6 1,0 2 3,0 5-11,0 1 24,0 0-33,0 0-9,0 0-1,0 10-19,0 8 20,0 3 0,0 1 0,0-1-3,0-3 3,1 0-3,9-4-2,-1-5-3,-1-2 4,-4-4-3,-1-2 4,0-1 1,-3 0 4,0 0 4,0 0 29,0 0-6,0 2-16,0 2-13,0 4-18,0 2 14,3 1 4,-1-1-8,2 1 7,-1 1-6,-1 2-22,1 0-23,0 0-78,3-1-76</inkml:trace>
  <inkml:trace contextRef="#ctx0" brushRef="#br0" timeOffset="267310">25349 3214 970,'0'0'28,"0"0"-28,0 0-15,0 0-249</inkml:trace>
  <inkml:trace contextRef="#ctx0" brushRef="#br0" timeOffset="268044">24587 3479 311,'0'0'32,"0"0"44,0 0-27,0 0-5,0 0 21,0 0-7,3-11 25,-3 11-36,0 0-26,0-2-13,0 2-6,0-2-1,0-1-1,-4 0-3,-5-1 3,-5 1 2,1-2 16,-5 1 12,0 0-14,-1 0 7,1-2-15,0 2-8,-1-1 18,-1 1-16,-1 0 0,-1 1 1,-1 0-2,-2 1 10,-3-1-2,-4 2-1,-1 1 16,2 0-14,0 0-7,4 0-3,2 0 3,1 0 2,-1 1-5,0 6 0,-3 0 0,-5 0 0,-3 1-1,-5 4-2,-3-1 3,1 2 3,5 1-3,2 0-3,4 0 1,1 2 2,1 1-3,0 0 2,4-2 2,-1 0 1,5 1-2,2 0 0,1-1-5,2 4 4,1-1-4,1 4 4,-2 4 2,2-2-6,-1 2 5,4 1 0,-1 1-1,2-2 2,1 2-1,-2-1 1,4 0 2,-1 0 0,5-2-3,0-1-2,4 0-3,0-1 9,1 1-5,11 0 2,3-1-1,6 5 10,1-3-9,2-1 2,0-2 5,3-3-6,3-2 0,2-5 6,0 0-7,2-7 17,0 1-15,8-1 2,3 2 9,5 2-13,9 1 5,0-3 0,1-1-5,-2-3 9,-7-3-9,-2 0 0,-4 0 23,0 0-21,-3-6 3,-1-3-6,1 1 6,0-4 0,1 0-6,-1 1 0,0-3 13,-2 0-12,-4-2 3,-2-3 6,-3 1-5,1-3 23,2 0-16,-1-2-5,1-1 1,-1 2-5,-5-2-3,-4 0 0,-6 1 2,-6-2-1,-4-3-1,-1 1 0,0-1 2,-1-2 5,-3 0-6,2 1 2,-1-1 4,-1 3 1,2 1-8,-1 0 0,1 3 2,-4 2-2,-1 2-3,0 0 2,0 1 1,0-2-4,-7 0 4,-5-1 0,0-1 12,-3 2-12,0 1-2,-3 1 1,-1 3 2,-4 0-2,-3 1 1,-4 3 0,-3 0-5,-5 1 6,-2 2-1,0 1 0,0 1 2,1 2 1,3 2-3,3 2-2,4 0-2,-3 5-33,2 10-73,-4 6-27,-2 0-110,0-4-123</inkml:trace>
  <inkml:trace contextRef="#ctx0" brushRef="#br0" timeOffset="315948">9040 2939 287,'0'0'88,"0"0"-33,0 0-3,0 0-8,0 0-19,0 0-4,0 0 2,0 0 0,-5-2 116,5 2-105,0-1-32,0-1 27,0 2 18,0-1-32,0 1-3,0-1 2,0-1-8,0 2-6,0 0 3,0 0-3,0 0 9,0 0-9,0 0 0,0 0 2,0 0-2,0 0 0,0 0-2,0 0 6,0 0-8,0 0 4,0 0 0,0 0-2,0 0-2,0 0 2,0 0-12,0 0-9,0 0-5,0 0-19,0 0 25,0 0 14,0 0-9,0 0 0,0 0-5,0 0 6,0 0 11,0 0-22,0 3-59,0 1-159,0 2-75</inkml:trace>
  <inkml:trace contextRef="#ctx0" brushRef="#br0" timeOffset="321798">152 4496 552,'0'0'72,"0"0"-3,0 0 55,0 0-76,0 0-11,0 0-4,-77-39-5,72 39 7,2 0-20,-3 0-15,-4 14 1,1 11-1,-5 8 0,1 0 0,4 0 1,4-3-2,4-8 1,1-2-9,0-6 9,6-4-23,12-1 13,3-5-1,7-1 3,5-3 4,10 0 1,5 0 3,4 0 10,-7-2-10,-5 2 5,-9 0-5,-14 0 2,-2 6-8,-9 4 6,-6 2 0,0 5 1,0 3 7,-18 2 9,-6-2-5,-10 0-10,-2-1 9,3-5-10,2-6-1,7-2 10,9-5-8,7-1 12,4 0-12,1 0-2,3 0-8,0-4-40,0-7-41,0-5-32,13-4-29,6-2-92</inkml:trace>
  <inkml:trace contextRef="#ctx0" brushRef="#br0" timeOffset="322330">322 4423 648,'0'0'42,"0"0"87,0 0-52,0 0-19,0 0-37,0 0-21,-13-7-7,28 34-8,9 11 15,4 10 33,3 3-17,-1 1 3,0-1-16,-3-4 10,-2 3-13,-1-4-6,-3 0-3,0-6-18,-3-4-60,1-5 4,0-6-43,-2-11-54,1-12-250</inkml:trace>
  <inkml:trace contextRef="#ctx0" brushRef="#br0" timeOffset="322616">522 4743 580,'0'0'2,"0"0"80,0 0-45,-36-82-16,36 63-12,0 0 8,3 3 30,8 3 4,5 1-17,-1 5-18,3 3-4,0 4-10,7 0-1,-1 0 0,3 17 0,-6 4-1,-5 7-1,-8 2 1,-7 1-4,-1 1 4,-4 1 0,-17-3 12,0-4-1,-3-6-11,2-6 20,4-6-18,0-8 17,7 0-19,0-3-4,3-10-7,2-4-17,6-3-17,0 2-76,15 0-50,6 3-180</inkml:trace>
  <inkml:trace contextRef="#ctx0" brushRef="#br0" timeOffset="322967">743 4707 294,'0'0'140,"0"0"-45,0 0-11,0 0-48,76-79-16,-63 59-7,-8 2 1,-2 2 8,-3 2 31,0 0 7,-3 3 8,-8-1-27,0 4-35,-3 1-6,8 2 1,-1 5-3,2 0-12,2 0 7,0 0 7,0 15 2,0 4 3,0 2-4,3 2 4,0 1-2,0-3 3,2 0-6,8-4 3,2-3-6,8-2 2,-1-5-2,6-3-10,1-4-46,9 0-32,1-13 57,0-8-129,-3-3-321</inkml:trace>
  <inkml:trace contextRef="#ctx0" brushRef="#br0" timeOffset="323344">1028 4416 521,'0'0'96,"0"0"41,0 0-86,0 0 21,0 0-36,0 0-13,-39 9-13,36 8-10,0 5 0,3 0-6,0 0 2,8-4-7,11-1 6,2-5-8,6-2 9,7-3 2,-1-7-3,4 0 3,-7 0 2,-9-11-1,-2-3 2,-8-4 10,-4-5-5,-5 2 5,-2-3-4,0 2 6,0 2-12,0 3 6,-8 5-3,2 5-4,3 6 15,0 1-7,3 0-5,0 0-6,0 7-13,0 7 14,5 6 1,7 1 2,-2-1 6,4-1-7,-4 0-14,0-5-69,-5-2-55,1-7 20,-6-5-201</inkml:trace>
  <inkml:trace contextRef="#ctx0" brushRef="#br0" timeOffset="323779">1168 4264 677,'0'0'26,"0"0"34,0 0-60,0 0-17,0 0-159,0 0-128</inkml:trace>
  <inkml:trace contextRef="#ctx0" brushRef="#br0" timeOffset="323966">1514 4285 366,'0'0'210,"0"0"-119,0 0-1,0 0-44,0 0-16,0 0 3,-58-18 11,43 18-19,0 13-3,0 6-19,2 0 4,7 1-7,3 0 0,3-2-13,0-4 13,6-2-15,12-5-4,-2-3 17,2-4 2,4 0 6,-5 0-5,1-13 15,-2-4 16,-1-4-10,-3-3-15,-4 3 9,-7 0-9,-1 5 11,0 5-5,0 4 17,0 5 15,-4 0-37,1 2-8,1 0-5,1 0 0,1 14 4,0 4-5,0 3-3,0 1 5,3-4-4,10-1 4,2-5 0,4 0-9,-1-4 6,5-2-13,-4-5 8,-4-1 10,0 0-6,-5-4 8,-2-13 1,-5-5 8,-3-5 9,0-6-12,0-2 2,-11 0 7,-5-1-10,-2 6 2,-1 1 2,-1 4-6,5 5 13,2 6-9,1 3-5,3 4 12,6 4-11,0 1 10,1 2-13,2 0-6,0 2 2,0 11-9,0 8 13,0 4-4,5 5 6,7 2-2,6 2 0,-2 2 3,2-1 4,3 1-7,-3 3 0,3-3 1,-3 0 1,3-4-3,-4-3 1,0-4-8,-1-4-23,-2-5-75,-1-4-83,-7-9-87</inkml:trace>
  <inkml:trace contextRef="#ctx0" brushRef="#br0" timeOffset="327078">2123 4125 417,'0'0'96,"0"0"-14,0 0-33,0 0-36,0 0 15,0 0-7,0 0 19,1 24 5,10-1 6,4 6 0,-2 8-27,2 4-2,0 3-8,-1 1-9,-1-4 0,-4-4 2,1-10-3,-5-2 7,-2-10-11,-2-5 1,1-5 14,-2-5-13,0 0 3,0 0 15,0-15 4,-8-10-4,-5-9-19,5-3-1,4 2 0,4 0-1,0 4-2,0 4 3,6 7 0,12 3-3,-2 3 1,5 6 2,6 3 2,3 5-2,4 0-1,5 16-5,-6 10 6,-3 4-3,-8 4 3,-13 2-18,-6-3 17,-3 2-10,-3-5 10,-18-3 0,-7-6 2,-5-6-8,0-7 7,2-7 0,8-1 4,7 0-4,8 0-6,7-4-17,1 0 3,1 0 17,19-3-9,10-2 12,8 1 16,0-2-7,-2 0 2,-2 0-2,0-3-8,-2-2 19,-7-2-20,-3 0 1,-7-3 7,-6-2 2,-3-5 3,-3-3 0,-3-1-7,0 2 5,-6 3-11,-6 7 0,2 7 0,1 5-5,2 6-8,2 1 7,5 0-3,0 0-2,0 0-4,0 0-20,0 7 17,18 5 7,-2 4 0,7 1 8,2 3 3,0 2 5,-1 2 1,0 3-6,-3 0 4,-2-4 1,-4-1-5,0-5 0,-1-4 2,0-5-1,0-2-1,4-6-2,0 0 2,1-7 3,-1-13 10,-2-4 10,-5-3-14,1-3 13,-9-1-15,-3 0-2,0 2 0,0 2-4,0 5 7,-9 6-3,0 5-3,3 5 25,3 2-16,0 4 6,1 0-12,2 0-5,0 0-19,0 10 12,0 8 3,3 4-2,8 1 6,2-2 0,1 0-1,2-5 0,1-2-1,-1-6-1,-1-4-6,4-4 4,-4 0 2,0 0 3,-3-11 0,-1-9 2,-4-2 11,-4-3-12,-3-1 4,0 1 6,0 2-3,0 5-7,-2 6 4,1 7-4,-2 3 13,0 2-14,3 0-2,0 0-2,0 6-22,0 11 26,4 4 0,5 2 2,7 2-2,1-1 0,4 2 0,3-4 0,3-2 0,-2-6-5,1-5 1,-3-7 4,-6-2-1,4 0-4,-8-7 5,-1-8 12,-6-5-8,-6-4 4,0 0 6,0 0-11,-3 0 1,-6 6-3,0 1-1,3 6 7,3 5-7,2 2 0,1 1-3,0 1-7,3 1-5,13 1 4,2 0 1,4 4 8,2 12-8,-3 5-3,0 4 4,-6 2 2,-5 2 3,-8-3-4,-2-1 5,0-3 3,-8-7 1,-2-5 1,3-6 5,2-4-2,2 0-5,3 0-4,0-5-17,0-1 19,0-1-3,0 1 0,12-1 4,3-1 1,3-4 3,7-2 0,1-3-3,2-2 10,-3-2-9,-4-2 0,0 0 9,-9 0-9,-5 1 14,-5-1-14,-2 2 10,-2 1 12,-12-3-9,-3 0-6,1-1 0,1 5-6,0 2-2,6 7-4,1 4 4,7 6 10,1 0-10,0 0-8,0 0-3,0 11-12,1 11 23,10 6-5,6 4 5,3-1 6,1 6-1,6-3-5,-4 0 0,-1-1 3,0-1-4,-4-4 1,0-3-9,0-4-20,-2-6-113,-1-10-68,-1-5-497</inkml:trace>
  <inkml:trace contextRef="#ctx0" brushRef="#br0" timeOffset="328982">3709 4119 797,'0'0'15,"0"0"131,0 0-97,0 0-49,0 0-20,0 0 20,60-2 10,-19-11 21,0 1-11,-7-1-20,-1 0 0,-8 3 4,-4 1 2,-9 2-6,-6 6 0,-3-1-3,-3 2-32,0 0-113,0 0-137,0 8-271</inkml:trace>
  <inkml:trace contextRef="#ctx0" brushRef="#br0" timeOffset="329238">3997 4161 716,'0'0'68,"0"0"-41,0 0 70,0 0-97,0 0-16,0 0-92,7-16-151</inkml:trace>
  <inkml:trace contextRef="#ctx0" brushRef="#br0" timeOffset="397348">22334 954 447,'0'0'0,"0"0"-10,0 0 10,0 0 16,0 0-16,0 0 2,0 0-3,-6 10 2,6-9-2,0 1-1,0-2 2,-1 1-2,-2 1 5,-2-1-3,0 1 5,-1-1-5,2 2 3,1-3-3,2 1 0,1 1 8,0-2-7,0 0-1,0 0 10,0 0 6,0 0 8,0 0 9,0 0 1,0 0 7,0 0-35,0 0 3,0 0-4,0 0-5,0 0 9,0 0-9,0 0 7,0 0-2,-2 0-5,-2 0-2,-2 0 2,-3 0 2,3 0-2,2 0-2,1 0 2,1 0-9,1 0-11,-4 0-57,-7 3-107,-3 2-23</inkml:trace>
  <inkml:trace contextRef="#ctx0" brushRef="#br0" timeOffset="398128">24845 1979 137,'0'0'37,"0"0"-26,0 0 22,0 0 4,0 0-19,97-66-2,-79 54 14,-2 5-5,-5 2 44,-5 3-17,-4 2-17,-1 0-17,-1 0-18,0 0-5,0 0 4,0 0-10,0 0 8,0 0-20,0 0 23,0 0 5,0 0-5,0 0-19,0 0-53,0 2-17,0 6 52,0-1-71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24:58.051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7073 148 62,'0'0'0,"0"0"0,0 0-34,0 0 13,0 0 14</inkml:trace>
  <inkml:trace contextRef="#ctx0" brushRef="#br0" timeOffset="289696">0 54 18,'0'0'223,"0"0"-193,0 0 30,0 0 18,0 0-42,0 0 5,0 0 12,0 0-9,0 0 3,0 0-17,0 0-6,0 0 1,0 0 7,0 0 14,0 0-35,3 0 2,-3 0-3,0 0-10,3 0-7,4 0-9,7 1 7,5 6 5,8-1 4,3 0 0,-2-3-1,5-3 0,0 0-2,1 0 2,5-2 2,7-8 3,2-1-2,4 1 0,-4 0 4,1 2-5,-10-1-1,-8 2-1,-7 3 1,-10 0-2,-4 3 2,-7-1 0,-2 2-1,-1 0 4,0 0 1,0 0-4,0 0 4,0 0-9,0 0 5,0 0-10,0 0-10,0 2-16,-3 5-56,0-2-95,3 1-134</inkml:trace>
  <inkml:trace contextRef="#ctx0" brushRef="#br0" timeOffset="489613">13100 4817 226,'0'0'28,"0"0"17,0 0 24,0 0-37,0 0-15,0 0-11,0 0-6,-13-5-4,13 5-17,0 0-59,0 0-40,0 6 34</inkml:trace>
  <inkml:trace contextRef="#ctx0" brushRef="#br0" timeOffset="516707">8856 1928 1,'0'0'21,"0"0"27,0 0 100,0 0-105,0 0-25,0 0-16,-22 24-2,22-21-6,0-2-85,9-1-75</inkml:trace>
  <inkml:trace contextRef="#ctx0" brushRef="#br0" timeOffset="536409">23188 5363 672,'0'0'0,"0"0"-96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24:57.21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1322 5 129,'0'0'65,"0"0"-54,0 0-10,0 0-1,0 0-2,0 0 2,0 0 0,9-5 0,-6 5-1,1 0-26,2 0-38,2 0-43</inkml:trace>
  <inkml:trace contextRef="#ctx0" brushRef="#br0" timeOffset="291710">15 1078 260,'0'0'73,"0"0"4,0 0 51,0 0-48,0 0-35,0 0 2,-15-14-24,15 12-18,0 2 25,0 0-22,0 0 1,0 0 0,0-1-1,6-1 3,3 1 0,10-2 17,1-2 4,5-1-20,2-1-5,7 0 16,1-2-18,-1-1 15,3 3-20,-3 0 2,1-1 12,-1 2-12,-1-1 3,0 2-5,-3 0 4,-1 3-1,0 0-3,-1 1 1,-3-1-3,-2 1 6,1 1-4,1-3 1,6 0 0,7-4 5,14-3-2,6-1 31,11-3-8,4-2-26,0 1 11,-3-2-4,3 4-4,0 0 11,-4 3-15,-2 5 0,-7-1 1,-5 2 3,-7 2-4,1 1 0,-6 0 0,-1 1 9,-3 0-9,-5 0 3,-1 0-2,0 0-1,-2 0-1,2 0 0,0 4 2,1-1 1,2-1-2,1 3 0,2-2 5,0-1-5,2 1 4,-2 2-4,-1-1 2,-4 0 3,-1 3-5,4-1 0,-4 0-1,-2-1 1,-3 1 0,1 0 0,-7 0 3,1 1-5,-3-1 2,-6 0 0,4-2 2,-8-1-1,-2-1-1,-5-2 0,1 2 4,-1-2-2,-3 0-2,0 0 0,0 0 10,0 0-9,0 0 9,0 0-7,0 0 1,0 0-8,0 0-28,0 0-21,0 0-27,0 4-115,-13 0 2,-11 2-183</inkml:trace>
  <inkml:trace contextRef="#ctx0" brushRef="#br0" timeOffset="292751">1675 1103 312,'0'0'27,"0"0"-24,0 0 42,0 0-28,0 0-1,0 0 17,44-21-16,-34 18 20,1-1 9,1 1-9,2 0 9,3 0-32,4 1 2,1-1 11,2 0-10,-1 3-4,2 0 0,-1 0-13,2 0 31,4 0-23,5 0-2,2 4 8,5 2-12,4-1 3,3-3-5,-1 1 2,-2-3 0,-4 0 0,1 1-2,0-1 6,1 1-2,0 2 8,-2 0-6,2 0-3,-1 0 1,2-2-4,2 2 0,7 0 13,1-2 31,8-1-32,5 0-5,1 0-1,3 0 17,1 2-13,3-1-2,6 2 13,2 1-19,1 1 7,-2-1-9,-2 0 7,-1-2 3,4 0-6,-5 0-1,1 1 8,-1-2-6,-2 0 2,-3 1-7,1-2 9,-5 0 1,2 0-10,4 0 0,4 0 10,10-3-5,5-8-2,2-2 1,3-3-1,2-1 17,3 0-20,0 2 2,1 1 9,-3 0-5,-5 2-3,1 4 0,-2 2 2,-3 3 1,-3 2-6,-5 1 0,-5 0 4,-5 0-2,-3 0 1,-3 0-3,-6 3 2,-4 2-2,-6-1 0,-6 2 0,-2 0 2,0-2 2,3 0-3,2-2-1,0-1 1,-1-1 2,-2 0-3,1 0 0,0 0-4,1 0 7,-3 0-3,-6 0 0,-5 0 6,-8 0-9,-4 2 3,-6-2-5,3 3 5,-5 1 1,-1-1-1,-3 0-3,-3-1 3,1 0 1,-1-1-1,2-1 0,-2 2 0,-2-1 1,3-1 3,-2 2-4,-2-2 0,-1 0 18,-1 0-6,0 0 12,-2 0-7,-1 0-13,-1 0 4,0 0-8,0 0 0,0 0 0,0 0 0,0 0-11,0 0-44,-5 5-60,-14 2-100,-10-6-100</inkml:trace>
  <inkml:trace contextRef="#ctx0" brushRef="#br0" timeOffset="516740">7828 1062 693,'0'0'0,"0"0"-5,0 0 5,0 0 19,0 0 11,0 0-30,0 0-8,0 0 4,-19-35 4,19 35-2,0 0-7,0 0-38,0 0 10,3 4 20,4 3-44,-4-1-2,0-2-5,-3 1 30,0-4-85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33:07.970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13 220,'143'-6'6,"1"3"-6,4 2 5,-6-1 2,-2 2 17,-5 0 12,-12 0 5,-6 0-12,-13 0-28,-8 8-1,-13 0-65</inkml:trace>
  <inkml:trace contextRef="#ctx0" brushRef="#br0" timeOffset="1049">725 264 239,'0'0'50,"0"0"-39,0 0 66,0 0-15,0 0-43,0 0 15,-32-17-19,32 13-9,0 2 16,-1 1-9,1 1-5,0 0 18,0 0-14,0 0-10,0 0 10,0 0-11,0 0 1,0 0-2,0 0 0,0 0-2,3 0 8,9 4-5,6-1 13,2 1 1,2-1 17,3 0-22,0 0 0,2-1-3,4 1-1,5 0-6,3-1 19,4-1-19,1-1 17,-2 0-9,2 0-4,-4 0 14,2 0-17,-3 0 9,-3 0-5,-3-3-5,-4 0 2,0 0-2,-3 1 0,3-1 7,1 0-7,-1 0 0,1 3-5,2 0 13,0 0-8,3 0 0,7 0 0,2 0-2,6 0 2,3 0 0,4 0-1,1 0 2,-1 0 2,-5 0-3,2-1 4,-2-2 14,-3 0-18,1 3 8,-5-1-1,-4 1-5,-4 0 5,-5 0-7,-1 0 0,-4 0 2,0 0-2,-3 0 0,0 0 0,-1 0 3,4 1-2,0 0-1,1-1 0,2 0 6,1 0-5,2 0 4,0 0 6,2 0-9,-3 0 10,3 0-6,-1-2-6,2 0 9,4 0-8,0 0 0,2 1-1,1-1 0,-1 1 8,-3 0-8,1 1 7,-4-2 2,0 2-9,-2 0 4,2-1-4,3-2 1,-1 2 1,3-2-2,-1 1 0,0 2 1,-2 0-1,-4 0 0,0 0-1,-1 0 6,0 0-6,0 0 1,0 0 0,1 0 0,-1 3 4,-4-1-6,0 0 2,0 0 0,-3 1 4,0-2-4,-3 3 0,-2-1-3,-3 0 3,-2-1 0,-2 1-2,-2 0 9,1-2-14,0 1 7,-2-1 0,0-1 2,1 0 1,1 2-4,4-2 1,8 0 0,9 0 10,8 1-10,4 1 0,8-1 10,3-1-10,-1 0 0,1 0-5,4 0 13,2 0-7,5-6 4,1-1-5,0-2 4,-3 2 2,-2 0-5,-3 1 1,-5 3 3,-6 0 3,-7-1-6,-9 3 0,-4-2-4,-6 0 4,-2 0-2,-2 2 2,1-1 0,-1 1 0,2 1 1,1 0-4,0 0 2,-3-3 1,-1 2 3,-2-1-5,-8 1 3,-4 1 3,-2-2-6,-3 2 0,0 0 18,0 0-13,0 0 8,0 0-4,0 0-8,0 0 9,0 0-10,0 0 0,0 0 2,0 0 0,0 0-2,1 0 0,1 0 0,-2 0-4,0-1 4,0 1 0,0 0 0,0 0 2,0 0 1,0 0-3,0 0 1,0-1-11,0 1 3,0 0-33,4 0-23,4-2-79,2-6-104</inkml:trace>
  <inkml:trace contextRef="#ctx0" brushRef="#br0" timeOffset="41450">8165 918 211,'0'0'41,"0"0"-26,0 0 55,0 0-51,0 0-13,0 0 11,0-49 1,0 41 45,0 2 2,0 2-17,0 3-1,0-1 0,0 1-8,0-2 1,-3 0-1,-1-2 2,-2-1-10,-5-4-19,-4-3 2,-3 2-7,-7-2 0,-3 2 3,-4 0-10,-1 0 0,1 1 1,-1 0-1,-3-2 0,-3 1 4,-1-2 10,-5 2 8,-3-2-19,-1 2 0,-2 1-1,-5-1 1,-4 0 1,-4-1-4,-6-1 0,-3 1 0,1-2 6,2 1-6,-1 1 4,2 2 0,0 1 16,5 2-16,6 1-1,7 2 17,8 0-16,5 0-3,1-1 8,-1 0-9,-6-2 3,-10-1-3,-11-1 0,-13 1 0,-7-1 2,-12 0-3,-3-1 1,-4 0 0,-10-1 1,-5-3-1,-5-1 0,-3 1 2,1 2-2,3 4-5,4 1 5,8 1-2,6 0 2,9 1-3,7 1 7,9-2-3,3 1-1,2-2 0,-4-2 0,-1 2 2,2 3-3,2-1 1,4 4 0,4 1-2,2 0 2,2 0 0,4 0 0,4 0 0,2 4 0,0 2-4,2 3-3,-5 0 6,-2 2-8,-3 1 6,-2 0 1,3 1 4,0 0-4,1-2-1,2-1 3,1-3-1,6-1 4,4-2-6,3 0-3,5 2 0,1 1 4,4 1-6,2 1 4,4-2-1,1 1 4,5 1-6,1 0 7,-1-1-1,-1 0 0,-3-1 1,0 0 0,-3-3 2,1 1-2,0-3-2,-3 1 2,1 0 1,0 1-1,0-1-1,0 0 1,-3-2-5,-3 1 13,-3 1-8,-3-2 0,3-1-12,-4 2 3,8-2 6,4 0 3,-2 0-2,2 0 2,1 0-2,-3 2 1,-1 3 2,-2-1-2,-3 2 1,1-1 0,-1 2-2,6-1 2,3 1-1,3 0-1,2 1 4,-1 1-3,-1-1 1,-3 1 0,4-1-1,-3 1 1,3 2-2,0 2 2,5-1-4,-1 1 6,4 1-4,3 0 0,2 2 2,-1 1-1,1 2 0,-1 1-1,1 2 2,0 0 0,2-1-1,-1-1 1,5-4-4,1-2 6,0-3-3,1 0 1,0 0 0,1 3-1,1 3-4,3 5-5,0-1 8,0 4-8,9 1 8,8 2 2,3 0-1,2 0 1,1 1 0,1-3 2,5 1 16,2 0-11,5-3 15,6-2-8,4 1-3,4-4 14,1-2-20,7-1 2,7 0 2,0-1-5,4 0-1,-4-1-1,-4 1-2,1-1 1,-1 0-1,-2 0 0,3 1 0,-4-4 0,0 0 5,2-1-8,-2-1 7,-3-1-1,0 0-3,-4 1 0,1-2 3,0 0-1,2 2-1,-1-2-1,2 0 0,3 0 0,3 0 2,2 0-2,-1-2 2,0 2-2,-3-1-7,1 2 7,1-1 1,3 2-1,6 0-4,3 1 4,4 1-1,3 2 3,5 0-2,5 1 1,4-1-1,4 2 1,1-1 0,2 0-1,-1-2 8,-4 1-8,-4-3-4,-4-2 4,-1-1 2,-1 2-2,0 0-1,0 1 1,2 1 9,-2 0-5,-5 1-1,-5 3-1,-3 0-2,-3 4 1,0-1-1,-1-1 0,1 0 0,-4-5-2,-1 0 2,1-2 4,0 1-3,1-1 3,0 1-4,-5-1 0,1-2 0,-2-2 0,2-2 6,4-1-6,2 0 0,3-2 8,0-1-4,3 0-4,1-1 11,-1-11-9,-3-2-1,-11-1-1,-8 0 1,-8-1 0,-8 0-1,-1 1 0,-2-1 5,1-2-4,1-3 2,5 0-3,6-3 0,3 3 0,4 0 2,-2 2-2,-3 2 0,-4 2 2,-5-1-1,-4 1 0,-1-4-1,-3 4 2,-2-4-2,-1 1 0,-3-3 3,-3 1-3,-1 0 0,-2 2 2,-7 3 1,0-2-6,-4 1 3,-1-3 0,0 0 0,0-3 0,0-4 2,1-4-3,3-2 2,0 2 3,0 3-4,1 6 0,-2 6 1,-5 2-1,1 2 1,-3 1-4,-2-2 6,-2 0-6,0-5 1,0-3 2,0-4 5,0-1-3,-6-2-2,-1 3 6,1 3-4,-2 1 13,0 2-13,-2-2 6,1 0 5,0-2-8,-4-3-3,1-4 5,-4-2-7,0-3 8,0-1-8,0 0 0,-2-1 1,-3 2-1,-6 5-2,-7 2-4,-12 6-12,-16 5-11,-12 9-40,-17 7-24,-18 0-17,-10 11-113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31:17.908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0 717,'0'0'92,"0"0"-80,0 0-12,0 0-72,0 0-139,0 0-142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31:11.030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1652 391 232,'0'0'51,"0"0"0,0 0 3,0 0-18,0 0-5,0 0-20,0 0 3,-37-19 7,32 16-6,-1 1 36,-3-1-35,-7 2 5,-5 0-7,-3 1-12,-5 0 12,0 0-14,-1 0 0,-5 0 8,-2 0-5,-9 0-4,-9 0 2,-8 0-1,-5-2 0,-1 2 0,2 0 0,4 0 15,3 0-12,8 0-1,6 4 17,7 2-15,5 1 4,3 3-8,-1 1 0,2 2 5,-1 2-5,3 1 0,1 1-1,2-2 4,-1 2-4,-1 0 1,-3 3 0,-1 1 1,-3 4 2,-5 2-3,-3 3-5,-4 0 5,-3-2 8,3 0-8,5-4 0,7-2 5,9 0-1,6-2 10,6-2-14,9 0 2,4 2-6,0 1-3,3 1 2,16 3-2,5-1 6,1 1 0,7 2 0,1-3 1,5 1 4,3-2-4,2-2 0,6-4 13,6-2-11,8 1 12,7 0 5,0-2-14,6 2 10,-3-2-1,5 1 1,1-1 2,3-1-13,4 1 3,8-4 7,10-2-13,4-1 40,1-4-27,5-3-13,-3 0 7,2 0-2,1 0-6,-6 0 0,-2 0 5,-9-2 4,-3-2-9,-5-3 0,2-1 15,0-1-15,3-3 7,-1-1-1,-1-1-3,-2-3 5,-7-2-4,-8 1-4,-9-1 6,-13 0-4,-6 0-2,-6 0 3,-3-2-2,-1-2 14,-1-2-15,-2 1 0,0-1 7,-3 0-5,-5 3-2,-4-2 0,-4-1 2,-4-4 10,-4 0-10,0-4 1,-5-1 10,0 2-7,-4 1-6,-1 3 0,0 2 6,0 1-6,-3 1 0,-8 0 0,-2 0 3,-2 1 2,-6 0-7,-1 3 2,-6-1 0,-3-1 7,-1 2-7,-1 1 0,0-1 6,4 3-5,-3 1-2,1 2-4,-3 2 5,-5 0 2,-3 1-2,-3 1 0,-1 0 15,-5 2-12,-1-1 4,1 1-7,-3-2 1,1 1 5,-5 3-4,-6-1-2,-7 1 5,-9 3-5,-1 2 0,-1 1-1,2 0 2,5 1-1,-1 6 4,4-1-4,1 1 2,0 0 1,6-2 4,4 1-7,4 0 1,2 1-1,6 1 0,5-1 0,11 1-6,8-1 3,7-2-13,5 2-22,2 3-22,3 2-2,2 8-106,4 6 48,2 2-38,0-3-132</inkml:trace>
  <inkml:trace contextRef="#ctx0" brushRef="#br0" timeOffset="1552">2076 955 414,'0'0'0,"0"0"0,0 0 5,0 0-2,0 0-3,0 0 8,1-51 36,-1 48 47,0-3-25,0 0-23,0-2-1,0-4-26,-4-3-3,1-5-13,0-4 0,-2-1 11,0-2-9,-1-2 2,-2-3 32,-1-2-16,-2-1-8,-2 0 22,1 0-24,0-1 8,2 0-16,0 1-2,-1-3 0,3 1 0,-1 0 0,2-1 0,0 0 4,0 1 1,3-1-3,-1 5-4,2 5-2,2 9 4,-2 3 8,-2 3-8,0 2 1,0-1-10,1 4 9,2 3 0,1 2 3,-1 1 0,2 2 3,0 0-6,0-1-17,0 1 12,0 0 2,0 0-5,0 0-16,0 0-33,0 0 9,0-1 1,0-2-6,0-3 17,0-1-37,-3 0-276</inkml:trace>
  <inkml:trace contextRef="#ctx0" brushRef="#br0" timeOffset="2189">1813 36 364,'0'0'79,"0"0"17,0 0-39,0 0-38,0 0-13,0 0 3,-27-5-5,19 10 6,0 10-10,0 5 0,-2 5 13,1 3-12,-2 3-1,2 1 6,2-1-4,0-2 2,1-3-4,3-2 1,-2-4 2,2 0-2,1-4-1,1-2 0,1-4 4,0-4-10,0-1 6,0-2-3,0-3-1,0 0-13,0 0 17,0 0 8,0 0-6,0 0 12,0 0-10,0 0-4,0 0 10,0 0-10,0-3-24,0-1-114,0-1-15,0-1-106</inkml:trace>
  <inkml:trace contextRef="#ctx0" brushRef="#br0" timeOffset="2770">1911 0 321,'0'0'15,"0"0"11,0 0 15,0 0-30,0 0-10,0 0 11,15-3 23,-3 8 21,5 3-7,5 5-21,3-2 2,4 3-12,0 1-12,0 3 2,-2 2 0,-3-1-3,0 1-4,-2 0 3,-3-1-2,-2-1-2,-4-2 0,-3-3 1,-2-3-1,-5-2 0,0-1 0,-3-1-1,0-2-3,0-1 4,0 0-8,0 0 6,0 1 2,-7 2 0,-7 0 3,-8-2 1,-5 0 11,-4 0-15,-8 2 3,-4-1 2,-2 2 1,-1 1-9,2 2 3,-1 2 0,1 1 5,2-2-5,2-1 0,7 0-1,7-3 1,7 1 0,7-2 0,5-1-1,7 2-4,0 1-73,14-3-37,12 0-26</inkml:trace>
  <inkml:trace contextRef="#ctx0" brushRef="#br0" timeOffset="3510">2434 645 74,'0'0'358,"0"0"-310,0 0 80,0 0-70,0 0-1,0 0-5,-62 4-15,62-4 4,17 0-38,15-9 19,18-4 25,17-1-24,7-1-9,4 4-14,0 0 7,-5 2 3,-2 1-10,-7 0-1,-8 1-3,-11 0 8,-11 1-7,-10 0 3,-9 3 0,-9 2-4,-2 1 0,-4 0-18,0 0-32,0 0-44,-6 0-23,-13 0-63</inkml:trace>
  <inkml:trace contextRef="#ctx0" brushRef="#br0" timeOffset="3878">2628 524 593,'0'0'2,"0"0"90,0 0-26,0 0-14,0 0-15,0 0-32,-17-20-5,15 20-5,-6 3 3,-4 15-7,-9 9 9,-3 5 5,-5 4-5,-2-1 0,3-3 10,-1 0-5,6-9 3,8-4 5,4-10-7,8-4 5,3-5-11,0 0 0,0 0-5,0 0 4,0 0-8,2 0 9,14 0 3,5 0 39,11 0-15,5 0-16,6 0 1,8 4-11,1 3-1,3 0 1,-4 2 0,-11-1 0,-7-1-1,-8 0 0,-7-1 1,-7-2-1,-4-2-8,-4-2-1,-1 1-7,-2-1-12,0 0-11,1 0-54,1 0-17,-1 0-185</inkml:trace>
  <inkml:trace contextRef="#ctx0" brushRef="#br0" timeOffset="4679">3998 329 69,'0'0'37,"0"0"-18,0 0 12,0 0-2,0 0-25,0 0 4,-37-18 27,36 18 33,-2-2 3,2 1 23,-1 1-4,0 0-11,2 0-34,0 0 10,0 0 2,0 0-19,0 0-5,0 0-31,0 0 2,0 0 8,0 0-12,0 0-2,4 11 2,7 12 19,0 4 5,-1 6-12,-1 3 2,-3 2-3,-4 0-11,-2-1 0,0-2 8,0-3-7,0-3 10,-7-7-4,4-2-3,3-5 8,0-3-12,0-5-7,2 0-2,13-1 5,10-4 4,7-2 6,7 0 17,5 0 0,-3-9-18,-4-1-2,-4 1-2,-6 1 0,-8 0 4,-5 3-5,-6 0-4,-5 4 3,-3 1-13,0 0 6,0 0-23,0 0-11,0 0-13,0-3-93,0-4-81</inkml:trace>
  <inkml:trace contextRef="#ctx0" brushRef="#br0" timeOffset="5236">4467 552 11,'0'0'798,"0"0"-762,0 0 102,0 0-120,0 0-18,0 0-32,-18-15-29,22 15-93,10 0-14,4-2-17</inkml:trace>
  <inkml:trace contextRef="#ctx0" brushRef="#br0" timeOffset="5475">4757 370 402,'0'0'32,"0"0"121,0 0-117,0 0 8,0 0-3,0 0-11,0 0 42,-54-30-42,45 30-27,0 0 2,0 0-3,-3 10-4,0 7-1,3 4-7,0 3 6,5 2-3,4 1 5,0-1-3,3 0 4,16 1-3,5-4-2,6 0 6,4-5 7,-1-2-6,0-6 3,-2-6 15,-4 0-19,-3-4 7,-2 0 6,-1 0-8,1-14 14,-2-4-9,-1-2 7,-4-3 1,-7 3-8,-4-2-5,-4 2 20,0 1-11,0-2 7,-11-2-19,-3 2 13,0 1 13,-4 3-6,3 5-12,-2 3-10,-4 5-19,-3 4 18,-6 0-15,-3 0-4,-1 13 18,7-1-20,3 3-34,9 4-60,9-4-17,6-3-81</inkml:trace>
  <inkml:trace contextRef="#ctx0" brushRef="#br0" timeOffset="6172">5738 254 191,'0'0'226,"0"0"-81,0 0-28,0 0-50,-22-72 8,13 60-16,0 0-7,1 5-22,2 1-26,-1 5 26,0 1-30,-2 0-6,-5 11 3,1 12 3,2 5 2,4 4-2,7 3 0,0-2-8,9 1 0,12 2 5,6 0 1,2 3 4,-2 0 5,-3 2-7,-6-2 0,-3 4 3,-6-4-3,-3-1 0,-4-4-1,-2-7 0,0-3-35,0-4-75,-5-7-41,-7-11-28,-3-2-213</inkml:trace>
  <inkml:trace contextRef="#ctx0" brushRef="#br0" timeOffset="6526">5525 624 456,'0'0'55,"0"0"59,0 0-40,0 0-42,0 0-17,0 0 4,-11-75-6,38 55 6,6 0-10,6 2-2,2 1 6,-3 4-13,-4 1 2,-5 2 6,-7 4-7,-7 2 4,0 3-5,-5 1 1,-1 0-6,3 0 11,-1 3-6,1 11 3,2 6-2,0 5 13,-1 2 1,-2 1-10,-4-3 13,1-2-17,-1-5 4,-2-2-5,-2-5-52,1-8-64,1-3-53</inkml:trace>
  <inkml:trace contextRef="#ctx0" brushRef="#br0" timeOffset="7036">6002 415 585,'0'0'35,"0"0"44,0 0-31,0 0-14,0 0 36,85 14-25,-57-2-2,1 3-36,1 2 1,4 1-3,-1-1-5,-3-3-7,-5-2-21,-5-4-25,-6-5-2,-3-3-66,-7 0-132</inkml:trace>
  <inkml:trace contextRef="#ctx0" brushRef="#br0" timeOffset="7252">6262 369 644,'0'0'67,"0"0"88,0 0-120,0 0 35,0 0-28,0 0-29,-18-19-6,12 25-7,-4 18 0,-2 8 13,-3 7-7,1 0-2,4 0-4,1-2-2,3-3 1,6-4-40,0-6-45,0-6-75,8-10-70</inkml:trace>
  <inkml:trace contextRef="#ctx0" brushRef="#br0" timeOffset="7552">6638 548 623,'0'0'23,"0"0"100,0 0-81,0 0-22,0 0-6,0 0-14,58-85 11,-48 70-11,-4 2 0,-4 0 32,-2 3-4,0 2-11,0 1-1,-9 1-15,-4 5 8,-4 1-9,-2 0 0,1 0 5,-3 4-3,5 10 1,4 1-3,5 5 4,7 2-14,0 0 10,8 0-6,19-2-1,10-2 8,11-7-1,1-4 6,5-7-2,-1 0 3,-4-7-7,-3-10 0,-9-3 3,-7-2-2,-10 3 5,-6 2-3,-9 3 0,-5 3 21,0 1-15,-2 0-6,-10 1-6,-6 4-2,0 2-2,-1 3-3,-3 0 10,-2 5-2,3 11 2,1 5 0,8 3-4,8 0 4,4 3-4,0-3 0,21-4-7,10-3 5,8-6-26,0-7 16,-3-4 11,-4 0 2,-5-15 3,-3-9 2,-4-7 1,-4-5 12,-4-1-15,-3-5 0,-6 0 24,-3-1-2,0 5 23,-10 2-21,-3 10 4,4 11 2,2 7-16,3 4-3,2 4 18,2 0-29,0 0-3,0 0-6,-1 8 9,1 13 11,0 3 8,0 4 5,0 5 6,13 5-27,2 5 1,4 13 0,-1 5-4,2 10-7,-8 12-29,-2 5-103,-9-2-150,-1-14-355</inkml:trace>
  <inkml:trace contextRef="#ctx0" brushRef="#br0" timeOffset="109936">325 904 343,'0'0'52,"0"0"-20,0 0 62,0 0 12,0 0-27,0 0-5,0 0-8,-8 0-46,8 0-13,0 0-6,1 0-1,-1 0 0,0 0-2,0 0-14,0 0 13,0 0-23,0 0 2,0 0-23,0 0 0,0 0 17,0 7-31,0 4-65,-6 0-22</inkml:trace>
  <inkml:trace contextRef="#ctx0" brushRef="#br0" timeOffset="110378">81 909 42,'0'0'61,"0"0"-11,0 0 26,0 0-7,0 0-10,0 0-6,0-78 24,0 67-16,0 3-17,0 5-37,0 2-2,0-1-1,0 2-4,0 0 0,0 0-6,0 0 7,0 0-2,0 0 2,0 0 3,-2 0 9,-1 0-8,2-3 2,-1 0 5,1 1-11,1-1 11,0 0-10,-2-3-1,2-1 8,-1 1-8,1-2-1,0-1 5,-2 0-2,2-5 11,-1-3-14,-1-3 0,2-3 5,-1-1-2,-1 0-3,1 0 3,-2 6 1,0 1 4,-2 2-6,0-1-1,-1-1 5,0 0-6,1-1-1,0 1 0,1 2 1,0-3-3,1 3 3,1 3 0,2 5 4,-1 3-4,-1 3-4,1 1 3,-1 0-52,2 0-129,-3 1-117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34:05.714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0 657,'0'0'0,"0"0"-27,0 0-193</inkml:trace>
  <inkml:trace contextRef="#ctx0" brushRef="#br0" timeOffset="2296">773 1565 1081,'0'0'55,"0"0"-55,0 0 13,0 0-13,0 0-50,0 0-177,-33 0-437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34:02.143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1004 404,'0'0'28,"0"0"36,0 0-20,0 0-15,0 0 13,0 0-18,0 0 14,0 0 8,0 0 0,0 0-10,3 0-13,9 0-13,3-4 12,6-3-14,3 1 1,4-2-1,5-2-3,0 0 11,6 0-6,6-1-7,4 1 12,8-1 0,4-1-8,10 1 1,7 0-5,10 0 4,4-2-5,4-1 1,4-2 14,1 2-1,2-1-4,-1 2 5,0 2-11,-3 1 3,-3 1-9,-7 2 2,-10 3-1,-6 1 0,-10 2-2,-12-1 1,-5 1 0,-12 1 16,-8 0-8,-8 0-4,-5 0 9,-2 0-12,-5 0 0,1 0 0,-1 0 1,-2 0-2,1 0-4,-2 0 3,0 0-5,-3 0-23,0 0-16,0 0-53,-3 0-93,-12 0-55</inkml:trace>
  <inkml:trace contextRef="#ctx0" brushRef="#br0" timeOffset="578">1859 525 588,'0'0'8,"0"0"33,0 0 9,0 0-40,0 0 2,0 0 0,69 16-3,-39 4 15,4 4 3,1 5 1,0 3-18,-5 2-2,-9 1 11,-5-1-10,-8-3-3,-8-3 2,0 0-7,-14-1 4,-8 0 18,-3-3-3,0-1-5,-1-2-5,4-2-10,-2-2-5,6-1-142,9-8-85</inkml:trace>
  <inkml:trace contextRef="#ctx0" brushRef="#br0" timeOffset="1367">2714 262 376,'0'0'112,"0"0"34,0 0-43,0 0-10,0 0-52,0 0-15,-10-28 7,32 22-26,10-1 8,5 0 1,2 0-11,-4 0 14,1-2-13,0 2 3,3-1-4,-2 1-5,-7 0-3,-7 3 2,-9 2-23,-8 1-6,-4 1-14,-2 0-45,0 0-8,-5 0-5,-11 0 52,-2 6 23,-3-2-31,0-1 27,3-3 29,4 0 2,3 1 34,6-1 33,4 2-15,-1 2-11,2 5-30,0 11-10,0 7 8,0 7 7,6 1 6,8 4 0,2-2-4,-2 2-18,1 0-1,-2-2-16,0-2-32,-4-4-82,-4-8-94</inkml:trace>
  <inkml:trace contextRef="#ctx0" brushRef="#br0" timeOffset="1823">2846 615 459,'0'0'73,"0"0"52,0 0-27,0 0-58,0 0-17,0 0-8,0 0 2,104 0 7,-61 0-8,-2 0 18,-4-3-28,-4 2 2,-8-1-8,-1 2-18,-2-1-24,3 0-79,5-1-49,2-2-87</inkml:trace>
  <inkml:trace contextRef="#ctx0" brushRef="#br0" timeOffset="2070">3490 457 314,'0'0'158,"0"0"-40,0 0-33,0 0-16,0 0-15,0 0-17,-21-41-35,3 41 0,-6 0 6,1 1-8,0 14 4,5 4-2,4 5-2,6 5-8,5 1-4,3 0 1,0-3 2,19-4-13,5-5-2,12-7 18,4-5 3,4-6-8,2 0 11,-4-9 0,-6-10 7,-7-10-4,-5-9 1,-6-8 3,-3-8-3,-6-4 8,0-1 4,-6 1-10,-2 3 15,-1 4-12,0 4-7,0 10 0,0 7 2,0 6-6,-1 7 2,-2 6 0,0 5 20,1 5 16,2 1-15,-1 0-9,-3 0-12,-1 19-18,-1 14 16,-2 11 4,4 6 0,1 2-2,3 0-3,0-6 3,0-3-3,4-7 3,9-4-9,3-2 3,-1-6 0,3-4-14,-2-6 14,2-4-3,0-6 9,3-4 2,4 0-1,3-8 7,1-11-8,-2-4 2,-8-2 3,-6 0-5,-5 2 0,-7 5-1,-1 5 9,0 4-9,0 4 1,-4 4-16,-5 1 6,-3 0 10,0 15 0,2 7-8,4 6 7,6 0-10,0 1 4,0-3-3,16-2 9,4-7-9,2-6 10,5-5-2,1-6-3,0 0-3,2-7 8,-4-13 0,-7-1 4,-1-2-1,-6 3 10,-4 6-8,-3 6 1,-3 5 19,-2 2 9,0 1-33,0 0-1,3 1-13,1 10 7,4 3 1,1-1 5,1-3-16,1-3 7,-4-1-7,2-3 2,-2-3-2,0 0 16,0 0 3,0-2 5,-1-4-2,-1 2 14,-1 1-12,-1 0-1,-1 3-7,-1 0 0,4 0-1,5 0-1,5 2-7,4 6 9,2 1 0,0-3-2,0-2 0,4-4 0,1 0-2,-2 0 2,1-4 2,0-11 5,-2-5-1,-7-2-3,-1-6 17,-7-6 6,-5-7-15,-3-7-9,0-3 0,-2 3-5,-8 8 2,-2 11-3,3 12-8,1 10 14,5 7 11,-2 0 1,-1 15-6,0 17-12,-2 10 4,3 9 2,2 1 2,2 2-2,1 1 0,0-6-40,0-4-72,0-9-35,0-14-60</inkml:trace>
  <inkml:trace contextRef="#ctx0" brushRef="#br0" timeOffset="3322">4497 440 628,'0'0'8,"0"0"31,0 0-5,0 0-26,0 0 11,93-51 12,-74 51 14,0 0-18,1 1-14,-5 14 4,1 5-17,-4 3 2,-3 5-4,-3 0 7,-2-3-5,-4-6 0,2-2-26,-2-7-13,0-5-84,3-5-129</inkml:trace>
  <inkml:trace contextRef="#ctx0" brushRef="#br0" timeOffset="3707">4858 83 563,'0'0'58,"0"0"39,0 0-38,0 0-59,0 0-1,0 92 1,0-36 18,0 0-8,0 0-1,0-4-1,0-4-8,0-6-50,0-5-42,0-11-59,0-10-126</inkml:trace>
  <inkml:trace contextRef="#ctx0" brushRef="#br0" timeOffset="3892">4872 433 576,'0'0'23,"0"0"34,0 0 14,0 0-40,86-75-28,-63 67 4,-4 4-4,-7 4 7,-3 0-10,-6 13-10,-2 11 8,2 5 2,0 0 0,2-2 8,2-4-6,1-8-1,-1-5 0,1-3 5,-1-7 1,5 0 17,2 0 2,2-15 13,0-8-20,-1-5-3,-3 1-15,-4 4 4,-3 5 1,-5 5-6,0 6 0,0 3 12,0 4 6,0 0-15,0 0-3,0 4-28,0 17 14,0 11 10,-4 8 8,4 10-5,0 5 5,0 7-3,0 5 5,0 0-4,-9 1-2,-7-6-4,-7-8 2,-4-10-1,1-11-12,-1-7 7,0-10 8,6-6 9,3-7 32,8-3 10,5-2-7,2-18 26,3-11-38,0-11-20,6-4 8,12-2-6,6-1-1,4 1 1,5 2-11,5 6 7,2 3-10,-3 6-2,-1 4-5,-6 7-34,-7 8-10,-9 3-42,-9 3-32,-5 6-42,-9 0-254</inkml:trace>
  <inkml:trace contextRef="#ctx0" brushRef="#br0" timeOffset="4689">4008 1165 589,'0'0'48,"0"0"31,0 0-4,0 0-44,0 0-31,0 0-1,-79 7 1,62 20 3,4 8 6,7 5-8,6 5 1,0-1 4,9-3 6,13-3-3,7-7 5,0-4 0,6-8-11,1-5 5,4-8-8,3-6-10,8 0-105,0-10-127,-4-8-269</inkml:trace>
  <inkml:trace contextRef="#ctx0" brushRef="#br0" timeOffset="4913">4414 1366 30,'0'0'580,"0"0"-535,0 0 63,-87-27-78,62 27-20,2 9-3,7 7-6,5 5-1,8 1-11,3 1-2,6 0-13,18-3 21,8-4 5,0-8 9,0-4-5,-8-4 24,-5 0 13,-3-6 13,-7-7 13,-2-5-41,-4 1-25,-3 0-1,0 3 0,-2 2-3,-7 5-38,1 3-62,3 4-12,5 0-133</inkml:trace>
  <inkml:trace contextRef="#ctx0" brushRef="#br0" timeOffset="5238">4661 1416 762,'0'0'72,"0"0"76,0 0-69,0 0-64,0 0-11,0 0-4,-47-22-4,33 29 2,5 6 0,6 2-23,3-1 3,0 0 15,0-2-3,5-4-6,8-2 2,6-6 14,5 0 6,0-10-6,5-14 0,-4-10 0,-1-5-18,-5-5 18,-8-4 0,-4 1 11,-5 5 19,-2 6 2,0 13 11,0 4-34,0 8 0,0 7 4,0 2-6,0 2-7,0 0-1,0 16-27,0 19 9,-6 16 19,0 8 1,3 2 0,1-3-1,2-6 2,0-2-2,9-9 0,6-1-3,6-10 1,-2-8-3,4-8-1,2-8 6,5-6 14,4-1-12,5-21 13,0-7 15,-3-5-7,-7 0-2,-9 5 7,-11 6-1,-8 7 19,-1 5-14,-1 4-29,-11 3-3,-6 4-6,2 0 4,4 0 2,3 11-6,9 6-33,0 3 10,6 4 22,14 0-2,10 0 5,8 0-2,5 2-56,11 0-99,4-2-208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33:52.674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350 530 480,'0'0'51,"0"0"24,0 0-61,0 0 5,13-87-2,1 71 4,-5 2 16,-2 4-17,-1 3 34,-2 0-49,-1 0 30,0 3-3,0 1-15,-3 0 14,0 3 15,0 0-6,0 0 5,0 0-45,0 0-1,-12 19 1,-10 11 4,-8 10 5,-3 4-4,-1-3-3,0-2 5,4-2-7,3-3-25,6-3-44,9-4-83,9-10-32,3-10-130</inkml:trace>
  <inkml:trace contextRef="#ctx0" brushRef="#br0" timeOffset="368">7 632 539,'0'0'33,"0"0"48,0 0-9,0 0-51,0 0-14,0 0-4,-2 27 6,4-1 12,-2 9 14,0 2 5,0 2-11,0-1-19,0 0-7,0-4 11,0-4-10,0-7 5,3-7-9,4-5 0,11-4 0,10-5 2,16-2 7,11-2 4,6-12 0,-3-3-13,-8 0 0,-9-3-67,-13-1 18,-9-1-85,-12-5-138</inkml:trace>
  <inkml:trace contextRef="#ctx0" brushRef="#br0" timeOffset="758">684 182 658,'0'0'0,"0"0"13,0 0 41,57-83-18,-33 73-19,3 4 1,-2 6 7,-3 0-8,-5 7-4,-4 14-13,-7 6 0,-6 5 1,0 4-1,-15 2 0,-10-3-6,-2-3 15,3-3-9,0-5 0,8-4 2,4-4 3,6-2-5,6-2 0,0-2-14,0 0 3,19-2 7,9-1 4,10-5 0,5-2 4,3 0 7,-1 0-9,-5 0 3,-7-6-5,-6-4 0,-9 0-26,-2-3-41,-5-4-32,-7 1-156</inkml:trace>
  <inkml:trace contextRef="#ctx0" brushRef="#br0" timeOffset="1200">1381 22 575,'0'0'6,"0"0"61,0 0-18,0 0-21,0 0-12,-93-27-3,78 36-9,-2 14 0,0 7 17,-1 12-13,2 4 1,2 4 15,8-3-15,5-3-8,1-5-1,1-2 8,17-3-16,6-6 5,9-2-36,6-5-17,4-7-41,2-7-31,-5-7-135</inkml:trace>
  <inkml:trace contextRef="#ctx0" brushRef="#br0" timeOffset="1478">1419 338 426,'0'0'96,"0"0"-23,0 0-13,0 0-25,0 0-24,0 0-2,48-42 26,-31 42-15,-1 1-5,2 16-8,-3 7 4,-6 9 0,-9 6-4,0 5 6,-3 5 32,-21 2-17,-4 3-14,-4-2-5,4 2-8,6-2-2,5-3-3,4 1-51,4-6-85,6-8-80,3-9-180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33:35.590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21 56 368,'0'0'1,"0"0"-1,0 0 25,0 0 13,0 0 22,0 0 9,-21-51-2,21 49-8,0-1-12,0 3-2,0 0-4,0 0-36,0 0-5,5 13-11,14 12 11,9 10 30,6 11 6,4 1 1,4 4-18,5 3-6,-3-1-3,0 1-6,-3-2 2,-5-5-2,-5-11-4,-4-3 0,-7-10-1,-6-8-1,-2-5-10,-6-3-17,-2-4-52,-4-2-49,0-1-34,0 0-119</inkml:trace>
  <inkml:trace contextRef="#ctx0" brushRef="#br0" timeOffset="398">58 573 423,'0'0'58,"0"0"-17,0 0 39,0 0-57,0 0-18,0 0 55,67 28-10,-32-13-11,8 4-2,0 0-28,3-1 10,1-2-19,-4 0-4,-1-6-16,-5-4-29,3-6-37,-1 0-47,-6-15-117</inkml:trace>
  <inkml:trace contextRef="#ctx0" brushRef="#br0" timeOffset="636">564 422 575,'0'0'157,"0"0"-151,0 0 74,0 0-38,0 0-21,0 0-5,0 0-11,-15-28-5,16 50 4,9 12 19,0 6 6,-3 3-19,-2 4 5,1-2-8,-2-1-2,2-1-5,5-3-20,1-6-86,7-11-29,5-16-227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33:36.683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82 706,'0'0'0,"0"0"13,0 0-13,0 0 10,0 0-5,0 0-5,22 50 43,3-3-3,2 8-14,-1 4 2,0-2-17,-4-7-2,-2-7-9,-4-7 12,-7-4-12,-5-7 0,-4-6 0,0-7 4,0-8 4,0-4 4,-4 0-6,-11-14 20,-3-13-26,-4-7-8,0-4 8,3-3 2,3-3 1,3-1 3,2-1 4,5 1-9,2 4 0,4 4-1,0 4 0,0 5 1,0 3-3,10 5 2,4 3-5,-4 4-2,2 5 6,-3 1 1,-1 2 8,1 3-8,2 2 4,3 0-8,4 0-10,1 6-22,5 9-46,-3 3-38,-5 2-74,1-1-193</inkml:trace>
  <inkml:trace contextRef="#ctx0" brushRef="#br0" timeOffset="532">53 436 512,'0'0'15,"0"0"20,0 0 6,0 0 29,0 0 7,128 4-1,-71-21-21,-2-1-21,-4 0-25,-8 4-9,-10 3 1,-8 4 1,-10 3-2,-8 1 0,-5 3-3,-2 0-11,0 0-19,0 0-61,0 7-31,-6 6 46,-6-1-343</inkml:trace>
  <inkml:trace contextRef="#ctx0" brushRef="#br0" timeOffset="947">514 348 636,'0'0'14,"0"0"-4,0 0 78,0 0-27,106-45 0,-69 42-13,0 3-19,-1 0-7,-3 16-16,-2 4-4,-5 3-1,-4 0 1,-8-2-2,-7-4-3,-4-4-8,-3-2 2,0-3 9,-15-1 6,-3-4 5,-4-3-11,-1 0 10,1-19-10,1-8-6,6-7-3,9-1-15,6-2 24,0 0-5,16 4 2,7 0 1,5 6 4,5 5 0,0 3-1,1 5-1,-3 3-44,-5 4-79,-10 2-177</inkml:trace>
  <inkml:trace contextRef="#ctx0" brushRef="#br0" timeOffset="1517">1254 252 624,'0'0'15,"0"0"1,0 0 24,0 0-20,0 0-8,0 0-8,-60-40 19,44 33 14,-1 3 1,2 1-13,-1 2-16,4 1 0,-1 0-4,1 0-5,0 15-3,-2 11-5,4 5 8,5 6-4,5 1-2,0-2-3,15-3 0,12-5 7,5-8-5,0-8 7,0-3 10,-7-8-10,-3-1 0,-4-4 5,-1-16 1,-2-9 7,-4-6 4,-3-3-16,-6-1-1,-2 7-9,0 10 9,0 5 3,0 10 8,0 4 31,0 1 5,0 2-21,0 0-18,0 0-8,0 0-7,0 9-4,0 15 2,6 6 5,8 6-2,4 2-4,3-1-10,3-2-48,-4-6-46,-1-6-26,-3-8-344</inkml:trace>
  <inkml:trace contextRef="#ctx0" brushRef="#br0" timeOffset="2027">1473 303 674,'0'0'60,"0"0"-2,0 0-58,0 0 6,0 0 7,0 0-6,97-71 10,-76 71 4,1 5-15,-2 19-5,-1 2 0,-1 5 7,-6-2 8,-2-4-14,-7-2-1,-3-5 1,0-5-2,0-3 7,0-7 1,0-3-6,0 0 7,0-9-9,-3-8-11,1-6 1,2 1 10,0 1 8,5 1-1,7 6 8,2 2-4,2 8-5,-1 4-2,1 0-4,2 10-2,-1 7 2,-1 0 4,-4-1-2,-4-4-2,-4-5-3,0-4-6,-4-3 9,2 0 2,1-6 2,1-12 6,3-7-10,2-5 1,1 2-1,0 0 0,-1 5-2,2 6 2,-5 6 0,-2 5 2,-2 5 1,-1 1 0,2 0-3,5 8-14,3 10 14,5 8 8,3 1 12,2 1-16,0 0 5,3-1-8,-1-3 1,0-1 2,-4-5-8,-1-7 3,0-2-6,-2-6 7,1-3 0,1-2 10,1-18-5,-2-5 1,0-10 8,-2-5-11,0 1 1,-6 2-4,-4 9 3,-5 9 1,0 10 6,0 4-2,-5 5 3,-10 0-9,-3 5-2,1 14 2,0 12-2,1 5 3,8 3 0,5 1-2,3-7 8,2-1-8,18-7 2,12-5 3,7-6-2,3-6 4,-2-4-8,-6-4-17,-7 0 17,-8 0-16,-4-7 7,-6-1 4,-3 1-26,-4 3-33,-2-2-52,0 1-91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33:39.79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18 229 243,'0'0'351,"0"0"-311,0 0 87,0 0-35,0 0-56,0 0-16,0 0 19,-18-33-7,20 39-22,8 23-9,5 9 15,0 7 15,-2 2-23,-2-7-3,-4-4-4,-2-7-2,-1-3-37,4-8-82,-2-9-88,0-9-156</inkml:trace>
  <inkml:trace contextRef="#ctx0" brushRef="#br0" timeOffset="234">50 233 110,'0'0'569,"0"0"-568,0 0 88,0 0-10,0 0-31,0 0-33,10-25 0,17 35 13,5 13 14,3 7 2,-1 3-26,-1 2-18,0-2 15,-2-5-12,1-4 1,-1-4-4,-3-3-2,-1-5-18,-5-3-10,-4-5-57,-3-4 28,-4 0-107,-2-9 29,-5-9-166</inkml:trace>
  <inkml:trace contextRef="#ctx0" brushRef="#br0" timeOffset="519">385 23 597,'0'0'33,"0"0"105,0 0-80,0 0-23,0 0 24,0 0-19,-25-23-4,25 23-11,0 9-19,7 14 5,5 11 22,4 7 8,0 7-13,0 1-12,-4 2-4,0-4-12,0-1-13,-5-4-37,5-5-34,1-5-57,3-8-58,0-13-107,0-11-69</inkml:trace>
  <inkml:trace contextRef="#ctx0" brushRef="#br0" timeOffset="826">781 235 473,'0'0'134,"0"0"-24,0 0 24,0 0-57,0 0-42,0 0-14,-30-28-18,21 28-1,-5 14 3,2 8-2,-1 4 14,1 2 6,6 0-6,1 1 2,5-4-16,0 0-1,7-1 1,10-1-3,4-1 0,6-2 2,3-3-1,0-5 4,1-7-5,-1-5 0,0 0 2,0-5 2,-2-14 10,-4-2 8,-5-4-3,-5-2-1,-7 0-10,-4 1-4,-3 4 3,0 4 4,-10 1 17,-8 4-17,-2 2-2,-4 5 8,-1 3-17,0 3-9,1 0-14,1 0-53,1 13-72,4 4-99,5-3-151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33:43.022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15 160 363,'0'0'37,"0"0"45,0 0 51,0 0-58,0 0 3,0 0 13,-15-15-42,15 15-10,0 0-16,0 0-6,0 0-15,6 0-2,12 0 0,9 6 17,9 1-4,7-2 7,8-3-1,4-2 6,6 0-12,1 0-2,-3 0-5,-4-2 1,-4-6-7,-8 1 0,-7 3 5,-9-2-3,-9 3-2,-8 2 0,-5 0 1,-2-1-1,-3 2-8,0 0-10,0 0-44,0 0-54,-14 0-54,-5 3 64,-1 0-106</inkml:trace>
  <inkml:trace contextRef="#ctx0" brushRef="#br0" timeOffset="404">437 8 775,'0'0'28,"0"0"6,0 0 60,0 0-77,0 0-17,0 0 0,32-11 8,-2 11 15,4 7-10,3 4-7,3 2 11,-1 3-3,-3 1-13,-3 1 1,-5 2-1,-4-1-1,-9 1-1,-9-1-3,-6 2-6,0 1 10,-13 2 0,-8 1 3,0-6 1,1-5 8,7-4-12,1-3-7,8-3-45,4 1-62,0-5-64,4 0-366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33:43.990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185 64 475,'0'0'76,"0"0"-3,0 0-18,0 0-28,0 0 15,0 0 14,0-41 9,-2 35-4,-3 2-33,-2 0-25,-2 3-3,-6 1-4,-3 0 4,-6 6 2,-3 14-1,1 5 9,2 1 4,7 5 4,9 2-5,8 1-9,0 1-4,20-2 3,16-4-3,9-6 5,3-5-3,-1-6 4,-5-7-4,-4-5-2,-6 0 3,-2-7 4,-1-13 24,-1-7-14,-3-4-11,-6-6 7,-5 1-13,-10 2 0,-4 4 11,0 6-4,-18 2 22,-5 2-17,-4 3-12,0 3 0,2 4-6,0 4-14,6 5-9,2 1-47,1 0 2,7 4-110,2 9 49,7 1-35,0-3-152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33:44.715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34 0 602,'0'0'0,"0"0"53,0 0-16,0 0 25,0 0-5,0 0-23,0 0-15,0-5-19,0 28 1,0 10 26,0 3-7,3 3 10,3-3-10,2-1 1,1 0-19,4 1-1,0-3 3,0-2-4,0-2-45,-3-5-66,2-6-80,-5-8-255</inkml:trace>
  <inkml:trace contextRef="#ctx0" brushRef="#br0" timeOffset="279">0 291 483,'0'0'83,"0"0"-66,0 0 88,0 0-52,0 0-36,0 0 8,57-74 3,-28 66 0,-2 1 3,-2 1-29,-3 3 5,-3 3 0,-3 0 7,-1 0-12,-4 0-4,-1 9 1,-1 6 1,-3 3 7,-1 3-5,-1 1 11,0 1-5,1-3-6,2 0 12,4 0-14,4-2-4,1-1 4,5-1-2,3-4 0,1-2 2,1-4 0,-1-5 4,0-1-2,1 0 17,-3-10 4,-1-7-11,-2-3 13,-5-5-17,-4 0 0,-8 0-7,-3 1-1,0 1 1,-9 3 1,-11 3 2,-3 3 14,-3 2-18,1 5-2,-2 4 2,2 3-14,2 0 5,5 0-12,3 4-25,6 6-29,3 0-65,3 2 55,2-2-66,1-3-370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33:46.03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76 434,'0'0'85,"0"0"42,0 0-34,0 0-11,0 0-17,0 0-25,36-52 1,-15 44-26,0 1 10,6 2-25,-1 4 2,1 1 3,0 0-2,-3 1-3,-1 12 0,-6 3-11,-3 5 7,-8 6 4,-6 5-15,0 6 15,-17 2 0,-8-3 0,-6-4-9,-2-3 9,-3-6 12,0-6-9,6-5-1,5-3 6,9-3-2,7-3-6,4-1 0,5-2 3,0 1-6,0-1-12,0 2 5,12 1 10,12 2 0,6-2 18,4-1 14,2-3-1,-2 0-3,2 0-15,-5 0-1,-3-5-7,-6 2 0,-2 0-5,-6 1 0,-2 2-15,-5 0-16,1 0-62,2 0-53,-1-1 10,0-6-143</inkml:trace>
  <inkml:trace contextRef="#ctx0" brushRef="#br0" timeOffset="533">475 54 528,'0'0'438,"0"0"-431,0 0 29,0 0 12,0 0-48,0 0-14,1-13 12,29 13 2,6 0 1,1 0 5,-3 0 0,-3 0-6,1 0 5,-5 0-3,-8 0 4,-6 0-1,-6 0-3,-6 0 12,-1 0-14,0 0 0,3 0-2,0 8-3,2 8 5,1 5 3,1 6-2,-1 2 4,0 3-1,-2 2 1,0 4 2,-1 1-7,-3 2-3,0 2-17,0-4-43,0-2-38,0-5-77,-7-8-89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33:47.042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16 0 445,'0'0'470,"0"0"-466,0 0 8,0 0-1,0 0-6,0 88 22,0-47 6,0 0-6,0-3-7,0-3-18,0-1 11,0-1-13,0-4 0,0-2-22,0-3-47,4-7-50,5-5-75,2-8-107</inkml:trace>
  <inkml:trace contextRef="#ctx0" brushRef="#br0" timeOffset="269">298 9 835,'0'0'8,"0"0"-6,0 0 8,0 0 7,-80 16-17,75 0-3,5 7 2,0 4-21,18 1 20,7 4 2,11 1 0,-2-1 7,-1-2-5,-2-3 0,-5-4 25,-7-4 8,1 1-1,-5 0-16,-1 1-9,-1 0-4,-5 1-5,-6 2 6,-2 2-5,-6 1 1,-17-4-2,-3-3 4,-6-7 1,2-6-5,4-7-9,0-1-51,8-28-33,3-11-118</inkml:trace>
  <inkml:trace contextRef="#ctx0" brushRef="#br0" timeOffset="600">304 57 615,'0'0'186,"0"0"-126,0 0 62,105-30-84,-55 28-13,-1 0-3,-4 2-11,-4-1 5,-5-1-11,-4-1-3,-8-1 3,-2 0-5,-4 0-2,-7 2-20,-4 2-40,2 0-57,-2 0-111,-2 0-162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33:48.01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199 39 721,'0'0'33,"0"0"33,0 0 3,0 0-56,0 0-13,-91 35 5,62-1-5,2 7 1,4 3 11,6 1-10,8 1 5,9 0-4,0-4 0,11-5-6,10-6 2,3-10 1,1-7 7,-1-10-3,1-4 8,-4 0 21,-2-9-1,-2-10 4,-4-3-20,-5-4-12,-7 2-4,-1 2-3,-3 5-12,-15 2-12,0 4-47,2 0-56,7 1-52,9-3-462</inkml:trace>
  <inkml:trace contextRef="#ctx0" brushRef="#br0" timeOffset="360">513 53 828,'0'0'117,"0"0"-110,0 0-3,0 0-4,0 0-9,11 97 4,7-54 4,-2-8 2,7-6-1,-1-9 0,-1-7-4,0-9 3,0-4 1,1-6 8,-1-17-7,1-8-1,-4-6 10,-4-1-5,-5 4 15,-5 10 6,-1 9 7,-3 8 11,0 5-1,0 2-35,0 0-8,0 6-13,0 18 10,-6 14-1,-1 10 8,1 8-8,-2 5 4,1-2-29,2-7-40,2-5-16,3-13-105,0-11-84</inkml:trace>
  <inkml:trace contextRef="#ctx0" brushRef="#br0" timeOffset="766">995 18 995,'0'0'8,"0"0"40,0 0 47,0 0-84,0 0-11,0 0-9,41-18 9,-4 18 3,2 0-3,-2 5 2,-6 1-3,-5 1 1,-5-2 0,-7 2 0,-5-3 1,-4 2-2,-2 0 2,0 2-1,-1 4 3,-2 6-2,0 6 0,0 7 6,0 5 2,-2 6 15,-7 2-8,-3 2-1,-1 1 0,1-4-15,0 1 1,4-5-1,2 3-28,-1-6-26,-3-3-38,2-6-41,0-11-115,2-7-258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24:32.220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0 645 565,'0'0'67,"0"0"-18,0 0 101,0 0-56,0 0-32,0 0-47,-5-6-3,19 1 8,14-2-1,15-3-11,14 1 3,9 2 2,4 0-10,2 0-3,-3-1 0,-3 3 2,-5-1-2,-8 1 0,-12-1 0,-14 1 5,-12 0-10,-10 3-1,-5 0-27,0 2-2,0 0-60,0 0-58,-9-1 6,-9-2-41,-3-1-45</inkml:trace>
  <inkml:trace contextRef="#ctx0" brushRef="#br0" timeOffset="292">449 440 378,'0'0'58,"0"0"94,0 0-54,0 0-37,0 0-47,0 0-14,19-11 0,23 14 34,7 5 21,2 4-40,-3 0-6,-8 2 7,-6 3-15,-5-1-1,-10-2-5,-6-3 1,-8-2-1,-5 0-4,0 4 5,-19 2 4,-7 2 7,-2 1 12,-2-3-19,2-2-9,2-1 6,4-1-67,4 2 11,2-3 7,5-3-144</inkml:trace>
  <inkml:trace contextRef="#ctx0" brushRef="#br0" timeOffset="1410">1295 386 555,'0'0'54,"0"0"-34,0 0 63,0 0 15,0 0-39,0 0-34,-9-22-13,9 22-9,0 20-6,9 12-1,3 11 4,-3-1 15,0 0-10,-3-6-5,-2-7 0,-1-6 7,-2-9-14,-1-6 7,0-5-6,0-2 3,0-1 2,0-3 1,0-17 23,-11-15-16,-1-10 2,-2-8-6,4-5-1,2 0 13,4 7-14,1 9 2,3 7-3,0 5-4,0 3-1,0 3-10,10 3 10,4 4-5,5 3 10,2 8-4,-1 6 2,0 0 3,4 10-11,-3 14-3,2 9-58,-10 3-50,-9 0-41,-4-8-264</inkml:trace>
  <inkml:trace contextRef="#ctx0" brushRef="#br0" timeOffset="1831">1292 407 321,'0'0'251,"0"0"-228,0 0 60,0 0-16,0 0-67,0 0-4,7 0 4,20 0 4,6 0-4,7 5-67,-1 0-125,-6 0-8,0-5-86</inkml:trace>
  <inkml:trace contextRef="#ctx0" brushRef="#br0" timeOffset="1988">1617 422 337,'0'0'157,"0"0"-78,0 0-29,0 0-2,0 0-47,0 0 2,-67 28-1,60-7-2,5 3-6,2 2 1,6-1 3,15-1 1,6-3 2,4-4 9,-1-6 16,-2-5-9,-3-3 12,-2-3 4,-2 0 0,-2-11 7,-7-8 0,-4-2 8,-8-3-11,0 0-1,-8 1-35,-13 5-1,2 4-13,0 6 3,2 3-33,2 5-87,8 0-21,7 0-159</inkml:trace>
  <inkml:trace contextRef="#ctx0" brushRef="#br0" timeOffset="2332">1817 430 816,'0'0'19,"0"0"38,0 0-1,0 0-37,85-31-14,-51 31 9,4 10-14,-4 11 0,-3 6-2,-4 2 2,-11 1-11,-8-1-4,-8-4-12,0-6 21,-11-6-17,-11-7 23,-2-6 30,1 0 18,3-6-4,5-17-1,8-6-35,7-6-8,0-5-19,13 2-4,11 4 4,4 6-13,7 7-42,1 4-81,-1 6-51</inkml:trace>
  <inkml:trace contextRef="#ctx0" brushRef="#br0" timeOffset="2648">2272 338 597,'0'0'73,"0"0"-68,0 0-5,0 0 77,34 72-36,-20-42-6,-2-2-3,-5-4-20,-1-4-9,-3-6-3,3-4-1,-5-5-2,1-4-3,2-1-6,6-1 12,4-17 21,6-2-6,1 2-15,-8 5 1,-4 7-3,-6 4 8,-3 2-8,3 0 2,5 8-20,5 11 20,9-1 0,4 1-7,2-5 5,-1-6-43,-2-4 6,-2-4 35,-1 0 4,-1-8 1,-2-12 51,2-4-18,-5-4 36,-3-2-24,-7-1-15,-6 2 6,0 1-18,-6 2-6,-11 5-13,2 4-27,2 6 8,-4 7-85,-2 4-88,1 0-98</inkml:trace>
  <inkml:trace contextRef="#ctx0" brushRef="#br0" timeOffset="3135">3026 360 839,'0'0'5,"0"0"45,0 0-28,-94-14-22,64 26 0,0 12-3,6 4 6,6 1-6,7-4-11,11-3-32,0-3 24,0-6-15,19-5 16,6-6 17,3-2 4,7-7 18,-4-13-14,-1-4 5,-5 1 9,-6 5-17,-10 5 2,-6 7 4,-3 5 35,0 1-13,0 0-29,0 0-17,2 0 13,4 11 5,7 4-2,4-3 1,7 0-10,2-3 9,1-5-3,1-1-6,-5-3 10,-1 0-6,-1-7 6,-1-7 14,-1-1-13,-1-2 8,-5 0 1,-2 1-8,-5 4 8,-5 0-8,-1 6-2,0 1 10,0 5-1,0 0-9,0 0-6,0 0-9,0 3 11,0 11-8,0 1-20,11 2-5,9-3 14,6-4 4,2-4 8,2-6 11,-1 0 1,-3-14 0,0-10 29,-3-6 29,-6-4-38,-2-5 10,-8-5-11,-4 0-7,-3 1 1,0 2 6,-12 6 5,-2 3 17,0 8-29,2 6 10,8 7-12,1 5-1,3 5 5,0 1-15,0 1-20,0 22 1,4 10 15,6 16 4,-2 7 0,-2 6 6,-3 6-1,0-4-5,-1-4-53,-2-6-94,0-15-27,0-9-245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24:36.428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50 239 505,'0'0'41,"0"0"63,0 0-64,0 0 6,0 0-4,0 0-14,-2-52 14,2 52-15,0 0-27,0 11-1,-7 22-10,-5 11 11,2 12 6,-2 0-3,9-5 14,0-3-8,3-7 5,0-4-14,0-6 0,13-6-1,4-5 1,5-7-8,2-5 7,1-6-10,1-2 11,2-13 3,2-14 2,-2-8 2,-2-2-5,-7 3-4,-9 7-8,-5 7 10,-5 8 0,0 4 3,0 6-3,0 0 19,0 2-19,0 0 0,-5 7-6,1 9 1,2 5-3,2 0 1,0 2 1,9-1-3,12 0 9,3-2-5,2-5 3,0-4-6,-2-5 6,-3-5-11,-1-1 5,-3 0 8,-1-14 1,3-5 10,-2-3-6,-3 5-1,-5 3 5,-3 7-5,-5 6 0,-1 1 25,0 0-13,0 0-16,3 0-3,5 0-11,4 5 11,9 7-1,-1-1 4,2-1 4,-2-1-4,1-2-8,-3-2 4,-2 1 8,0-1-17,-5-1 13,1-1 0,1-1 0,1-2 0,4 0 0,2-5 1,0-10 0,0-7 12,-1-6-13,-4-4 0,-6-3-7,-7 2 0,-2 3 6,0 3 1,-7 7 0,-4 1 25,3 7-18,2 2-4,2 6 21,4 3-10,0 1 1,0 0-15,0 9-22,0 15 18,7 13-3,5 8 7,3 5 9,0 0-9,3-3 0,-3-7-7,0-8-53,-2-10-45,0-10-110,-2-12-318</inkml:trace>
  <inkml:trace contextRef="#ctx0" brushRef="#br0" timeOffset="893">1135 380 267,'0'0'376,"0"0"-373,0 0-1,0 0 73,0 0-1,-48 90-54,25-64-19,-5-5 3,-3-3 3,-2-5-14,5-6 2,8-3 5,10-4 9,7 0 0,3 0 38,0-1-13,9-6-30,15 0-4,1 4 0,3 3 1,-2 0 4,1 14-2,1 5 6,5 3 4,1-1-13,3 0 18,1 1-18,-2-4 0,-5-1-3,-6-3-1,-8-4-28,-7-3-33,-5-4 1,-4-3 10,-1 0 9,0-13-47</inkml:trace>
  <inkml:trace contextRef="#ctx0" brushRef="#br0" timeOffset="1283">604 57 387,'0'0'4,"0"0"25,-99-41 89,81 41-43,5 0-52,2 17 7,7 7-30,4 5 12,0 0-4,8-2-7,14-8-1,2-5 3,-1-5 0,-6-8 34,-2-1-26,-5 0 26,-2-14 24,-4-2-21,-4-1-13,0-2 6,0 2-21,-7 4-12,-4 2-9,-5 6-11,-1 5 5,-3 0-39,-4 2-51,0 16 19,4 1-62,10-3-229</inkml:trace>
  <inkml:trace contextRef="#ctx0" brushRef="#br0" timeOffset="1926">1975 231 365,'0'0'9,"0"0"-9,0-89 66,-2 69 49,-2 7-34,-2 5-36,1 3 16,-4 5-19,-4 0-42,-2 19 0,-4 12-6,1 10 6,4 1 0,4 3-3,4-1 3,6-6 11,0-1-11,19-3 0,13-6 1,10-4-1,8-7 4,4-9 0,1-8 1,-4 0-10,-5-19 4,-9-14 1,-7-9 0,-9-11 3,-11-9 1,-8-6-4,-2 1 9,0 8 0,-8 17 5,-3 13 4,2 12 19,3 7-17,1 7 3,3 3-23,2 6-2,0 27-9,0 13 2,0 14 9,0 3 0,5 0 3,6-4-4,0-6 1,0-8 0,-5-8-8,0-10 13,-4-13-5,-1-6 2,-1-6-1,3-2 5,0 0 4,1-14-5,5-13 9,2-9-14,5 1-1,1 4 1,-1 6-15,-1 5 13,0 7-4,-5 6 6,0 3-10,0 4 10,0 0-6,5 14 3,2 7 1,0 6 2,4 3 6,-1 2-3,0 2-6,3-3 3,-1 0-24,2-7-105,0-7-103</inkml:trace>
  <inkml:trace contextRef="#ctx0" brushRef="#br0" timeOffset="2611">2977 298 554,'0'0'111,"0"0"-65,0 0 22,0 0-56,-92-62 24,54 62-27,-3 0-3,6 19-2,6 1-3,9 6-2,11 0-15,9-3-5,0 0 8,18-4-29,12-5 15,7-6 17,1-5 10,-1-3 2,-5-1-2,-6-12 0,-2-3 14,-8 2-1,-4 5 9,-6 4 14,-3 3-23,-1 2-2,0 0-11,3 0-14,3 0 8,7 10 4,8 2 2,6-2 0,7-2 4,5-1 0,1-4-4,0-3-18,-1 0 15,-8 0-2,-11 0-2,-8-4 7,-9 0 3,-2-1 29,-2 0 12,2-4-30,3-1 2,-2 0-14,4-2-2,-2 0 0,-1 4 1,-2 4-1,-3 3 7,0 1 14,0 0-1,0 0-20,0 5-14,5 16 8,0 7-19,-1 8-20,-2 1-54,-2 2 14,0-5-28,-15-6-173</inkml:trace>
  <inkml:trace contextRef="#ctx0" brushRef="#br0" timeOffset="3224">2292 720 727,'0'0'11,"0"0"46,0 0 16,0 0-73,0 0 0,132 6 25,-22-2-1,5 0 2,1-1-19,-5 0 2,-14 0 1,-15-2-4,-15-1-4,-24 0 8,-14 0 25,-16 0 4,-7 0-24,-5 0-3,-1 0 17,0 0-29,0 0-5,0 0-20,0 0-44,-13 0-81,-7 0-44,-6 0-198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31:09.208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61 1 387,'0'0'10,"0"0"8,0 0 59,0 0 13,0 0-15,0 0-53,-33 0 3,33 0 9,0 0-34,0 0 1,0 0-7,0 0 12,0 0-1,0 0-5,0 0 0,0 0 8,0 0-8,0 0-7,0 0 3,0 0 1,0 0-2,0 0 5,-1 0 0,-5 0 5,-1 0-4,1 0 0,2 0-1,1 0-1,3 0-8,0 0-14,0 0-11,0 0 16,0 0-8,0 0 11,0 0-7,-1 5-59,1 3-43,0-4-79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33:03.073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0 166 368,'0'0'66,"0"0"-4,0 0 10,0 0-41,0 0 1,0 0-6,0-7-5,0 7 3,0 0-16,0 0 0,0 0 14,0 0-15,0 0 3,0 0 5,10 0-9,11 0 27,1 0-8,1 0-15,2 0 24,1 0-22,-3 0 12,0 0-1,2 0-15,1 0 11,2 0-13,2 0 9,3 0 7,6 0-16,2 1 1,1 5 4,7 1-9,-1 5 0,-2-1 1,-4-1 2,-3-2 0,-5-2-5,2-2 0,-5 0-2,5-1 5,0 1 3,0 0-6,-2 1 0,2 2-2,-3 0 2,2 1 0,1 1 0,-2 0 2,2-2-3,-4-3 1,-1 0 0,2-1 9,-3-2-7,1 1-1,2-1 7,-2-1-5,2 0 4,-3 0 5,0 0-11,-2 0 13,2 0 0,0-1-5,-2-2 0,2 0-8,1 0 7,5 0-8,1 1 0,6 0 3,-1 1 2,-1-2-5,-1 2 0,-4-1 7,-2 1-6,-1 1-1,-2 0 0,2 0 3,3 0-3,1 0 0,3 0-4,2 0 9,-1 0-7,2 0 2,-1 0 0,-1 0-2,-4 0 5,-1 0-3,-3-3 0,-3-1 3,0-1 1,-2 2-4,0 1 0,4-3 2,2 0-1,2-1-1,1 2 1,2-2 2,-3 3-2,0-1-1,1 3 0,2-4 3,1 3-3,3-3-1,-1 1-1,1 2 2,-2-3 5,-2 3-5,1-1 0,-2 0-4,3 0 9,0-1-5,1 0 0,2-1 2,0 2-6,0-1 4,2 0 0,-1-5-5,4 1 10,-1-2-5,2 0 0,1 0 0,-5 2 1,0-2-1,-7 3 0,-1 0 1,-2 0 0,-4 0-1,5 1 0,1-1 2,4 0-3,1 1 1,0-1 0,-1 2 0,0 1 0,-5-1 0,-6 3-1,-5-1 4,-4 0-3,-1 2 0,0-1 1,0-1-8,0 2 9,1-1-2,5 1 0,-5 0 5,11 1-5,1 0 0,-1 0 0,4 0-3,-2 0 3,-4-2-3,-1 1 2,0 1 1,-2-2 1,-3 1-1,-5-1 0,1 1-1,-3 1 3,-2 0-2,2 0 0,-1 0 0,2 0 1,-1 0-1,3 0 0,-2 0-2,-2 0 2,-4 0 0,-1 0-1,3 0 4,-2 0-7,3 0 4,0 0 0,-2 0 0,4 1 0,0 4-2,-1-1 1,-1 0 1,-4 1-5,0-3 5,-3 1 0,-3 0-5,-2 0 3,-1-2 2,-1 1 0,-1-2 6,1 0-10,-1 1 4,2 0-3,0 2 1,-1-2-1,-1 2 1,-1-1-1,2-1 3,-2 2-7,0-3 5,0 1 2,0 1 0,0-2 1,0 0-1,0 0 6,0 0-6,0 0 11,0 0-4,-2 1-6,-4 2 1,-1-3 1,-2 0-2,1 0-1,-3 0 1,-3 0 8,2 0-9,-4 0-2,-4 0 1,4 0 2,-2 0 2,1 0-3,1 0 4,3 0 0,-2 0-4,4 0-2,-1 0 2,-2 0-1,-3 0 1,-4 0 1,-6 1-1,-4 3 7,-3 2-7,-4 1 0,-2 2-1,1 1 2,2 1-2,0-1-2,4-2 3,4-1 4,6-2-4,2-3-1,1 1-2,-1 0 6,-1 0-3,1-2 0,2-1 1,0 3 2,2-3-3,4 1-4,4-1 2,3 0-19,4 2-15,2-2-29,0 3-29,0 1-40,0 0-129,12-2-25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19:15.637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1081 332 476,'0'0'11,"0"0"-10,0 0 4,0 0 48,0 0-48,0 0 13,0 0 15,-5 0-15,3 0 7,2 0-20,-1 0 0,-1 0 37,2 0-37,-3 2-4,3-2 4,0 0-1,0 0-8,0 0-11,0 0-67,-3 7-54,0 7-325</inkml:trace>
  <inkml:trace contextRef="#ctx0" brushRef="#br0" timeOffset="374">637 1 607,'0'0'34,"0"0"-34,0 0 17,0 0 4,0 0 3,0 0 18,9 0-35,-9 0 4,-14 0-10,-6 0 40,-10 0-41,-5 3 3,-2 0 7,-5-2-6,1 1-4,-9-2 0,-2 0 0,0 0 0,-1 0 0,4 0 0,4 0-3,7 0 4,5 4-1,8-1 0,10 0 6,4-1-14,7-2 8,4 0 0,0 0-1,0 0 1,0 0-11,0 0 2,0 0-23,0 0 31,0 0-23,0 0-15,0 0-16,0-4-85,0 0-14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19:18.430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824 0 461,'0'0'4,"0"0"17,0 0 20,0 0 24,0 0-8,0 0-40,0 0 3,4 0 5,-4 0-17,0 0 2,0 0-10,0 0 7,-18 0 13,-15 1-16,-16 8 14,-12-1 9,-9 1-20,-9-2 3,-2-3-10,-1-1 2,3-3-8,8 0 9,5 0-3,12 0 5,11 3-3,16-3-2,12 0 0,8 0 0,7 0 5,0 0-5,0 0 6,0 0 23,0 0-24,0 0 15,0 0-20,0 0 3,0 0-6,0 0 3,0 0-2,0 0 2,0 0-34,0 0-6,0 0 3,0 0-11,0 0 23,0 0-29,0 0-14,0 0-3,0 0 10,0 0 24,0 0-29,0 0-5,7 0 15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19:22.404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12416 14 91,'0'0'349,"0"0"-286,0 0 47,98-12-59,-47 10-27,15 2 27,12 0-25,3 0 2,4 0-3,-1 0-21,-6 0 3,-1 0-3,-5 0-4,-5 0 2,-11 0 1,-14 0-3,-18 0 0,-11 0 0,-8 0 0,-5 0 0,0 0 0,0 0-3,0 0-4,0 0-12,0 0 13,0 0-22,0 0 11,-8 0-45,0 0-44,0 0-182</inkml:trace>
  <inkml:trace contextRef="#ctx0" brushRef="#br0" timeOffset="1576">8653 1444 24,'0'0'46,"0"0"50,0 0-51,0 0-12,0 0-32,0 0 6,11-2-4,-10 1-1,-1 1 17,0-1 4,0-1 16,0 2 12,2-1-12,-2-1 8,0 2 13,0-1-27,1-1-31,-1 1-2,3 0 0,-3-2 7,0 1-7,0 1 0,0-1 2,1 2 0,-1 0 18,0 0 14,0 0-13,0 0 9,0 0-30,0 0 7,0 0-7,0 0-14,0 0-16,0 0-37,0 0-46,0 0-33,0-2-173</inkml:trace>
  <inkml:trace contextRef="#ctx0" brushRef="#br0" timeOffset="2281">8758 1315 42,'0'0'149,"0"0"-107,0 0 10,0 0-30,0 0 2,0 0 17,0 0 7,0 0-3,0 0-1,0 0-13,0 0 6,0 0-13,0 0-8,0 0 13,0 0-20,0 0 11,0 0 0,0 0-14,0 0 14,0 0-3,0 0-16,0 0 18,1 0-17,8 0 6,0 0 10,1 0-18,5 0 22,2 0-4,0 0-11,6 0 24,-2 0-17,-2 0-2,2 0 4,-4 0-11,0 0 4,0 0-4,2 0 1,2 0 14,2 0-9,2 0-10,3 0 10,2 0-7,-2 0 10,1 0-14,-3 0 1,3 0 12,-1 0-7,-1 0 1,2 0-1,0 0-5,3-1 15,-1 0-10,0-1-3,-2 1 12,1-1-13,-2 2 0,2-1-2,1 0 2,2-1-3,-2 1 1,1-1 0,-3 1 1,-2 0 0,-1-1-1,-3 1 12,3-2-12,-1 2 5,5-1-5,0 2 1,3 0 5,-2-1-6,3 1 0,-5 0 3,-1 0-2,-3 0 2,-2 0-3,-4 0 0,1 0 8,-1 0-8,-1 0 0,3 0 3,1 0-3,2 0 6,3 0-6,1 0 0,1 0 1,0 0 0,0 0-1,-2 1 6,-2 1-4,-1-1-2,0-1 0,1 2 0,2-2 11,1 0-10,2 0 0,0 0 7,-2 0-7,4 0-1,-3 0 0,0 1 0,-3 0-1,-3-1 1,1 0 0,-2 0 0,0 0 2,0 0-2,0 0 0,2-1 1,-5-5 5,2 1-6,-3-1 0,-3 0 3,-3 0-2,-2 1 0,-1-1-1,-1 0 0,0 2 9,0-2-7,0-1-2,-1-2 10,2 0-8,-2 0 1,1 0-3,-2 2 0,3 1 3,-3 1-3,-2-1 0,1 2-1,-2 1 1,0 0 3,-2-1-3,2-2 0,0-2 20,0-2-17,-2-1-1,3-1 6,-4 2-5,0-1-4,0 0 1,0-2 0,0-1 9,0-1-9,-5-2 0,-1-3 0,-3 0-1,0 0 0,2 4-6,-3 3 7,2 1 1,0 4-1,1-1-1,-3 1-4,-2-1 10,-2 0-6,1-1 1,-1 1 0,-1 1 0,2-1 0,0 2 0,-1 0 1,1 0-1,-1 0 4,-2 0-4,1 0 0,-3 0-6,3 1 6,-3 2-3,2 1 2,-2 1 1,3 2-2,-1 0-7,-1-2 9,-4 2-1,0 0 1,2 0-3,-3 0-2,1 0 3,3 0-6,0 0 7,3-1 1,3-1 0,0 1 0,2 1 0,1-3 4,-2 2-4,2-1 0,-6 1-1,2-2 1,-3 2 4,-1-1-4,-1 1-3,1-1 1,-5 1 4,-3-2-3,0 0 1,-4 0 0,3-1-1,-1 0 1,3-2 0,1 0-1,3 4 4,4-1-3,5 0 0,0 1 0,4 1 7,-1 0-7,-5 1-4,1-2 4,-6 2 1,-3-1 1,0-1-2,-3 1 0,-1 1-1,3-1 1,1 1 0,1-2-1,4 2 1,0 0 0,-1 0 0,-2 0 0,-1 0-10,2 4 10,1-1 0,0 1-1,2-1 8,0-1-7,0 1 0,2-1 0,-2 1-3,4 0 3,1-1-2,3-2 2,1 1 2,0 0 0,1 1-2,1-1 0,-5 2-8,0-1 11,-3-1-3,-3 0 0,-2 2 4,-2 0-3,0 0-1,-1 0 0,0 0-3,-1-1 3,0 0-2,-3-1 2,2 1 0,-1-1 0,4 1-3,2 0 3,8 0-2,3-1 2,5-1-7,-1 2 6,1-2-3,-1 1 2,-1-1 0,-1 1 2,1 1-6,-1-2 9,-2 1-3,-1 2 1,-3-2-1,-3 2 0,-5 0-2,-3 1 2,-5 0 1,1 0-1,-2 1 0,1-1-1,-1 0 6,3 0-5,1 1 0,10-4 0,3 1 0,4-1 0,-1 2 0,3 0-4,-3 0 8,-4-1-1,2 1-3,-6 0 0,2 0-3,-3 0 3,-1 0-1,-1-1-1,-1 1 4,-1 1-1,1-1-1,2-1 0,1-1-1,1-1 1,2 3 0,2-3 3,4 1 2,2-1-8,0 0 3,3 2 0,2-1-6,-1-1 6,1 1-5,-2 1 4,1 2-1,-4 0 2,-1 3 0,-2 2 0,0-1-1,2 2 1,-3-3 0,3 0-1,1-1 2,-1-3 0,6 0-1,-3 1-7,2 1 0,-2 1 3,1 1 4,1 1 0,-1-1 1,2 3-1,0 0-8,0 0 8,0 2-6,0-4 6,0 3-2,0-2 2,0 0 1,0 0-1,0-3 0,0 1 2,0-2-7,0 1 5,3 1-7,3 0 5,0 1 1,3 0 1,0 0 0,-1 1 0,2-1 1,-3-1-1,0-3 0,-3 2 0,1-2 3,-2-1-3,-2 0 0,3-2 0,1 2-2,-2-1 2,1 2 0,1 0 1,-1 0 1,-1 1 3,5-1-5,-4 0 2,1 0-9,1 1 10,-2-3-3,1 1 0,-1 0 2,-1 0-2,0 1 0,1 0 1,3 2-2,0-1 1,3 2 0,-1-1 1,0-2-1,0 1-2,-1-4 0,-2 1 4,1-1 5,1 0-7,-1 1 2,2-1-3,0 1 4,1-2-1,-1 1-2,-3-1 4,3 2 1,0-2-5,0 0 0,3 0 0,3 0 3,0 0-1,1 0-2,-1 0 4,2 0 0,-5 0-4,1 0 0,-2-2 1,-4 2 4,-1 0-7,-2-1 2,-2 1 0,-2 0 9,0 0-3,0 0 6,0 0 2,0 0-7,0 0-2,0 0-5,0 0 7,0 0-2,0 0-5,0 0 0,0 0-1,0 0 1,0 0 0,0 0 0,0 0-10,0 0 5,0 0-26,0-2-13,0 2 3,0 0-38,0-1-31,0-2-43,-3-3-84</inkml:trace>
  <inkml:trace contextRef="#ctx0" brushRef="#br0" timeOffset="6616">6273 1395 398,'0'0'108,"0"0"-10,0 0-37,0 0 0,0 0-39,0 0 18,0 0 19,-1 0-26,1 0 2,0 0 14,0 0-26,0 0 19,0 0-21,0 0 5,0 0 16,0 0-29,0 0 1,0 0-9,0 0 1,4 0 4,7 0-10,5-3 0,2 1 6,1 1-5,4 1 3,-4 0-4,2 0 4,-4 0-3,-1 0-1,-2 0 0,-4-1 7,-1-1-5,-2 1 3,2 1-3,0 0 9,3 0-14,6 0 3,7 0 0,7 0 6,2-2-4,5 2-4,-2-2 2,2-1 0,-5 0 12,-4 0-12,-7 0 0,-7 2 4,-6-1-4,-2 2 0,4-1-2,0-1 8,5 2-13,6-1 8,1 0-1,4-1 1,4 1-1,-3-1 0,1-1 0,-1 2 11,-6-2-7,-5 2-4,0-1 0,1 1-5,3-1 7,6 0-2,5-1 0,7-1 6,0 1-1,2-2-5,1 1 0,-1 2 1,1-3 5,0 4-9,-1 0 3,0-2 0,0 1 6,0 1-6,1-2 0,2 0 0,2-1 0,-2 0 0,3 0-2,-5 1 7,-4-1-2,1-1-3,-6 3 0,-1-3-5,-4 2 9,-4 1-4,-2-1 0,-4 1 1,-4 1-7,0-1 6,-5 2 0,3 0-4,-2 0 4,-2 0 0,0-1-1,-3 1 2,1 0 2,-1 0-3,5 0 0,-4 0-3,-2 0 3,-1 0-1,-4 0-3,0 0 4,0 0-4,0 0 4,0 0 0,0 0-5,0 0-4,0 0 5,-6 0-3,-10 0 4,-5 0-2,-8 0 5,-3 0-2,-8 0-13,-2 0 13,-2 4 1,0 1 0,2 0 1,-1 0-6,4 0 3,-3 2 1,3-1-7,-2 2 5,2-1-1,3 0 3,1 0-8,4 0 5,4-1 2,0 0 3,4-2 6,-1 0-6,3 0 0,-2-1-6,-2 0 5,-2 0-4,-2 0-1,-7 0-7,-3 1 9,-6 2-6,0-2 7,-1 2 3,1-2 0,0 0 5,1 1-5,0 0 0,0 0 2,2-2-2,3 1 0,2-1 0,4 0-2,2 0-2,1-2 4,0 1 0,-3-1 2,-2 2-2,-6 0 0,-2 1 0,0 0-2,-2 1-1,-1-3 3,4 1 0,-3-1-2,6-2 2,-3 0 0,-1 0 0,0 0 3,-5 0 2,2 0-5,0 0 0,2 0 1,4 0-1,3 0-3,6 0 1,7 0 4,1 0 3,4 0-5,4 0 0,2 0-2,1 0 2,3 0 0,0 0 0,0 0 5,0 0-5,-3 0 0,0 0 0,-2 0 3,-3 0-3,-3 0 0,-1-2-2,-3 2 6,2 0-6,0-1 2,4 1 0,2-2-2,3 2 2,1-1 0,1 0 0,0-1 3,2 1-5,2-1 2,1 1 0,1-1 1,1 1 5,-2 0-8,-4-1 2,-1 1 0,-5-1 1,-1 1-1,-2 1 0,1 0 0,3 0 0,4 0-1,0 0 0,2 0 1,-2 0 0,-1 0 0,0 0 0,0 0-1,1-2 5,1 2-4,3-2 0,1 2 7,0-2-6,2 2-1,-1 0 0,1 0 11,-2-1-11,-3-1 2,4-1 0,1 2-2,-4 1 4,1-1-4,-2 1 0,0 0-9,0-2 13,-1 2-4,-1 0 0,-1 0 3,-1 0-7,1 0 4,0 0 0,-3 0 2,1 0-2,1 0 0,3 0-4,-2 0 9,4 0-8,2 0 3,2 0 0,1 0 1,0 0-1,0 0 0,-4 0-1,-1 0 5,-3 0-8,-3 0 4,2 0 0,1 0 2,1 0-2,2 0 0,4 0-2,1 0 7,3 0-10,0 0 2,0 0 3,0 0-5,0 0 7,0 0-2,0 0 3,0 0-3,0 0 7,0 0-7,0 0 0,0 0 1,0 0-1,0 0-1,0 0-1,0 0 1,0 0-6,-5 0-77,-8 0-173,-11-4-9</inkml:trace>
  <inkml:trace contextRef="#ctx0" brushRef="#br0" timeOffset="278562">1605 4546 28,'0'0'136,"0"0"-40,0 0-1,0 0-1,0 0-61,0 0-14,0-20-4,0 18 0,0 1 20,0 1-1,0-1-12,0 1 23,0 0-32,0 0-1,0-2 8,2-2-15,2 0 14,1 1-11,0-2-8,-2 4 16,-1 0-13,-1 1-2,-1-2 20,2 2-10,-2 0 2,1 0-6,1 0-5,4-1 7,2 1-9,-1 0 0,2 0 8,0 0-6,1 0-2,2 0 24,0 0-4,3-2 21,-1-1-26,-3 3-6,3-1 9,-1 0-13,5 1-7,3 0 2,4-2 0,1-1 10,4 1-7,1 2-2,-1-2 10,1 2-11,-1 0 5,0 0-9,-2 0 14,-1 0-4,1 0-6,2 0 0,-2-1 5,2-3 1,2-2-4,-1 1-2,5 0 7,-3 0 3,-5 1-10,2 1 0,-3 0 4,1 1-3,0 1-1,4-3 0,-1-1 3,-1 0-2,-2 0-1,-1 3 0,-3-4 13,3 3-12,-2 2 2,0-1-3,1 2 6,-4 0-10,-1 0 4,-3 0 0,-6 0 3,3 2-3,-3-2 0,1 0 0,5 0 3,0 0 3,-3 0-6,7 0 0,-1 0 4,2 0-4,0 0-2,-3-3 0,-2 1 4,-2-1 2,-1 2-4,0 0 0,-3 1 4,-1 0-4,-3 0 0,-2 0-2,0 0 2,-4 0 1,-1 0-1,-1-2 0,0 2 13,0 0-11,0 0 11,0 0-1,0 0-6,0 0 14,0 0-20,0 0 0,0 0 10,0 0-10,0 0 0,0 0 0,0 0 3,0 0-1,0 0-2,0 0 0,0 0-5,0 0 12,0 0-11,0 0 4,0 0 0,0 0-4,0 0-3,0 0-26,0 0 0,0 0-24,0 0-7,0 0-40,0 0-73,0-1 3,-10-3-198</inkml:trace>
  <inkml:trace contextRef="#ctx0" brushRef="#br0" timeOffset="280640">1792 3429 217,'0'0'103,"0"0"-4,0 0 11,0 0-5,0 0-45,0 0 0,-14-14 2,11 14-28,3 0-10,0 0-4,0 0-8,-3 0-7,-1 0-5,-5 0 0,-2 3 2,-2 7-2,1-1 0,4 1 0,-3 3 3,0 2 0,-1 0-3,-1 3 5,-1 0 2,3 1-7,0-1 0,2-1 1,0 0 3,2-3-4,2 0 0,1-4 0,1-3 5,3-2-5,0-4-3,0 1 1,0-2-19,0 0-109,1 0-107,4 0 45</inkml:trace>
  <inkml:trace contextRef="#ctx0" brushRef="#br0" timeOffset="281516">19 5045 301,'0'0'59,"0"0"0,0 0 33,0 0-44,0 0-19,0 0-8,-12-7-17,11 3 21,-1 1 14,1 0 28,-1 1-25,1 2 3,1-1-3,0 1-13,0 0-3,0 0-12,0 0 1,0-1 8,0 1-22,0-5 1,3 0-3,13-4 8,5-2-3,3-3-4,9 0 4,1-3 5,6-3-9,5-1 1,3 0 1,-2 0 6,0 1-6,-5 2-2,-7 2 6,2 1-5,-6 3-1,-5 1-2,-3 1 0,-4 3 2,0 1 5,-6 2-5,-3 1 0,-5 2 0,-4 1 0,0 0-5,0 0 2,0 0-19,0 0 2,0 0-21,-1 0-18,-9 3 8,-1 4-45,-1-2 11,0 1 16,3-3-58,-4-3-10,1 0-175</inkml:trace>
  <inkml:trace contextRef="#ctx0" brushRef="#br0" timeOffset="282057">392 4691 384,'0'0'86,"0"0"11,0 0-55,0 0-10,0 0-7,0 0-20,-21 0-4,21 0-1,8 0 0,11 0 55,5 5-9,4 1-11,-2 0-13,4 0-10,-2-2-11,-4 0 1,-2 2-2,-7-2 6,0 1-4,-6 1-4,-3 1-2,1 3 4,-2 3-2,-2 4-1,-3 3 3,0-1 4,0 1-2,0 0-2,-6-3 5,-6 1-5,3-1 8,-6 1-8,0 1-13,0-1 10,3-1-62,2-2-21,5 1 27,0-5-136,3-1-188</inkml:trace>
  <inkml:trace contextRef="#ctx0" brushRef="#br0" timeOffset="287358">2096 3482 29,'0'0'126,"0"0"-81,0 0-14,0 0 9,0 0-13,0 0-5,0 0 13,3-36-28,0 27 124,-1 5-130,-2 2-1,1 0 30,-1 2 0,0-1-2,0-1 5,0 2 8,0 0-19,2 0-20,-2 0-1,1 0 4,-1 0-5,0 0-8,3 0 4,0 0-3,3 7 6,0 5 2,1 2-1,2 0 12,-3 3-12,3 0 3,0 1 4,0 0 1,0 0-5,-3-3-3,2-4 0,-3-2 7,-2-5-5,-1-1-2,-1-2 2,-1 0-2,0-1 7,2 0-7,-2 0 0,1 0 15,1 0-15,-2 0 15,3 0-5,1 0 10,4 0-1,4-4-18,-3 0 1,0 1 12,1 2-14,-1 1 0,2 0-3,3 0 10,1 0-7,5 0 0,2 0 0,2 0 3,6 0 1,1 0-4,2 0 2,-3 0 1,4 0 4,-4 0-7,-2 0 1,-1 0 20,0 0-19,0 0 5,0 0-4,2 0-3,6 0 3,1 0-3,3 0 0,-1 0 0,-1 0 7,-1 0-7,-3 0 1,-3 0 3,0 0-6,-2 0 2,0 0 0,2 0-1,-1 0 2,2 0-1,-1 0 0,3 0 4,-1 0-12,1 0 8,-1 0 0,-3 0 2,1 0-2,2 0 0,-1-1-2,2 1 10,-3-2-16,-4 2 8,3 0 0,-4-3 9,5 1-9,-3-1 0,0 0 0,-2 0 3,-3 2-3,-2 1 0,-2 0 0,0 0-1,-2 0 2,3-2-2,4 1 2,-1-2-1,5 0 6,3 0-6,0-1 0,1 0 1,-4 1 0,3 0 0,-6 0-2,-5 2 2,-1-1-1,-6 1 0,-2 1 0,-4 0-3,-4 0 5,-1 0-3,1 0 1,-2 0 0,0 0 2,0 0-2,0 0 0,0 0 19,0 0-19,0 0 5,0 0 11,0 0-12,0-1 13,0-1-11,-2-1-2,-1-1 10,-3-2-10,-1 1-4,4-2 1,-3-2 2,1 0 1,-1-1-4,0-3 0,1-1 6,-1-2-6,0-1 0,1 2 0,-1 1 4,3 0-8,-3 4-6,3 1 10,2 2 12,-1 3-11,1 1-1,-1 2 0,1-1 6,1 2-9,0 0 3,0 0-1,0 0-14,-2 0 5,1 0-17,-2 6-12,1 4 17,2-2-29,0 5-42,0 0 11,0 0-85,-4 1-55</inkml:trace>
  <inkml:trace contextRef="#ctx0" brushRef="#br0" timeOffset="289654">1900 5260 137,'0'0'112,"0"0"-37,0 0-15,0 0-21,0 0-13,0 0-16,0 0 26,0 0-22,0 0 2,0 0 12,0 0-25,0 0 13,0 0 6,0 0-20,0 0 13,2 0-9,4 0 0,0 1 19,6 3-18,-5-1 2,2 1 2,0-1-4,0 0 7,5 1-4,-1 0 0,0 0 19,3-2-17,1-1 9,1 1 4,0-2-4,3 0 14,-3 0-31,1 0 15,-1 0 6,0 0-10,0 0-12,-1 0-1,0 0 0,4 0 6,-1 0-8,2 0 0,2 0 13,1 0-4,1 0-9,4 0 13,2 0-11,2 0 25,-1-5-23,-3 2-2,-4 1 12,-4 0-14,0 1-1,-5-2 1,-1 2 0,-5 1 14,-1-2-11,2 1 3,0-2 8,7 0-1,5-2-1,3 1-11,3-2 3,4 0 5,2 2-9,-3 0 0,-3 1 6,-5 2-5,-5 1-1,-3 0 0,1 0 0,0 0-2,1 0 6,1 0-4,1 0 0,0 0 7,-3 0-7,-1 0 0,-3 0 1,1 0-1,3 0 0,4 0-6,5 0 3,9-2 6,7-1-1,2 1-2,7-4 0,2 2 0,4-1 0,-6 1 0,-6 1 4,-10-1 0,-8-2-5,-3 0 1,-3 1 0,-3-1 7,-4 2-7,-5 1 0,-2 1 0,-5 0 4,-2 2-3,-1 0-1,0 0 2,0 0 13,0 0-15,0 0 0,0 0 3,0 0 1,0 0 7,0 0-11,0-1 5,0 1 3,2 0-8,-2 0 0,0 0 1,0 0 5,0 0-3,0 0-3,0 0 1,0 0 9,0 0-10,0 0 0,0 0 12,0 0-11,0 0 2,0 0-3,0 0 0,0 0-2,0 0 2,0 0 0,0 0-2,0 0 3,0 0-2,0 0 0,0 0 1,0 0-8,0 0 8,0 0-5,0 0 5,0 0-8,0 0-23,0 0 30,0 0 1,0 0-1,0 0 1,0 0 0,0 0 0,0 0 0,0 0-8,0 0-2,0 0-14,0 0-8,0 0-32,0 0-14,0 0 0,0 0 30,0 0 0,0 0-42,0 1-28,-5 1-48</inkml:trace>
  <inkml:trace contextRef="#ctx0" brushRef="#br0" timeOffset="293142">207 5907 29,'0'0'63,"0"0"26,0 0-53,0 0-9,0 0-11,0 0 4,-3 0-2,3 0-14,0 0 18,0 0 0,0 0 4,0 0 5,0 0 15,0 0-13,0 0-17,0 0 14,0 0-6,0 0-7,0 0 7,0-3-8,3-3-15,6 1 17,5-2-16,2-1 9,8-4-1,1 0-5,9-4 4,1-1-3,5-3-2,3 1 17,1-1-13,-2 3-6,-10 5-2,-8 4 5,-11 4-9,-8 4 4,-5 0-8,0 0-6,0 0-35,0 0 21,-9 4-17,3 3-58,0-3-7,2-1-81</inkml:trace>
  <inkml:trace contextRef="#ctx0" brushRef="#br0" timeOffset="293615">437 5650 440,'0'0'28,"0"0"57,0 0-39,0 0-2,0 0-44,0 0-11,0-10 11,22 10 2,5 0 0,1 9 6,2 2-4,0 1 6,0-4-9,-6 2-1,-5-2 6,-5 1-5,-2-1-1,-6 2 0,0 0 8,-2 0-3,-4 3-5,0 2 0,0 5-6,0 1 3,0 3-44,-1-1-61,-2-4-170</inkml:trace>
  <inkml:trace contextRef="#ctx0" brushRef="#br0" timeOffset="293958">555 6223 269,'0'0'24,"0"0"-8,0 0 51,0 0 17,0 0-2,0 0 7,58-12-26,-25 0-21,0-2-3,-2 1-34,2 2-1,-2 0-3,-4 2 5,-2 1-5,-1 0-1,0-4-12,5 0-21,-3-3-83,-5-2-172</inkml:trace>
  <inkml:trace contextRef="#ctx0" brushRef="#br0" timeOffset="294198">817 5983 406,'0'0'54,"0"0"-25,0 0-12,0 0-3,0 0 2,0 0 4,73-4 10,-56 12-19,-1 2 16,-2 0-23,-1 2 5,-5-1-9,-5 3-2,-3 6-8,0 4 5,-24 3-25,1-2-53,-8-3-58</inkml:trace>
  <inkml:trace contextRef="#ctx0" brushRef="#br0" timeOffset="294439">887 6198 866,'0'0'41,"0"0"-41,0 0 0,0 0 0,0 0-103,0 0-209,-19 4-144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23:57.448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1466 158 3,'0'0'159,"0"0"-111,0 0-10,0 0 16,0 0-9,0 0-8,0 0 13,-13 0-22,10 0-7,3 0-3,0 0-4,0 0 27,0 0-20,0 0-9,0 0 10,0 0-8,0 0 12,0 0-26,0 0 7,0 0 0,12 2-2,1-2-1,8 0 31,3 0-15,6 0-5,3 0-1,11 0-12,7-2 19,3-5-21,3-1 7,-4-1-7,-6 0 1,-10-1 5,-12 5-6,-8 1 0,-10 1-6,-4 3 6,-3 0-6,0 0 6,0 0-23,0 0-1,0 0-22,0 0-10,-6 4 24,-6 3-59,-1-3-46,-2-4-26</inkml:trace>
  <inkml:trace contextRef="#ctx0" brushRef="#br0" timeOffset="488">1709 13 406,'0'0'69,"0"0"-52,0 0 46,0 0-63,0 0 1,0 0-1,44 1 45,-16 2-22,-1 1 9,-3 4-16,-3 4 9,0 3-22,-6 5 11,-4 3-3,-5 2-9,-6 2 10,0 1-7,0 2-1,-6-3 19,-5-3-19,-3-2 1,-2-4-1,2 1-4,-2-2-19,1-3-64,4 0-26,-2-7-25,1-6-282</inkml:trace>
  <inkml:trace contextRef="#ctx0" brushRef="#br0" timeOffset="1216">16 72 390,'0'0'31,"0"0"103,0 0-27,0 0-92,0 0 19,0 0-15,-16-7 22,16 6-12,3-2-18,13-2 11,12 0-3,8-4 22,3 1-14,0-2-21,-3 0 4,1 3-10,-7 2-3,-6 3 1,-2 2-59,-7 0-52,-6 0 20,-6 0-51,-3 0 21,0 9 59,-9 0 25,-13 2-44,-2 2-37,-1-1 77,3-2 40,3-3 3,4-4 104,9-2-12,2-1 11,4 0 39,0 0-48,0 0-37,0 0-9,0 1-17,0 7-21,0 7-10,6 7 0,4 11 12,2 3-6,-4 4 4,0 1 4,-3-3-11,1-2 3,0-6-6,6-1-19,-2-5-18,-1-2-34,0-2-41,-3-6-79,2-4-156</inkml:trace>
  <inkml:trace contextRef="#ctx0" brushRef="#br0" timeOffset="1800">483 353 277,'0'0'86,"0"0"24,0 0-15,0 0 6,0 0-34,0 0-28,-27-53-5,8 53-15,1 0-9,-1 0-10,-1 7 1,5 8-4,3 2 4,2 0-2,10-1 1,0 1-10,13-4 8,20-1-28,12-5 20,7-2 7,0-2 6,-8 3 1,-10-1-4,-7 2 4,-12 2-8,-5-1-1,-4 0-1,-6 4 2,0 2 2,-18 3 2,-7-1 22,-4-5-18,-2-3 7,7-5-9,5-3-1,5 0-1,10 0-77,4-11-110,0-6-360</inkml:trace>
  <inkml:trace contextRef="#ctx0" brushRef="#br0" timeOffset="2198">841 396 572,'0'0'35,"0"0"45,0 0-51,0 0-9,0 0-20,0 0 0,-52 68 12,59-42-12,16-2 17,5-2 9,6-4-15,1-2 39,1-6-27,-2-6-10,-3-4 14,-4 0-13,-5-4 0,-5-12 17,-4-6-3,-7-3 27,-6-4-16,0 2-32,-19 5 34,-1 4-30,-5 2-5,1 6-6,-1 1-4,1 8-1,3 1-64,2 0-58,4 13-66,3 0-52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39:24.815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34 0 270,'0'0'12,"0"0"-9,0 0 30,0 0 8,0 0-12,0 0-16,0 0-1,-19 1 9,17 0 8,2-1 22,0 0-34,0 0 5,0 0-3,0 0-16,0 0-2,-2 0-2,2 1-13,-5-1-27,0 0-64,4 0-69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0:14.059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0 127 23,'0'0'55,"0"0"-22,76-90-19,-55 72 20,-6 6 5,-6 8-5,-6 1 4,-1 3-9,-1 0 8,-1 0-37,0 0-2,0 0-1,0 0-5,0 0-44,0 0-133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39:26.504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49 132 413,'0'0'48,"0"0"-48,0 0 46,0 0 23,0 0-36,0 0 0,-28-15 2,28 15 0,0 0-1,0 0-13,0 0-4,0 0-14,0 8-3,0 17 0,0 8 9,0 13 25,0-1 15,0-1-35,0-5-11,0-8 27,0-6-28,0-4-1,0-3 5,8-6-5,-7-3-2,2-6-3,0-3-28,-3 0 4,1 0-45,7-2 4,2-12-33,1-4-79,2-2-36</inkml:trace>
  <inkml:trace contextRef="#ctx0" brushRef="#br0" timeOffset="373">0 230 410,'0'0'13,"0"0"14,0 0 12,0 0-25,0 0 7,7-79 0,-1 73 10,-1 1 1,4 0-17,1 2 7,-1-1-14,3 4-1,2-1 5,-2 1-11,1 0-1,2 1 1,0 13 3,1 5 11,-2 1-12,1 1-2,-5-2 2,-1 0 4,0-3-5,-6-2-2,3-6 2,-1-2 5,-4-3-6,-1-2-1,2-1 10,-2 0-7,0 0 15,0-8 12,0-14 17,0-6-30,0-5-17,1 4 0,4 3 0,2 5 3,-1 1-5,3 3 2,3-3 0,3 1-3,1 2 0,1 3 0,-5 6-2,-4 3 2,-2 5-5,-1 0-1,-1 0-7,1 9 14,5 8-4,-4 4 6,2 4 15,-1 0-15,2 2 8,0 0-4,-1 2-2,-1-1 11,0 1-13,-1-1 0,0-3 1,-1-3-1,1-4-12,3-1-11,0-5-39,4-3-25,2-3-90,-1-6-201</inkml:trace>
  <inkml:trace contextRef="#ctx0" brushRef="#br0" timeOffset="1049">571 71 561,'0'0'64,"0"0"-50,0 0 77,0 0-74,0 0-10,0 0-6,39-13 8,-4 8 38,5-3-31,1 0-13,2 1 6,-3-2-9,-1 4-3,-8 0-31,-4 1-83,-9 1-59,-11 0-204</inkml:trace>
  <inkml:trace contextRef="#ctx0" brushRef="#br0" timeOffset="1289">773 40 500,'0'0'104,"0"0"-77,0 0 49,0 0-56,0 0-17,0 0 1,6 20 2,2-5 25,2 4 0,-4 2 4,3 4 2,-3 0-28,3 3 0,-3-1-8,0 0 6,0-1-14,0-3 3,1-3-57,-1-5-15,3-2-21,3-6-95,0-5-226</inkml:trace>
  <inkml:trace contextRef="#ctx0" brushRef="#br0" timeOffset="1701">1376 111 311,'0'0'35,"0"0"93,0 0-48,0 0-32,0 0-9,0 0-3,-46 0-1,28 0-14,4 4-6,-3 9-14,0 7 3,-2 3 26,3 2-18,3 2-1,6-2 7,5 1-16,2 0-2,2-2-6,20 0 2,11-1 4,7-6 1,8-6 11,3-5 25,3-6-11,-6 0 0,-2 0-24,-3-2-1,-7-5-2,-8 0 2,-7 3-1,-12 0 8,-3 2-5,-6 2 7,0 0 2,0 0-9,0 0-3,0 0-5,0 0-20,-1 0-72,-12 0-36,-3 0-232</inkml:trace>
  <inkml:trace contextRef="#ctx0" brushRef="#br0" timeOffset="3629">2033 247 312,'0'0'35,"0"0"-32,0 0 44,0 0-30,0 0-12,0 0 8,0 0 9,0 0 17,0 0 3,0 0-15,0 0 8,0 0-14,0 0 2,0 0-4,0 0-19,4 1 6,4 2 6,4-1 13,1-1 4,8 1 0,4-1-12,7-1 10,5 0-14,5 0 4,4 0-7,2 0-9,2 0 4,2 0-5,0 0 0,0-4 6,-6-1-4,-3 1-2,-2 1 0,-7-1 2,-3 0-4,-4 1 3,-7 2-1,-3-1 1,-4 1 0,-3-1-2,-4 2-1,-5-1 2,-1 1 2,0 0-2,0 0-10,0 0 4,0 0-41,0 0-1,0 0-52,-3 0-55,-4 0-35</inkml:trace>
  <inkml:trace contextRef="#ctx0" brushRef="#br0" timeOffset="4205">2649 100 17,'0'0'316,"0"0"-309,0 0 63,0 0 2,0 0-33,0 0 12,-13-2-2,13 2-27,0 0-7,3 0-15,10 0 0,5 0 15,6 10 13,3 2 7,1-1-21,0 0-3,1 2 4,-4-2-11,4 2-4,-7-3 0,0 1 4,-7 2-7,-6 0 3,0-1-9,-6 3 9,-3-1 9,0 2-1,0-2 7,-3 0-6,-6-2 15,0-2-11,2-2-11,2-1 6,1-1-8,2 0-22,2-1-38,0 1-32,0 0-11,0-2-120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39:33.957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725 29 138,'0'0'297,"0"0"-296,0 0 50,0 0-2,0 0-20,0 0-20,-9-10 20,9 10 6,0 0 13,0 0-17,0 0 20,0 0-18,0 0 1,0 0-3,0 0-23,0 0-8,0 4-3,0 10-7,0 9 10,0 5 8,0 0 2,6 2 10,-1-2-18,-2-1 7,1-3-8,-2-3 3,-1-3-1,1-4-3,-1-4 1,1-4-8,1-3 5,1-3-65,2-2-120,0-19-177</inkml:trace>
  <inkml:trace contextRef="#ctx0" brushRef="#br0" timeOffset="502">664 57 427,'0'0'80,"0"0"-52,0 0 79,0 0-77,0 0-27,0 0-3,-3 0 0,14 0 5,6 0 0,6 2 9,5 1 13,4-2-14,5 0-6,0-1-4,5 0 2,1 0 5,0 0-7,-1 0 2,0 0 9,-3 0-11,0 0 0,1 0-3,2 0 3,-4 0 2,4 0-5,-3 0 0,-3 0-3,-2 0 3,-1 0 0,0 0-1,2 0 3,3 0 1,2-2-3,0-3 0,3 0-1,-1 0 1,-4 4 0,-1-2 0,-6 0 4,-4 0-10,-3-1 6,-2 1 0,-2-1 3,-2 0-3,-2 2 0,1 1-5,0-1 14,1 1-10,2-2 1,2 0 0,0 1-7,-1-1 11,0 2-7,-6-1 3,-3 2 0,-5 0 2,-2 0-2,1 0 0,-3 0-3,0 0 3,-2 0 0,1 0-2,-2 0 8,1 0-15,-1 0 5,3 2-9,-1 6 5,1 2 1,0 4 7,-2-1 5,2 1-5,0 1 6,1 1-6,1 1 1,-2 0 2,0 0-3,-3 1-2,0 0 1,0 0 1,0 0 6,0-3-6,0-4 0,0-4 1,0-3 4,0-2-6,0-2 2,0 0-1,0 0 4,0 0-4,0 0 8,0 0 6,-6 0-4,-7 0-1,-2-5-9,-6 1 2,-3 0-5,-3 1-1,-1 1 4,-6-1-4,-1 0 6,-4 3-2,1-1 0,-5 1 2,2 0 0,1 0-2,0 0 0,2 0-4,2 0 6,4 2-2,2 1 2,3 0-1,-1 0 0,1 0-1,-3 1 0,-3-2-2,-6 3 2,-7-3 0,-3 1 2,0-1-2,2-1 0,4 1-1,6-2 1,2 0 1,3 1-1,0-1 0,4 0-1,3 1 3,2-1 0,4 0-2,0 0 4,-1 0-4,5 0 0,0 0 0,5 0 4,-2 0-1,0 0-3,0 0 0,0 0 0,3 0-2,-1 0 2,0 0-6,0 0 6,1 0 4,0 0-4,1 0-1,2 0 1,1 0 2,2 0-2,1 0 0,1 0-1,1 0 2,0 0-2,0 0-6,0 0-2,0 0 6,0 0-16,0 0 10,0 0-2,0 0 4,0 0 5,0 0-5,0 0-16,0 0-7,0 0-14,0 0-13,0 0-74,3 0-122</inkml:trace>
  <inkml:trace contextRef="#ctx0" brushRef="#br0" timeOffset="1981">1068 140 32,'0'0'239,"0"0"-210,0 0 63,0 0-26,0 0-39,0 0 3,0-1-24,0 1-5,0 0-2,0 4 2,0 6 3,0 1 9,0 0-10,0-1 30,0 2-20,0-2-7,0-2 1,0 2-6,0-2 1,0-1-2,0-1 2,2-3-1,-2-3-1,0 0 0,0 0 7,0 0 7,0 0 0,0-3-7,0-11 0,0-3-14,0 0 8,0 1-1,0 4 3,0 3 0,-2 2 1,1 3-2,1 0 0,0-2 7,0-1-9,0 0 0,6 2-1,4-1 1,1 2 0,-1 1-2,2 3 2,-3 0-1,0 0 1,-3 0-5,1 7 5,-2 4-9,-5 1 3,0 2-1,0-2 7,-2 1 1,-9-3-1,-1 0 0,2-3 0,2-3 6,5-1-2,1-2-4,2-1-8,0 0 7,0 0-28,0 0-17,2 0 43,9 0 3,2 0 1,3 3-1,-3 0 2,4 1 1,-5 1-3,-2-1 0,-4 1 0,-3-1 0,-2-1 2,-1 1 7,0 0-9,0 2 24,-1 1-2,-12-1-9,-1-1 3,-2-2-5,-2 0 0,2-3-4,-1 0-5,2 0 9,3 0-10,2 0-1,5 0 5,1-1-3,2-1-3,2 1 1,0 1-17,0-2-13,0 1-60,11-2-58,7-1 9</inkml:trace>
  <inkml:trace contextRef="#ctx0" brushRef="#br0" timeOffset="2910">1539 101 363,'0'0'16,"0"0"92,0 0-37,0 0-56,0 0-1,0 0 0,-31-9-12,23 9 5,0 0-6,0 0 12,4 0-13,1 2 0,3 3-6,0 2 5,0 0-2,0 2 0,0 1-6,0-2 6,7 2 0,4-1 1,2-1 2,1 0 1,-1 1 4,4-2-5,-5 0 3,-1-1 0,-3-2-3,-7 0 0,1-1-2,-2 0 2,0 1 0,0 1 0,-9-1 4,-7 1 20,-1-1-15,-2-1-7,2-3 11,-1 0-10,5 0-3,1 0 0,5 0 5,2 0 0,4 0-5,1 0-7,0 0 5,0 0-34,0 0-39,0 0-86,6 0 11</inkml:trace>
  <inkml:trace contextRef="#ctx0" brushRef="#br0" timeOffset="3466">1815 94 312,'0'0'41,"0"0"84,0 0-37,0 0-38,0 0 8,0 0-10,-28-12-14,21 12-7,0 0-26,-1 0 1,-3 2-1,1 6 5,1 3-10,2-1 4,4 2 0,1-2-4,2-2-4,0 1-11,0-2 15,12 1-9,4-1 13,4-2 5,2 1-4,0-2 5,0 1-6,-6-1 0,-4-1 4,-3 1-4,-5-1-2,-2 1 1,-2-1-7,0 3 7,0-2-2,0 0 3,-2 2 14,-6-2-9,-3-3-1,-1-1 8,-3 0-12,2 0 0,-2 0-25,1 0-70,3 0-125</inkml:trace>
  <inkml:trace contextRef="#ctx0" brushRef="#br0" timeOffset="6706">0 531 300,'0'0'17,"0"0"6,0 0 7,0 0-28,0 0 2,0 0 33,0 0-28,2 1 2,-2-1 21,0 0-3,0 0 24,0 0-10,0 0-8,0 0 5,0 0-21,0 0-2,0 0-2,0 0-4,0 0 9,0 0-19,0 0-1,0 0 17,0 0-15,0 0 2,0 0-4,0 3-2,0 6 1,6 2-4,-3 1 5,4 2 12,-1-1-10,2 1 10,1-2 0,1 0-12,4-2 15,-1-2-15,3-1 1,4-1 0,-2-3 7,2-2-8,1-1 5,-3 0-3,2 0 7,0 0-8,-3-7 0,-1 0 10,-2-4-10,-4 1-1,1-1 10,-4 0-5,-1-1 5,-1 1-10,-1 1 1,0 0 7,-2 1-6,1-1-2,-2 4 0,1 2 1,-2 1 0,0 2-1,0 1 0,0 0-10,0 0 9,0 0-32,0 0-15,0 0-30,0 0-87,1 4-15,2 2-179</inkml:trace>
  <inkml:trace contextRef="#ctx0" brushRef="#br0" timeOffset="8040">1367 542 189,'0'0'218,"0"0"-215,0 0 6,0 0 14,0 0 11,0 0 12,28 62-12,-17-52-8,-1 0 6,0-2-7,-1 1-13,0 0 19,3 0-20,0 1 2,1-2 8,1-1-11,2-2-8,1-1 7,-1-1-8,1-2 14,-1-1-14,-1 0-1,1 0 10,-1 0-9,-1 0 4,-2-8-2,-5-5 1,-1-1 17,-3-2-12,-3 2-6,0 0 28,0 3-15,0-1-15,-5 4-1,1 2 5,3 2-9,-1 1 4,1 2-19,1 1-28,-2 0-15,1 0-30,-1 0-72,2 1-55</inkml:trace>
  <inkml:trace contextRef="#ctx0" brushRef="#br0" timeOffset="8948">2643 515 420,'0'0'1,"0"0"17,0 0 36,0 0-38,0 0 7,0 0 22,-6-6-8,6 6-2,0 0-17,0 0-16,0 0-4,0 8-2,5 6 4,6 3 15,3 1-14,1-1 0,3-2 8,2 0 1,2-5 7,2-1-10,1-3-6,-4-3 7,2-3-1,-6 0-6,-3 0 8,1-5-1,0-8 15,2-6 14,-1-5-24,-2-3 20,-3-1-18,-2 0-7,-5 3 3,1 3 7,-5 5 35,0 2-50,0 5 6,0 3-9,0 3-2,0 2-14,-5 2-6,4 0-43,-2 0 7,-5 0-81,1 10-34,-2 1-208</inkml:trace>
  <inkml:trace contextRef="#ctx0" brushRef="#br0" timeOffset="9592">2978 601 299,'0'0'78,"0"0"13,0 0 44,0 0-75,0 0-5,0 0-10,0 0-5,0 0 4,0 0-27,10 4-7,8 11-9,6 3 16,4 6-1,6 1-8,2 2-8,0-3 5,-2-2-5,1 0-10,-5-3-33,-8 2-81,-11-6-88</inkml:trace>
  <inkml:trace contextRef="#ctx0" brushRef="#br0" timeOffset="10321">1432 694 440,'0'0'82,"0"0"-17,0 0 13,0 0-33,0 0-18,0 0 15,6-10 52,-6 10-35,0 0-11,0 0-16,0 0-32,0 0-4,0 2-2,0 8-2,0 4 8,-4 1 0,-5 5-13,-7 3-49,-4-1-68,-4-2-49,-3-9-195</inkml:trace>
  <inkml:trace contextRef="#ctx0" brushRef="#br0" timeOffset="11018">342 673 442,'0'0'43,"0"0"58,0 0-43,0 0-30,0 0 0,0 0-12,-17 6 5,9 8 28,-3 3-30,2-1-4,-1 6-13,1 0-2,-3 2-19,-3 3-19,1-3-62,-2-1-159</inkml:trace>
  <inkml:trace contextRef="#ctx0" brushRef="#br0" timeOffset="19394">4972 143 606,'0'0'0,"0"0"16,0 0-11,0 0-5,0 0 5,0 0-3,0 0-2,-54-4 0,36 4 0,-7 0 1,-5 0 3,-3 0 2,1 3-6,2 0 8,3 0-4,5-1-1,5 0 6,5-1-6,6 0 7,3 1-10,3 1-2,0 2 2,0 1 0,0 1-6,0 1 4,0 2 2,0 0 1,0 3 0,0 1 10,0 3 10,0 1-12,0 0-3,0 4 12,0-1-11,0 1 12,-1 2-8,-1-1-10,1-4 9,1 0-10,-2-4 1,1-2-1,-1-2 1,2-1 4,0-2-5,0-1-3,0-2-2,0-1 6,0-3-2,0 2-2,0-1 3,0-2 0,0 0 0,6 1 0,3-1 4,5 0-3,-1 2 8,3-1-9,0 0 5,1 4-3,0-1-2,4-1 0,2 3 2,4-2-2,1-1 0,2 1-2,0-1 6,-2-2-6,-2 0 2,-1-1 0,-1 0 2,-3 0 6,-4 0-7,-4 0 1,-6 0-2,-2-1 16,-2-5 1,3-1-9,0-3 14,-2-2-10,-1-3-1,0 0-8,-1-2 0,-2-3 2,0 0-5,0 1 0,0-2-7,-9-2 13,-1 0-6,-1 2 3,2 1 0,-3-3 2,2 3-5,-1 2 0,1 1 19,1 1-12,1 4 10,-2-1-12,2 1 2,2 4 7,0 1-14,2 3 0,-2 1-1,3 2 1,2 0-8,-2-1-4,-2 2-31,-2 0-32,-7 0-65,-1 7-7,-4 4-208</inkml:trace>
  <inkml:trace contextRef="#ctx0" brushRef="#br0" timeOffset="20542">4459 397 271,'0'0'27,"0"0"27,0 0-14,0 0-15,0 0 13,0 0 5,4-4-6,-4 2-6,0 1-17,0 0 24,0-1-8,0 1-7,0-2 7,0 0-20,0 0-9,0 0 8,-4 1-8,0-1 0,-4-2-1,-1 3 0,-1-3 0,-2 2 0,-4-1 0,-3 1 0,-4-1 6,-3 1-2,2 0-4,0-1 0,0 1 5,1 1 1,-1-1-5,3 0 9,-2 2-7,3-1 4,-1 2-3,-2 0-1,3 0 9,-3 0-11,2 0-1,-1 0 8,-2 0-8,0 0 7,-3 2-7,-3 3 0,-1 2 6,1 0-6,3 0 0,5-1 3,6 0-3,4-2 0,1 0 0,3 1 0,0-1-3,0 0 3,2-1-14,-1 1 9,1-1-25,2 0-9,-2-1-33,-2-2-73,-1 0-41</inkml:trace>
  <inkml:trace contextRef="#ctx0" brushRef="#br0" timeOffset="21181">3753 202 309,'0'0'54,"0"0"-34,0 0 32,0 0-47,0 0 1,0 0 0,-12 9 8,-1 4 39,-2 3-10,-1 2-4,-4 2-13,-1 2-5,-2 0-10,0 2-6,-1-3-3,3-2 4,6-4-6,2-4 0,4-3-1,3 0 5,3-4-4,1-3 0,2 1-1,0 1-7,0-2 5,0 0-1,0 2-4,2 2-2,7 2 10,5 1 5,3 3-5,4 1 14,2 0-9,4 1 4,1 1 12,2 0 0,0 0 4,-1-1-17,3-2-7,-4-1 5,-1-2-1,-2 1-10,-4 1-10,-1-3-23,-4-1-45,-3-5-205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0:15.290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156 10 225,'0'0'61,"0"0"-26,0 0 31,0 0-16,0 0-22,0 0-2,-2 0-11,2 0 19,0 0-4,0 0-1,0 0 2,0 0-6,0 0 24,0 0-16,0 0-7,0 0 31,0 0-31,0 0-8,0 0-5,0 0-12,0 0 10,2 1-11,5 2 2,5 1 14,8 0-2,2 0-2,5 0 6,6 0 2,7-1-4,0 1-7,2 0-9,2 0 22,-2 1-22,-1-2 0,1 0 8,-1-2-5,2-1 0,-1 0-3,1 0 5,-1 0-5,-3 0 0,-2 0 0,-1 0 1,-5 0 0,2 0-1,-4 0-1,-7 0 1,1 0-5,-4 0 2,-1 0 0,-2 0-2,-2 0-13,-4 0 16,-4 0-20,-3 0-13,-3 0-5,0 0-37,0 0-44,-19 0 6,-5 0-158</inkml:trace>
  <inkml:trace contextRef="#ctx0" brushRef="#br0" timeOffset="705">0 22 491,'0'0'67,"0"0"-21,0 0 20,0 0-30,0 0-27,0 0-7,9 0 4,6 0 5,4 3 4,6 1 33,6 1-20,8-1 13,13 0-5,11-2 4,8-2-5,9 0-11,2 0-24,6 0 20,3 0-16,2 0-1,-2 0-3,-7 0 2,-11-3-2,-11-1 0,-7 0 0,-12 0 0,-10 0 0,-9 1 0,-12 3 1,-8-1 1,-1 1 0,-3 0-2,0 0-4,0 0-1,0 0 4,0 0-10,0 0-2,0 0-7,0 0-23,-12 0-47,-7 0-59,-1 1-64</inkml:trace>
  <inkml:trace contextRef="#ctx0" brushRef="#br0" timeOffset="1635">2287 41 293,'0'0'99,"0"0"-94,0 0 34,0 0 6,0 0-37,0 0 21,0 1-1,0-1-6,0 0 4,0 2-18,0-2 10,0 1 5,0-1-8,0 1 16,4 1-4,7-1 1,6 1 16,5 0-30,8-1 15,6 1-3,4-1-8,2 0 8,1-1-25,0 2 0,2-2 22,6 0-12,0 0-5,3 0 10,3 0-8,1 0 5,-4 0-10,-2 0-1,-9 0 4,-5 0-2,-4 0 8,-2 0 3,-1-2-9,2 2 13,3-1-15,3 0 5,5-1 2,1-1-9,0 0-2,-1-1 0,-3 1 0,-4-1 13,-2 0-10,1 0-3,-2-2 12,-3 3-12,-5-1 4,-5 1-4,-4 0 2,-4 2 0,-6-1-2,-2 0 3,-4 0 2,-1 2 4,0-1 5,0 0 3,0 1-11,0 0 16,0 0-19,0 0-2,0 0 5,0 0-6,0 0 0,0 0-2,0 0-1,0 0-3,0 0-1,0 0-3,0 0 10,0 0-18,0 0-3,0 0-8,0 0-15,0 0-6,-3 0-91,-10 0-54,-13 0-11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0:25.961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10935 40 320,'0'0'0,"0"0"-1,0 0 1,0 0 13,0 0-3,0 0 4,0 0 39,12-34 19,-12 34-21,0-1-6,0 1-19,0 0-14,0 0-7,0 0 7,2 0 15,-2-2-14,1 2-7,1 0 18,-2 0-24,0 0 17,1 0-5,-1 0-12,2 0 16,3 0-11,1 0-4,3 0 27,5 3-5,1 2-9,2 1 25,5 0-17,3 0 6,3 1-10,5 0-7,3-2 15,1 1-25,3-1 20,-1 1-13,3-2 7,3 2 11,-3-2-6,2-3-9,3 2 7,6-3-11,10 0 3,7 0-8,3 2 6,-1-1-2,-5 2-6,-4 0 0,-5 1 2,-2-1-2,-2 1-2,-3 0 1,1 1 2,2-1 2,2-2-3,5 0 0,4-1 3,-3-1-1,-2 0 1,-8 0-3,-9 0 0,-7 0 9,-4 0-1,-4 0-8,-3 0 14,-1 0-14,-7 0 1,-3 0 2,-3 0-3,-5 0 4,-1 0-4,-1 0 0,-4 0-3,0 0 7,0 0-4,0 0 0,0 0 2,0 0-1,0 0-1,0 0 0,0 0-7,0 0 7,0 0-8,0 0-1,0 0-4,-3 0-1,-6 0-13,-3 0-16,-7-3-2,-7 2-38,0 0-43,-6-1-17,-1 0-81</inkml:trace>
  <inkml:trace contextRef="#ctx0" brushRef="#br0" timeOffset="1036">11703 7 256,'0'0'52,"0"0"-18,0 0 44,0 0-53,0 0 23,0 0 41,99 16-35,-52-15-11,7 2-21,15-3-9,10 0-6,14 0 2,9 0-2,4 0-5,3 0 1,-4 0 16,-4-1-19,-8 1 7,-10-2-3,-7 2-3,-10 0 2,-14 0-3,-12 0 0,-17 0-3,-10-1 9,-8 1-6,-4 0 21,-1 0 18,0 0 8,0 0-33,0 0-12,0 0 16,0 0-17,0 0-1,0 0 1,0 0-1,0 0 5,0 0-5,0 0 1,0 0 0,0 0 0,0 0-1,0 0 1,0 0 0,0 0-1,0 0 0,0 0 0,0 0-6,0 0 6,0 0-1,0 0-2,0 0 6,0 0-4,0 0 1,0 0 0,0 0-5,0 0-2,0 0-8,0 0-7,0 0-20,0 0 0,0 0 18,-1 0 7,-4 0 4,-1 0-43,-6 0-11,0 0-74,-2 0-39</inkml:trace>
  <inkml:trace contextRef="#ctx0" brushRef="#br0" timeOffset="6878">0 1046 34,'0'0'90,"0"0"-67,0 0 10,0 0 1,0 0-6,0 0 3,0 0-17,0 0 24,0 0 6,0-1 1,0 1-4,0 0-13,0 0 0,0 0-13,0 0-1,0 0 8,0 0-8,0 0-7,0 0 5,3 0 2,3 0-1,6 0 4,3 0 4,9 0 11,4-3-8,8 0-3,3 0-4,4 2-2,0-1-4,3 2-3,-1 0-7,3 0 8,0 0-5,2-1-4,2-2 12,2 0-4,3 0-4,0 1 1,-1 0 0,-4 1 1,-2 1-3,-4 0-2,-3 0 10,-3 0-6,-1 0 15,0 0-8,-3 0-3,4 0 12,-3 0-19,1 0 5,-2 0 3,-2 0-10,-1 0 5,0 0-3,1 0-2,0 0 17,2 0-13,3 0 4,3 0 0,2 0-6,4 0 5,1 0-7,0 0 0,1 0 2,-3 0 5,-2 0-7,-2 0 4,-2 0-4,-4 0 0,2 1-1,-2-1 2,3 0 5,1 0-5,0 0-1,0 0 4,-1 0 3,-1 0-3,-4 0-4,-2 0 4,0 0-4,-3 2 2,0-1-2,1 0 2,2-1 0,-3 0-2,3 0-2,0 0 2,2 0 1,8 0 3,1 0-1,-1 0 8,3 0-11,-4 0 1,-2 0-1,-5 0 0,-9 0 1,-6-1-1,-4 0 0,-5 1 2,-5-2 2,-3 2 8,3-1-9,-5 1 1,-1 0 15,2 0-8,-2 0 0,0 0 8,0 0-9,0 0 3,0 0 6,0 0-18,0 0 22,0 0-13,0-2-4,0 2 6,0 0-11,0 0 1,0 0-2,0 0 0,0 0-1,0 0 1,0-1-10,0 0-13,0-1-27,0-2-37,-2-1-42,-1-5-169</inkml:trace>
  <inkml:trace contextRef="#ctx0" brushRef="#br0" timeOffset="8335">3701 815 489,'0'0'52,"0"0"25,0 0-29,0 0-40,0 0-3,0 0 3,24 0 2,-1 0 8,5 0 14,3 0-6,4 0-1,3 0 1,-1 0-25,2 0 26,0 0-19,1 0-7,-1-2 8,-6-1-9,-3 1 0,-3-1-2,-8 0 6,-6 1-2,-3 1-2,-7 1 0,-2 0-2,-1 0-17,0 0-16,0 0-27,0 0-21,0 0 24,0 0-31,-3-3-68</inkml:trace>
  <inkml:trace contextRef="#ctx0" brushRef="#br0" timeOffset="8730">3991 665 553,'0'0'35,"0"0"39,0 0-13,0 0-28,0 0-33,0 0-18,11 2 18,15 8 11,8 1 25,9-1-7,1 0-12,3-2 6,-3-1-23,-6 0 5,-6 0-3,-10 0-1,-5 1 1,-8-3-2,-6 2-12,-3 1 6,0 3 6,0 4 9,-8 0-9,-2 2 8,-5 0 10,0 1-18,-3 3 0,1 3-3,-2 3-59,5-2-67,6-5-92</inkml:trace>
  <inkml:trace contextRef="#ctx0" brushRef="#br0" timeOffset="13890">5229 511 423,'0'0'58,"0"0"15,0 0-9,0 0-9,0 0-34,0 0-4,0 0 1,-7-8-13,7 8 10,0 14-14,-2 14 4,1 10 53,-4 4-25,2 0-9,0-4-8,0-6-3,1-2-5,2-5-8,-1-5 0,1-4 0,0 0 0,0-5-4,0 1-44,0-3-60,0-4-2,0-5-140</inkml:trace>
  <inkml:trace contextRef="#ctx0" brushRef="#br0" timeOffset="14220">5141 582 331,'0'0'72,"0"0"-62,0 0 43,0-81-10,0 64 7,7 1-16,4 1-2,0 0 7,3 1-14,2 4-3,4 1 8,2 2-9,4 3-6,2 2-12,0 2 2,2 0 8,-3 3-13,-4 10-7,-4 4 3,-7 8-18,-2 3 20,-10 5 1,0 2 1,0-2 7,-19-5-7,-5-3 2,-6-7-1,-3-3 4,-4-3 7,3-5-12,2-1 6,8-6-5,8 0 1,1 0 0,6 0-2,4-5-8,2 0-30,3 2-7,0 0-85,16-1-64,9-1-191</inkml:trace>
  <inkml:trace contextRef="#ctx0" brushRef="#br0" timeOffset="14671">5821 591 481,'0'0'91,"0"0"-67,0 0 57,0 0-27,0 0 7,0 0-19,-9-60-15,0 56-19,0 1 28,0 3-30,-4 0-5,-1 0 22,-5 12-23,-5 18 0,-1 5 13,1 5-13,6-4 13,9-2-11,8-3-1,1-3-2,4-5-9,18-1 4,7-4 6,8-6 2,3-3 3,3-4-5,-2-5-16,-4 0-11,-1 0-54,-3-14-93</inkml:trace>
  <inkml:trace contextRef="#ctx0" brushRef="#br0" timeOffset="15046">6180 487 657,'0'0'12,"0"0"46,0 0 66,0 0-73,0 0-43,0 0-8,0 9-7,0 18 7,0 10 24,0 4 12,0 1-9,2-1-16,-1-5-8,2 0-3,1-7-38,0-1-49,2-6-98,1-9-37</inkml:trace>
  <inkml:trace contextRef="#ctx0" brushRef="#br0" timeOffset="15326">6136 764 730,'0'0'0,"0"0"-7,0 0 7,0 0 9,83-18 4,-51 8-13,-6 1 0,-5-2 5,-6-3-2,-6-1-3,-1-4 4,-7-3 4,-1-2 7,0-1 5,0 0 17,-7 3 17,-1 6-27,4 3 0,1 5 0,0 4-9,1-1 14,2 5-27,0-1 18,0 1-11,0 0-12,0 0-4,0 1-4,0 19 2,5 12 6,4 7 1,3 8 0,-3-1 13,-3-2-8,-2-2-6,1-4 0,0-2-10,0-1-5,1-1-59,2-5-87,1-9-129</inkml:trace>
  <inkml:trace contextRef="#ctx0" brushRef="#br0" timeOffset="15865">6691 772 203,'0'0'387,"0"0"-352,0 0 85,0 0-34,0 0-55,0 0-31,-9 0 0,30 0 12,11 0 13,15 0 28,7 0-28,7-1-10,3-3 11,2-2-26,-4 2 1,-7 0 8,-9 1-8,-11 3 0,-10-1-1,-10 1-16,-7 0 12,-5 0-44,-1 0-22,-2 0-41,0 0 25,0 0 13,0-3-35,-10-6-150</inkml:trace>
  <inkml:trace contextRef="#ctx0" brushRef="#br0" timeOffset="16186">7043 612 714,'0'0'74,"0"0"36,0 0-3,0 0-96,0 0-11,0 0-39,52-8 39,-9 13 13,2 8-9,0 4 7,-5 2-11,-4 4 0,-5 0 7,-5 2-5,-9 0 0,-7-1-2,-9 3 0,-1-2 0,-6 3 0,-15 0 0,-4-1 12,-5-2-11,3-3 3,0-3-4,2-2-9,4-4 7,4-3-35,3-1-32,5-6-63,0-3-106</inkml:trace>
  <inkml:trace contextRef="#ctx0" brushRef="#br0" timeOffset="16951">8261 587 596,'0'0'21,"0"0"12,0 0 21,0 0-4,0 0-24,0 0 2,-20-3 10,20-1-19,16-3 14,13-3-3,14-1-8,8 0 19,4 4-38,-3 1-2,-3 1 2,-4 2-3,-6 2-14,-8-2-14,-6 3-67,-8 0-57,-11 0-75,-6 0-181</inkml:trace>
  <inkml:trace contextRef="#ctx0" brushRef="#br0" timeOffset="17199">8448 582 161,'0'0'464,"0"0"-455,0 0 68,0 0-19,0 0-51,0 0-7,11 61 57,-1-30-16,-1 1-12,-5 2-5,1-2-4,-2-2-20,-2 1 2,3-2-10,-3-1-18,2-2-46,-1-5-11,3-6-14,0-7-61,1-6-85</inkml:trace>
  <inkml:trace contextRef="#ctx0" brushRef="#br0" timeOffset="17455">8362 935 197,'0'0'477,"0"0"-466,0 0 66,0 0 6,0 0-83,0 0-16,12 0 16,22 0 14,15-2 36,8-4-17,2 0-10,-1-1-4,-8 1-17,-7 2 6,-13 3-8,-12 1-4,-8 0 1,-8 0-56,-2 0-55,0 0-10,0-2-80</inkml:trace>
  <inkml:trace contextRef="#ctx0" brushRef="#br0" timeOffset="17746">8813 712 650,'0'0'12,"0"0"72,0 0 18,0 0-89,0 0-10,0 0-3,-4 10-9,13 12 9,-1 5 31,-1 0 3,2-3-24,-3-4-2,0-4-5,-3-2-1,0-5-2,-2-5 0,1-2 6,0-2-17,-1 0 11,-1 0 0,0-13 28,0-14-27,0-5 0,0-1-1,0 3 0,2 5 2,2 6-2,-1 4 0,1 3 8,2 4-8,0 0 0,0 6-4,4 2 2,1 0-3,0 4-2,0 13-12,1 5 16,0 4-3,-3-1 4,0-4 2,-3-6-4,-1-5 2,-3-4-3,1-5-3,-1-1 8,-1 0 0,3-4 8,0-17-3,4-7-4,3-7-1,1 1 0,1 3 3,0 5-5,-3 4 2,-2 10-5,-1 4 4,-4 6 1,-1 2-2,1 0 2,4 0-10,2 11 9,4 12 2,3 5 3,-2 4 2,-2 3-5,0 2 13,-1-1-14,-4-1 3,2-1-7,-3-3 1,1-3-36,2-7-51,3-9-75,3-6-184</inkml:trace>
  <inkml:trace contextRef="#ctx0" brushRef="#br0" timeOffset="18445">9622 602 200,'0'0'341,"0"0"-322,0 0 85,0 0-59,-83-47-18,56 47-17,3 0-1,3 11 32,6 7-37,6 6 5,5 2-4,4 0-3,0 2-2,13-3 0,10 1 6,3-2-4,6-4-1,-1 2-1,-1-4 6,-5 0-2,-8-4-1,-6-1-3,-4-2 1,-6-3-4,-1 1 6,0 1 0,-4 0 12,-14-1 10,-2 0 8,-4-5-24,1-2-7,-3-2 7,5 0-9,3-3-17,8-11-75,4-3-70,6-2-257</inkml:trace>
  <inkml:trace contextRef="#ctx0" brushRef="#br0" timeOffset="18848">9815 648 765,'0'0'41,"0"0"149,0 0-120,0 0-45,0 0-19,0 0-5,89-41 13,-44 35-13,1 2 0,-3 1 12,-2 0-12,-7 2 1,-7 1-4,-6 0-11,-11 0-19,-4 0-76,-6 0-81,0 0-78</inkml:trace>
  <inkml:trace contextRef="#ctx0" brushRef="#br0" timeOffset="19074">9979 636 577,'0'0'147,"0"0"-118,0 0 135,0 0-92,0 0-70,0 0 66,16 94 15,-4-56-49,-3 3-8,-1-1-23,-4 1-1,-2-3-2,-2-4-17,0-3-36,-3-3-25,-8-8-103,-1-12-269</inkml:trace>
  <inkml:trace contextRef="#ctx0" brushRef="#br0" timeOffset="21742">9871 1087 170,'0'0'52,"0"0"-11,0 0 15,0 0-42,0 0-2,0 0 0,0 0-6,-12 0 8,12 0-4,0 0 20,0 0 28,0 0-18,0 0 7,0 0-8,0 0-6,0 0 12,0 0-13,0 0 9,0 0 8,0 1-15,0-1 1,0 0-2,0 1-15,0-1 12,0 0-12,0 0-8,0 0-5,0 0-5,3 2 2,12-1 1,9-1 10,11 2 10,6-2-16,6 0-1,3 0 1,0 0-6,-3-3-1,-3 0 1,-6 0 5,-5 2-8,-10-1 5,-6 2-3,-5 0 0,-4 0-6,-5 0 6,-3 0 0,0 0 3,0 0-3,0 0 0,0 0 0,0 0 1,0 0 0,0 0-2,0 0 1,0 0-12,0 0 9,0 0-25,0 0-22,0 0-39,0 0-91,0 0-10,0 0-166</inkml:trace>
  <inkml:trace contextRef="#ctx0" brushRef="#br0" timeOffset="27743">10835 798 337,'0'0'51,"0"0"30,0 0 13,0 0-49,0 0-10,0 0 29,0 0-24,-3 0 13,3 0 0,0 0-42,3 0-11,12 0 2,7 0-2,11 0 3,5 0 2,2 1-2,1 2-3,0-2 4,-4 2-7,-4 1 6,-2-1-6,-2 2-6,-5-4-24,-5 0-74,-4-1-9,-5 0-88,-8 0-157</inkml:trace>
  <inkml:trace contextRef="#ctx0" brushRef="#br0" timeOffset="28065">11065 733 347,'0'0'111,"0"0"-56,0 0 11,0 0-66,0 0-25,0 0 25,91 13 36,-44-6 4,1 0-21,-3 3-2,-6 0 2,-9 5-12,-7-1-7,-9 0-2,-6 1 1,-8 1-6,0-1 10,-6 2-3,-17 0 15,-5-2-6,-3-2-4,3 0-5,3-2-24,6-3-35,8-5-93,11-3-278</inkml:trace>
  <inkml:trace contextRef="#ctx0" brushRef="#br0" timeOffset="28416">11897 694 409,'0'0'7,"0"0"57,0 0-15,0 0 14,0 0-24,-91-24-7,79 24-7,5 0-19,1 0 0,5 8-6,1 7-10,0 1 5,13 5-5,3 1 10,4-2 0,2 3 4,-2 0 3,-1-3-6,-6 1-1,-2-4 1,-8-1 7,-3-2-7,0-3 8,-5 2-8,-13-3 29,-2-2-19,-5-3 1,0-1 12,1-4-19,1 0 6,3 0-11,2-1-25,3-9-6,5-1-35,5-3-6,5-1-124,0-4-159</inkml:trace>
  <inkml:trace contextRef="#ctx0" brushRef="#br0" timeOffset="28816">12066 701 627,'0'0'68,"0"0"75,0 0-78,0 0-11,0 0-37,0 0-12,0-13-1,1 18-1,1 11 12,-2 5-7,1 5-5,-1-2 10,2 4-8,-1-3-9,1 0 4,-1-1-33,2-2-38,2-3-64,3-5-32,2-9-145</inkml:trace>
  <inkml:trace contextRef="#ctx0" brushRef="#br0" timeOffset="29092">12252 737 643,'0'0'14,"0"0"65,0 0-50,0 0-29,0 0 2,0 0 19,14 62 15,-13-34-10,1-3-14,-1-2 4,1-6-10,-1-5 2,-1-5-8,0-1 2,0-5 0,0-1 5,0 0 5,3 0 14,0-20 3,3-9-19,0-3-10,3 3 5,1 4-3,-2 7 2,-2 7-4,-1 3 5,-1 2-4,0 3 0,-2 2-1,-1 1-12,2 0 10,2 0-20,1 11 17,0-1 1,1 1 1,-1-4 3,-1-2 0,-2 0 2,-2-4-5,2-1 3,-1 0 0,5 0 7,3-14 17,6-8-17,0-2 2,0 0-8,2 3 8,-4 7-9,-4 5-1,-6 5 1,-2 3 2,-1 1-2,-1 0-4,0 0-9,0 0 7,3 15-15,2 7 21,-3 5 14,1 3 12,-2 2 6,1 4-28,2 0 1,-4 2 3,0-4-4,0-5-4,0-5 3,0-6-1,0-3 5,0-3-7,0-2-22,0-2-39,0-1-82,0-4-48,0-3-171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3:14.629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0 807 716,'0'0'0,"0"0"-17,0 0 3,0 0 14,122 8 21,-46-8 33,9 0-8,8-7 9,4-7-25,3-4 1,7-3-15,-1-2 4,-1 0-17,-8 4 5,-14 2-7,-20 4-1,-17 3-7,-20 6-17,-15 3-71,-11 1-89,0-3-57,-23-2-175</inkml:trace>
  <inkml:trace contextRef="#ctx0" brushRef="#br0" timeOffset="263">743 484 210,'0'0'624,"0"0"-623,0 0 9,0 0 27,0 0-37,0 0 0,104 9 8,-33 12-2,3 4 13,-1 1-8,-7 2 2,-3 4-13,-10-2 1,-12 0-1,-16 1 0,-13 2-3,-12 1 1,-9 4 2,-22 2 1,-8 1 12,-4-5-6,1 0-7,3-6-75,9-12-96,11-14-285</inkml:trace>
  <inkml:trace contextRef="#ctx0" brushRef="#br0" timeOffset="744">2419 76 737,'0'0'0,"-81"1"0,32 20 9,4 6 1,8 4-10,14 3-2,16 0 1,7 4-5,27 4 0,18 2 6,13 3 8,2-4-2,1-4 1,0-2 7,-12-4-14,-13-5 2,-15-3 17,-18 0-15,-3-1 0,-27 3 46,-13 1 5,-9-6-26,1-3-12,-3-10-10,11-7 7,4-2-14,3 0-9,12-5-29,8-11-105,10-3-79</inkml:trace>
  <inkml:trace contextRef="#ctx0" brushRef="#br0" timeOffset="1088">2734 315 874,'0'0'0,"0"0"-8,0 0 8,0 0 11,55 103 24,-31-57 1,-6-3-24,0-4-8,-6-9 0,-5-6 1,0-8-1,-7-9-4,0-5 0,0-2 5,0-2 10,0-25 12,-8-11-27,-3-13-8,5 0 8,5 5 4,1 9 6,0 11-10,0 11 0,10 8 0,6 7 0,7 0-12,5 15 11,4 10-1,-2 4 0,-4-2 4,-2-5 1,-6-8-3,-3-5-3,-6-5-6,-3-4 6,-2 0-6,-4-17 9,3-13 19,-1-12-14,-1-5-3,4 2-2,-1 4 1,2 9-1,2 8 4,2 5-4,-2 7 8,-1 4-7,3 6-1,1 2-9,6 10-6,2 18 15,0 11 7,-4 10 17,-2 3-10,-2 0-4,1-2-6,1-4-3,-1-4-1,2-4-4,-1-3-64,-1-4-100,0-8-124</inkml:trace>
  <inkml:trace contextRef="#ctx0" brushRef="#br0" timeOffset="1710">3804 37 968,'0'0'0,"0"0"0,-109-35 1,74 35-1,4 1 0,3 21-2,7 3 2,10 5 0,10 4-4,1 0-2,12 1-1,21 0 7,10 1 7,6-1-7,8 1 0,1-3-1,-4 2 3,-8-4-2,-11-2 4,-13-5-4,-12-2 0,-10-4 4,0 1-3,-21-4 17,-16-1 3,-5-4-13,-4-6-1,-3-4-4,1 0-3,6 0-2,5-4-29,7-2-70,8 1-117</inkml:trace>
  <inkml:trace contextRef="#ctx0" brushRef="#br0" timeOffset="2378">2219 1181 406,'0'0'36,"0"0"42,0 0 44,0 0-26,0 0-4,0 0-31,-52 0-5,52 0-23,0 0-5,17 1-3,24-1-3,29 0 39,32-10 15,29-15-16,20-9-20,19-7-13,6-3 0,9 2-13,0-3-11,-11 5 9,-15 0-12,-28 3 3,-24 7-12,-26 7 0,-27 6-21,-23 7-20,-19 5-35,-12 5-31,-3 0-36,-30 17-34,-15 9-139</inkml:trace>
  <inkml:trace contextRef="#ctx0" brushRef="#br0" timeOffset="2754">2535 1479 769,'0'0'2,"0"0"0,0 0 35,0 0-9,0 0-7,0 0 30,69 13 35,0-13-4,26-21-28,23-12-5,21-7-24,12-2-19,11 0 18,1-4-23,-7 1 0,-14 0 3,-21 1-3,-22 6 1,-23 6-2,-27 11 2,-19 9-4,-12 6 2,-14 6 0,-4 0 3,0 0-3,0 0-16,0 0-24,0 0-20,-4 1-51,-11 5-49,1 0-107</inkml:trace>
  <inkml:trace contextRef="#ctx0" brushRef="#br0" timeOffset="3376">4345 676 718,'0'0'13,"0"0"-3,0 0 14,0 0 24,0 0-14,0 0-12,42 0 15,12-12 32,18-5-1,17-3-20,11-7-39,8-1-7,2-1 10,-5-1-12,-11 1 0,-9 4-2,-18 5 2,-18 6-5,-18 7 1,-16 4-8,-12 3-14,-3 0-29,0 0-39,-18 0-12,-12 5-47,-7 0-411</inkml:trace>
  <inkml:trace contextRef="#ctx0" brushRef="#br0" timeOffset="3698">4935 348 806,'0'0'10,"0"0"14,0 0 20,0 0-36,0 0-2,139 0 4,-66 6 1,1 10 3,-8 2-5,-6 4-4,-14 0 0,-8 3 1,-16 1-6,-15 2 0,-7 2-8,-13 0 6,-22 1 2,-8-3 22,-3-2-11,0-4 10,5-5-19,10-7 0,10-4-4,12-6-31,9 0-81,0-6-83,21-14-356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2:09.60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9 1000 385,'0'0'69,"0"0"-31,0 0 53,0 0-40,0 0-27,0 0-2,0 0 17,0 0-19,-9 9 1,9-9 13,0 0-17,0 0-3,0 0 8,0 0 4,0-1-6,3-11-8,9-4-11,3-5 19,7-5-18,8-8 3,7-7 3,11-3-6,8-5 3,6 1-5,0 1 0,-1 4 0,-7 6 4,-9 5-8,-9 7 8,-11 6-3,-7 7 2,-9 5-3,-6 4 0,-2 3 6,-1 0-6,0 0-17,0 0-46,0 0 2,-10 0-35,-8 3-13,-2 0-160</inkml:trace>
  <inkml:trace contextRef="#ctx0" brushRef="#br0" timeOffset="456">333 408 573,'0'0'10,"0"0"63,0 0-7,0 0-30,0 0-7,0 0-20,-8-16-7,24 13 5,12-1-7,13-1 31,8 3-14,2 2-4,6 0 5,-1 0-16,-2 0 4,-8 8-2,-7 4-2,-15-1-2,-5 2-6,-8 0 4,-7 4-11,-4 5 10,0 3 3,-4 4 1,-11 1 10,-2 1-4,2-4-7,1-2-4,3-4 4,2-1-15,4-2-50,5-2-28,0-2-58,19-9-172</inkml:trace>
  <inkml:trace contextRef="#ctx0" brushRef="#br0" timeOffset="1085">1482 275 199,'0'0'115,"0"0"-35,0 0 25,0 0-37,0 0-21,0 0 3,0-5-8,0 5-6,0 0 30,0 0-31,0 0-13,0 4-22,0 19-30,0 13 30,0 11 20,0 7-15,0 1 19,0-3-19,0-7 0,-4-11-3,1-8 2,0-11 1,1-8-5,2-5 0,0-2 12,-1-9 3,-2-25 27,0-17-42,0-13 0,3-6 3,0 4-3,0 6 0,0 4 3,7 3-3,8 5 0,-1 7-1,3 5 1,0 8-2,-1 6 2,-1 4 0,-2 8-10,-2 6 4,0 4 4,2 4-16,-3 21 3,5 10 13,-6 7 2,0 7 0,-1 5 11,2 0-6,2 0 1,3 1-6,-2 0 3,2 2 4,-4-6-7,-4-4-10,-1-6 5,-4-5-42,-2-5-26,0-4-11,0-7-10,-6-10-75,-3-10-23</inkml:trace>
  <inkml:trace contextRef="#ctx0" brushRef="#br0" timeOffset="1671">1417 520 247,'0'0'464,"0"0"-464,0 0 143,0 0-108,0 0-32,0 0-3,101-58 0,-59 54 11,5 0-11,1 1 0,0 3-2,-5 0-6,-1 0-56,-9 0-88,-5-2-65</inkml:trace>
  <inkml:trace contextRef="#ctx0" brushRef="#br0" timeOffset="1919">2164 326 613,'0'0'1,"0"0"59,0 0-37,-105-6-8,74 13 7,3 9-6,1 5 10,6 3 4,4 4-14,7 5 0,9 5-16,1-1-4,10-3 1,16-3 3,11-8 2,5-8 2,7-8-4,2-7 16,1 0-7,-3-12-7,-6-13 6,-5-5-5,-3-7 8,-9-2-7,-7-4-3,-4 1 19,-8 0-18,-4 0 2,-3 1-4,0 1 0,-3 5 15,-8 6 3,1 4-14,1 9 19,2 4 6,0 8-6,4 3-8,3 1 0,-2 0-12,2 18-3,0 12-9,0 9 8,0 6 2,3 3 1,6 0-2,-2-2 2,-1-1-15,0 1 12,-1-9-46,-2-1-42,3-12-61,-3-11-87</inkml:trace>
  <inkml:trace contextRef="#ctx0" brushRef="#br0" timeOffset="2412">2753 264 665,'0'0'74,"0"0"-56,0 0 75,0 0-90,0 0 7,0 0-10,-118 75 2,63-49 15,0-5-17,7-1 0,8-6 10,15-7-1,12-3 14,9-4-23,4 0 5,0 0-5,3 0-1,15 0 1,3-2 12,10-1 2,4 3 14,0 0-20,-1 0 14,-2 9-3,-6 8-13,-1 5 0,-3 4-6,-1 4 3,-1 1-11,-1-3 8,-2-4-30,3 0-6,2-4-53,7-7-14,5-5 3,3-8-425</inkml:trace>
  <inkml:trace contextRef="#ctx0" brushRef="#br0" timeOffset="2850">2986 471 433,'0'0'169,"0"0"-125,0 0 122,0 0-87,0 0-79,0 0-13,31 4 13,34-2 68,10-2-33,9 0-20,3 0 21,1 0-29,-7 0 48,-8-2-46,-18 2-7,-17-3 0,-16 2-2,-13-2 8,-8 3-16,-1 0 2,0 0-40,0 0-3,-7 0-36,-5 0-38,2 0-25,-3-3-158</inkml:trace>
  <inkml:trace contextRef="#ctx0" brushRef="#br0" timeOffset="3171">3479 234 872,'0'0'2,"0"0"51,0 0 23,0 0-51,0 0-25,0 0-23,-1 3 23,50 15 28,16 2-10,3 1-3,2-1 1,-4 5-15,-5 3 3,-9 5-2,-13-1 0,-14-1 6,-13-4-4,-12-2-4,0 1 24,-20-1 1,-9 1-3,-6 2-11,-1-3-7,-2-3 5,2-1-9,5-2 0,2-1-4,10-1-6,1 0-28,3 3-50,8-1-67,2-2-109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2:13.415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3149 47 73,'0'0'97,"0"0"7,0 0 37,0 0-25,0 0-31,0 0-11,5-15-1,-5 12 0,0 0-35,0-1-3,0 1-12,-8-1-16,-7 1-6,-12 0 0,-9 3 4,-10 0-4,-5 0 0,-8 3 9,-5 10 0,-2 4-10,-7 4 1,-3 5 11,-12 7-12,-11 5 0,1 3 0,-4 4 4,8 3 13,3 5-5,0 6-9,6 4 4,1-3-7,8-6 0,5-8 0,6-5 0,6-6 9,6-1-7,9-6 4,11-6 3,12-6-7,7-5-2,8-6 0,3 1-11,3 0 4,-1-4-34,1 3 10,0-5-3,0 0-17,0 0-24,1 0-16,13-13 0,4-7-63</inkml:trace>
  <inkml:trace contextRef="#ctx0" brushRef="#br0" timeOffset="540">1563 410 600,'0'0'22,"0"0"-3,0 0 71,0 0-48,0 0-31,0 0-11,-14 5 0,-5 27 0,-6 11 18,-4 8 5,-3 2 26,-1 0-23,-4-1 2,-4 0 0,-1-3-25,0-4 8,0-3-6,8-5 6,6-5-3,8-7-8,7-5 0,7-4-2,6-4-4,0 0-5,4 3 7,21-3 4,14-2 1,10-3 6,11-4 18,1-3-20,2 0-1,-3 0 9,-2-7-13,-4 0 2,-9 3 1,-8 1-3,-13 1 0,-9 2 0,-6 0 3,-6 0-6,-3 0 3,0 0 0,0 0 19,0 0-16,0 0-2,0 0-1,0 0-1,0 0-30,0 0-41,0 6-54,0 3-27,4-3-285</inkml:trace>
  <inkml:trace contextRef="#ctx0" brushRef="#br0" timeOffset="1020">1910 1239 1075,'0'0'56,"0"0"-40,0 0 84,0 0-53,0 0-22,0 0-25,0 0-2,0 0-13,0 6-36,0 5-38,-13 9-4,-8 1-86,-2-4-189</inkml:trace>
  <inkml:trace contextRef="#ctx0" brushRef="#br0" timeOffset="9412">1092 2837 433,'0'0'85,"0"0"-72,0 0 62,0 0 22,0 0-20,0 0-9,0 0-19,-2 0-13,2 0 24,0 0-32,0 0 8,0 0-4,0 0-14,0 0 8,0 0-26,22 1 0,19 5 11,26 0 13,17 1-7,16-1 1,17 0-11,6 0 20,10 1-27,3-2 2,-2 1 18,-8-3-19,-10-3 5,-8 0-4,-14 0 2,-15-7 3,-18-3-7,-20 1 0,-19 4 2,-12 0-2,-10 4 2,0 1 0,0 0-2,0 0 10,0 0-10,0 0 0,0 0 0,0 0-2,0 0-19,-3 0-18,0 0-33,0 4-24,3 5-70,0-6-94</inkml:trace>
  <inkml:trace contextRef="#ctx0" brushRef="#br0" timeOffset="11114">72 1126 396,'0'0'62,"0"0"66,0 0-57,0 0-50,0 0-18,0 0-6,-1 19 5,1 17-2,-5 8 43,-3 8-18,-1 0 3,1-4-21,-2 0-5,2-9 8,1-5-3,1-6-6,3-12-1,0-8 0,1-6 14,1-2-2,1-11 9,0-22 3,0-14-24,0-9-2,0 0 2,3 3 5,4 5 0,1 7 5,1 6-1,3 6 10,4 2-14,5 3-4,1 6-1,7 5 6,-2 9-8,3 4 2,-1 4-13,-2 20 9,-6 8-6,-4 5 5,-13 1-3,-4-2 8,-9-2-9,-19-3 18,-5-6-9,-3-7 9,0-7 5,8-6-10,4-5 4,6 0-7,5-3 20,7-6-21,3-1-4,3 5 3,0 0-5,0 1 6,4 4 7,14 0-3,5 0 5,5 17-9,0 6 0,-1 4-3,0 5 3,-3 0 0,1-1-20,5-6-50,-1-8-68,2-13-89,-3-4-259</inkml:trace>
  <inkml:trace contextRef="#ctx0" brushRef="#br0" timeOffset="11714">537 1374 685,'0'0'91,"0"0"-73,0 0-11,0 0 58,-9 96-11,1-50-14,4 0-34,-3-6 7,2-7-13,2-14 1,2-10-3,1-8 2,0-1 0,0-12 18,0-22-18,0-12 7,0-5-14,0 4 14,1 6-2,11 6-5,1 4 5,5 4-9,2 3 4,0 6 0,-1 4 0,0 4 3,-1 3 4,-6 6-6,0 1-1,-1 4 0,2 20-6,-1 8 6,-1 9 1,0 4 4,-3 3 3,-1 2-8,0 0-3,-1-2-2,-1-8-26,-2-10-34,1-7-54,2-12-33,-3-10-118</inkml:trace>
  <inkml:trace contextRef="#ctx0" brushRef="#br0" timeOffset="12118">614 1608 554,'0'0'75,"0"0"-26,0 0 68,0 0-28,0 0-52,0 0-37,-26-29 0,57 25 32,8-1-23,7 1 3,-3 1-12,1 2-4,0-1 0,-2 2-78,-4-1-102,-6-3-42</inkml:trace>
  <inkml:trace contextRef="#ctx0" brushRef="#br0" timeOffset="12336">1123 1450 625,'0'0'79,"0"0"39,0 0-66,0 0-49,0 0-3,0 0 12,-101 2-9,71 27 20,6 3 5,8 4-18,7 1 29,9-1-39,0-4 0,16-2-3,11-6 0,12-6 2,7-8-71,9-9-73,7-1-19,-4-11-380</inkml:trace>
  <inkml:trace contextRef="#ctx0" brushRef="#br0" timeOffset="12568">1398 1475 587,'0'0'94,"0"0"-41,0 0 41,0 0-49,0 0-45,0 0 2,-30 63 5,24-16-1,6 2 11,0-2-17,0-8-17,2-6-60,8-13-91,-2-8-111</inkml:trace>
  <inkml:trace contextRef="#ctx0" brushRef="#br0" timeOffset="12742">1379 1746 549,'0'0'116,"0"0"-58,0 0 65,0 0-86,0 0-9,0 0-8,88-37-3,-39 16-14,2-2 3,-5-4-12,-4-2-13,-11 0 17,-11-1-1,-13 6 6,-5-1 0,-2 7 18,0 0 9,-6 3 33,-5 3-38,4 4-3,4 5 12,1 3-20,2 0-9,0 0-5,0 4-24,0 17 24,0 10 9,0 7-2,0 4 20,2 3-19,5 0-5,-2-4-3,-1-4-1,-2-1-4,-2-4-38,0-3-33,-3-3-59,-6-9-226</inkml:trace>
  <inkml:trace contextRef="#ctx0" brushRef="#br0" timeOffset="14797">2346 1667 427,'0'0'101,"0"0"-30,0 0 36,0 0-40,0 0-12,0 0-2,0 0-21,21-18 14,21 11-32,22 0 11,14 0 14,13 1-30,7 2 3,2-2-12,2-1 1,-8 2 5,-12-1-6,-10-1 0,-16 2-1,-10-1-24,-18 3-31,-12 2-30,-13-1-86,-3 2 14,-25-1-129</inkml:trace>
  <inkml:trace contextRef="#ctx0" brushRef="#br0" timeOffset="15067">3003 1489 580,'0'0'33,"0"0"43,0 0 23,0 0-28,0 0-47,0 0-11,95-39 11,-53 53-18,0 11 8,0 6-4,-3 2-6,-7 4 13,-5-3-16,-10-4-1,-8-3 0,-9-2-5,0-2 5,-21-3 3,-9-2 9,-1-3-7,2-4-5,12-8-105,11-3-80,6-4-359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2:28.918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345 384 311,'0'0'103,"0"0"68,0 0-64,0 0-19,0-79-8,-12 63-29,-3 3 6,-3 0-12,-3 5-29,-6 3-4,-2 5-12,-5 0 0,-5 5-1,-2 12 3,3 7-3,5 3 1,12 4-3,8 3-5,13 2-9,0-2 9,15-3-2,13-7 2,8-6 8,4-9-1,4-9 4,-1 0 10,2-15-12,-5-13 0,-4-7 5,-9-3 2,-7-1-7,-10 4 8,-5 8-8,-5 7 29,0 6-10,0 7-11,0 4 15,0 3-24,0 0 0,0 0-14,0 17-24,0 13 36,0 14 1,4 2 1,6 3 5,4-4-5,4-4-8,4-7-29,4-5-79,2-14-70,0-10-210</inkml:trace>
  <inkml:trace contextRef="#ctx0" brushRef="#br0" timeOffset="493">854 279 673,'0'0'27,"0"0"100,0 0-53,0 0-34,0 0 0,0 0-17,-55-53-18,28 53 13,-1 6-18,2 12 0,4 7-7,5 3 8,6 5-2,6 3-1,5 3 2,0 1-5,15-3 8,15-5-3,10-5 2,8-10 0,0-7 0,1-10-2,-4 0 6,-3-16 3,-4-14-7,-3-10 2,-3-9 4,-5-8-5,-5-3-3,-7-2 4,-6 2 4,-6 4-5,-3 9-3,0 11 0,-7 10 16,-3 9-11,4 6 3,3 5 5,2 5-7,-2 1 0,3 0-6,0 0-12,0 17 5,0 12-3,0 14 9,0 8 1,0 6 0,0-1 5,3 3-5,3-3-1,1-2-3,4-5-27,4-7-28,1-8-60,4-9-88,-2-10-164</inkml:trace>
  <inkml:trace contextRef="#ctx0" brushRef="#br0" timeOffset="1153">1517 186 515,'0'0'239,"0"0"-177,0 0 73,0 0-76,0 0-45,0 0-14,-34 2 6,3 21 9,-6 4-7,-5-2-1,3 1 2,1-3 1,0-2-5,8-4-5,6-7 0,9-3 7,6-6-7,6-1 0,3 0 13,0 0-13,0 0 5,5 0-13,10-3 18,4-4-17,5 5 8,-1 2-1,3 0 0,4 11 1,3 10-2,5 6 1,-1 2 0,0 0-2,1 0 3,1-1-2,-2 0-35,-2-2-27,-3-8-141,-2-8-291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2:39.141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 14,'0'0'3,"0"0"-3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2:23.560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6342 54 198,'0'0'64,"0"0"-18,0 0 74,0 0-22,0 0-45,0 0-30,-12 0 31,12 0-2,8 0-2,17 0-6,18 0 10,23 3 31,17-2-36,13 2-32,14-3 31,13 0-30,12 0 8,10 0-12,5 0-9,7 0 0,4 0 0,-1 0-5,-5 0 20,-7 0-18,-16-1 6,-19-9 10,-22-1-16,-25 1 8,-22 1-8,-16 2-2,-10 1 19,-9 2-8,-5 3-9,-2-1 10,-2 2-11,0 0 10,0 0-11,0 0-3,0 0-6,0 0-3,0 0-7,0 0-17,-9 0-51,-7 0-15,-10 0-63,-7 0-23,-5 0-144</inkml:trace>
  <inkml:trace contextRef="#ctx0" brushRef="#br0" timeOffset="11071">0 803 295,'0'0'33,"0"0"-14,0 0 64,0 0-12,0 0-18,0 0-8,0 0-13,-5 0 16,5 0-25,0 0-11,0 0 6,0 0 3,0 0 7,0 0-25,0 0 4,0 0 12,0 0 2,5 0-2,7 0-5,9-1 0,10-2-4,9-1-9,14-1 2,9 0 13,4-4-12,7 0 0,1-3-4,2-1 0,1-3 15,-2 0-5,-7 0 1,-7 4 23,-10 3-29,-10 7 1,-10 0-6,-5 2 6,-7 0-12,-6 0 5,-7 0 1,-2 0-9,-4 0 8,-1 0-4,0 0-3,0 0-13,0 3 6,0 5-48,-3 4-13,-9 3 11,-1-3-72,-2-8-85</inkml:trace>
  <inkml:trace contextRef="#ctx0" brushRef="#br0" timeOffset="11618">762 508 566,'0'0'14,"0"0"20,0 0 25,0 0-38,0 0-19,0 0-2,36 0 36,-3 0-11,3 4 1,4 3-14,0 2-3,2 2 3,-4 1-12,-6-1 1,-10 2 8,-5-1-9,-8 2 0,-3 5 2,-4 1 1,-2 2 16,0 6 0,-10 5-8,-8-1 6,-3 1-17,1-5 0,1-5 5,6-5-1,4-4 6,2-3-10,2-1-1,2 2-12,2 0-17,1 1-92,0-5-86</inkml:trace>
  <inkml:trace contextRef="#ctx0" brushRef="#br0" timeOffset="16599">2067 592 23,'0'0'38,"0"0"51,0 0 6,0 0-16,0 0-21,0 0 25,3-7 18,-3 1-37,0-2-20,0-2-6,0-3-9,-1-3 21,-14 2-50,-6 0-4,-8 3 4,-5 7 4,0 2 2,-2 2-6,5 0 4,7 13-4,3 2 0,9 5-3,12 0-3,0 3-2,17-4 5,15 0 3,9-8 3,6-7 10,1-4-9,-3 0-4,-8-15 17,-7-4-8,-9 0-6,-9 0 13,-5 4-9,-7 3 6,0 4 12,0 3-7,-3 3 15,0 0-16,0 2-4,3 0-12,-1 0-1,1 19-12,0 16-2,0 17 14,6 13-4,12 10 13,2 4-10,0 3 1,-2 1 0,-8-7 5,-7-12-5,-3-15 0,0-18-5,-18-7 2,-7-7 3,-6-8 3,-4-8 6,-1-1-16,-1-18 7,5-12-8,2-4 2,9 0 3,6 4-2,7 3 5,8-2 0,0 2 15,6-1-15,18 2 2,9-3-1,10 0 1,5 1-2,4-1 1,-2-1 3,-3 2-2,-6-3-2,-9 3-16,-11 4 13,-10 3-17,-8 5 20,-3 3 0,0 2 5,0 3-2,-5 1 2,2 4-5,0 2 35,3 1-25,0 0-10,0 1-2,0 21-13,2 10 7,8 7 8,3 0 0,0-3 7,3-4-3,-1-8-8,1-5-37,-4-11-129,-2-8-143</inkml:trace>
  <inkml:trace contextRef="#ctx0" brushRef="#br0" timeOffset="17567">2549 554 540,'0'0'159,"0"0"-152,0 0 55,0 0-42,0 0-17,0 0 34,61 97 15,-33-62-20,1-2-8,2-2-18,-3-6 20,-5-4-26,-2-7 0,-11-5 6,-4-8-5,-3-1-1,0 0 26,2-14 13,-1-13 54,1-9-89,-4-5-4,-1 4 24,0 2-24,0 3 0,0 6-8,2 6-40,9 6-24,3 10-108,1 4-97,-2 0-92</inkml:trace>
  <inkml:trace contextRef="#ctx0" brushRef="#br0" timeOffset="17843">2922 672 218,'0'0'62,"0"0"13,0 0-2,0 0 24,103 30-14,-72-38-9,-4-8-29,-6-4-17,-5 0 1,-7 2-11,-7 2 20,-2 5 12,0 4-34,-2 1 3,-11 2-11,-4 4-3,-2 0 14,-2 0-16,0 16 12,2 5 2,5 6-7,7 1 9,7 6-19,0 1 7,21 1-11,19 3 8,9-7-4,8-5 4,3-6 2,-1-8 0,-2-9-5,-5-4-1,-9 0 10,-5-5-4,-11-7-6,-11 1 0,-7 1 5,-6 3-13,-3 1-17,0 1-77,-5 0-79,-11 1-148</inkml:trace>
  <inkml:trace contextRef="#ctx0" brushRef="#br0" timeOffset="18437">4079 729 581,'0'0'60,"0"0"85,0 0-51,0 0-43,0 0-51,0 0-9,0 33 9,8 10 3,-1 0 13,-2-3 9,-2-12-24,-3-8 5,1-8-6,-1-7 8,0-5-12,0 0 7,0-25-6,0-14-3,0-7-23,0 3 23,3 8-8,5 13 12,-2 11 2,1 6 7,-1 5 6,5 0-13,6 12-3,6 6 3,-1 3 2,2-4 4,0-3 6,1-7-11,5-7-1,1 0 14,1-16-13,-3-8 3,-6-5-4,-7 2 0,-7 6-4,-4 7 4,-3 7 0,-2 5 20,0 1 3,0 1-7,0 0-16,0 0 3,5 0-9,1 7-13,8 11 16,3 4-7,4-2 17,0 0-7,2-3 0,-3-1 0,-1-3 0,-3-5 0,-4-4 0,4-4 6,-1 0-2,4-11 4,4-9 2,-2-4 0,-2-2 1,-4 0-11,-3 0 0,-3 4 17,-4 2-5,-4 5-4,-1 5-8,0 3-3,0 2 0,-9 5-10,-3 0 12,-4 3-4,0 14 10,0 9-4,6 3 1,5 2 1,5 5 1,9-4-4,21 1 0,12-5 1,9-9 0,4-4 2,-3-10 2,-4-5 1,-9 0 0,-13 0-6,-5-4 0,-9-3 0,-7 0 4,-4 1-8,-1-1-12,0 2-99,-6-2-144</inkml:trace>
  <inkml:trace contextRef="#ctx0" brushRef="#br0" timeOffset="19433">6038 601 483,'0'0'112,"0"0"76,0 0-100,0 0-10,-17-82-21,8 75-26,2 3-14,1 3 2,0 1-17,-1 3 5,-4 24-7,-2 15 0,2 13 2,8 8-1,3 7-1,5-1 2,17 0 12,2 0-8,0-1-6,-5-2 0,-10-6 11,-7-13-10,-2-10 5,-3-9-6,-15-8-6,-5-5 2,-5-9-58,0-6-224,-1-16 40</inkml:trace>
  <inkml:trace contextRef="#ctx0" brushRef="#br0" timeOffset="19733">5741 939 545,'0'0'27,"0"0"24,0 0 59,64-86 0,-20 63-12,8 3-27,6 5-14,1 3-11,-2 8-30,-3 4 11,-9 0-27,-5 19 2,-5 6-6,-5 3 4,-7 5 0,-5 1-2,-9-1 6,-6 0-11,-3-1 7,-3-1 0,-12-7 1,-3-4-1,4-11-9,4-9 9,1 0 0,3-17 22,3-17-22,3-8 1,0-5 4,12 2-5,12 5 0,6 7-3,3 4 6,1 11-9,0 6-38,-1 12-76,-5 0-113,-8 5-113</inkml:trace>
  <inkml:trace contextRef="#ctx0" brushRef="#br0" timeOffset="20078">6518 911 136,'0'0'472,"0"0"-472,0 0 0,0 0 27,0 0 50,0 0-9,98-4 15,-73-14-57,-8-3-5,-6-3-7,-8 0-9,-3 3 14,0 5 0,-8 6 18,-7 5-11,-4 5-15,0 0-8,-4 1 3,-1 18 1,4 3-5,3 7-2,10 3-7,7 4 6,2 1-5,23 4 6,7-3 5,7-4 1,0-5-2,0-8-4,-1-9-23,-2-8-36,-3-4-53,-2-9-22,-5-18-57,-10-6-37,-8-2 159,-8 0 69,0 1 159,-8 3 19,-4 0-80,0 4 36,6 2-53,3 4-48,3 2 7,0 3-27,0 7-12,11 2 15,1 5-15,3 2 9,4 0-10,2 9 0,1 15 27,4 13-19,-6 10 2,0 18 22,-5 14-13,-3 9 4,-2 5-14,-4 7-8,2-5 6,3-1-6,3-8-1,5-15 0,-1-9-2,0-11-23,-1-14-8,0-15-70,-3-16-62,-2-6-273</inkml:trace>
  <inkml:trace contextRef="#ctx0" brushRef="#br0" timeOffset="20715">7179 1071 719,'0'0'6,"0"0"6,0 0 47,-12-77-42,12 73 38,0 2-20,0 2 28,0 0-45,0 0-18,4 19-4,10 11 4,7 10 2,-1-1 1,2-5 2,-3-9-3,-4-10-2,-3-7 1,0-8-1,1 0 0,4-15 8,3-15-8,0-5 0,-4-6 6,-1 3-6,-4 6 0,-4 8 0,-2 8 1,-1 9 5,-4 4 31,0 3-17,0 0 0,1 0-20,5 7-13,5 12 5,5 6 8,1 4 2,2 0-2,-1-4 2,3-5-8,-3-9 8,-3-4-2,-1-6 9,0-1-8,1-9 4,1-18-5,2-10 2,-4-1 1,-4 2-2,-7 7-1,-3 10 0,0 10-10,0 5 9,-12 4-5,0 0 1,-3 3-4,5 14 9,4 5-7,6 4-5,0 0 3,4 1 6,17-3-2,0-5 5,5-7 0,0-7 1,3-5-1,2-2 5,0-20 3,4-5-4,-2-3-4,-2 3 4,-7 10-7,-8 6 3,-10 8 0,-5 3 7,-1 0-7,0 0-3,0 9-9,5 6 12,3 4 0,6-1 4,6 0-4,5 0 0,2 0 4,0-6-4,-3-2 0,-2-4 0,-2-5 3,5-1-3,2 0-1,1-14-5,-4-4-24,-5-2 15,-4 0 10,-4 3 5,-5 3 14,-5 4 11,-1 3 14,0 2-13,0 2-15,0 0-3,0 3-8,0 0 0,0 0-9,0 0-4,0 0-3,3 0 11,3 0 5,1 0-1,2 0 1,5 0 0,1 0 19,1 0-19,1 0 2,-3-3 13,-5-3-4,-3 3-4,-3 2-7,-3 1 5,0 0 3,0 0-8,2 0-3,5 0 0,1 0-14,2 0 17,5 1 0,-3 1 0,3-2 11,-2 0-11,1-2 0,2-9 3,2-3 6,-1 0-1,-1-3-1,-6 3-2,-2 1 22,-5 3-1,-3 3 5,0 3 4,0 0-14,0 2 1,0 1-22,-2 0 6,-2 1-12,-1 0 5,-4 0-9,-1 14 7,0 8-6,0 11 8,2 10-4,3 11 5,5 7-2,0 7 2,6 2 0,15 3 3,0-2-2,-6-2 1,-3-7-2,-11-7 0,-1-5-2,-10-8 4,-14-2-4,-6-6-2,-5-5-9,-4-6 6,0-9 4,0-13 3,0-1 5,3-22 2,7-22-2,5-17 9,10-12 4,14-3 12,0 1 17,14 10-43,16 8 14,8 10-18,4 5-2,6 5 1,0 3-5,-1 4-24,0 6-46,-1 4-46,-7 2-51,-7 2-255</inkml:trace>
  <inkml:trace contextRef="#ctx0" brushRef="#br0" timeOffset="22395">9218 472 716,'0'0'38,"0"0"111,0 0-68,0 0-1,5-72-15,-3 69-28,-2 3 22,0 0-31,0 6-28,0 29-1,-2 25 1,-12 27 45,-5 15-20,-4 13-12,-4 12 22,-1 4-29,0 3-7,-1-8 1,3-19-4,5-19-4,3-22-6,4-18-12,8-12 4,6-10-91,0-16-73,27-10-276</inkml:trace>
  <inkml:trace contextRef="#ctx0" brushRef="#br0" timeOffset="23012">9926 792 330,'0'0'140,"0"0"-55,0 0 4,0 0-48,0 0 24,0 0-24,-65-46-27,38 46 7,-9 0-13,-6 7 10,-3 12 1,-1 5-2,3 6 26,3 4-22,10 5-6,10 8 8,10 10-23,10 0 4,15 1-4,27-4 0,15-12 13,11-11-8,10-14-2,0-13 9,-1-4-12,-10-8 12,-9-21-12,-10-10 0,-11-16 2,-9-13-2,-11-8-9,-10-1-10,-7 6 19,0 11 0,-18 11-6,-1 12 6,1 12 7,3 8 5,8 10-5,2 6 11,4 1-18,-1 15-4,1 19-13,1 12 17,0 7-10,0 5 12,4 1-2,2 3 11,0-1-4,-1-6-3,-1-9-4,-2-12 0,1-14 4,0-10-4,-2-9-8,4-1 8,4-12 7,10-22 17,8-17-24,6-3 0,-2 7-7,-1 9 3,-6 16-3,-8 7 2,-4 8 5,-9 5 9,-2 2-9,1 0-1,4 2-9,6 17 3,4 12 7,5 10 3,-1 4-1,5 2-1,0-1-1,4-7 0,-3-10-7,3-8 6,0-9-33,3-11-53,4-1-17,-2-13 48,-6-11 36,-4-8 20,-7-5 22,-9-2 25,-6-4 12,-2 2-6,-3 3-23,-15 4 5,-4 8-13,1 6-11,-5 7-2,0 10-7,0 3 1,1 5 3,3 17-6,7 8 0,7 5-10,5 2-6,3-1 16,5-4 0,14-7-3,7-8-2,-1-9-3,2-5 2,-2-3-3,0-6 9,-2-16 5,-1-5-4,-3 3 1,-8 3-1,-5 10 1,-3 4 6,-3 5-7,0 2-1,0 0 3,0 11-3,2 9-9,5 6 9,3 1 1,4-5 7,-1-5-8,-2-7 0,0-6-4,3-4 4,4 0 0,5-16 8,0-5-4,-2 0 9,-7 2-13,-6 7 2,-3 5 15,-2 3-10,-3 2 20,1 2-24,1 0-1,-1 0-4,5 0-4,5 0 0,1 7-10,4 6 17,2-3-2,1 0 2,-1-1-1,0-5 0,0-3 0,0-1 0,1 0 0,-1-10 5,2-7-3,-4 2 1,-1 1-3,-4 1 0,-7 6-2,0 4 2,-4 2 5,2 1-5,-1 0-5,1 0 3,4 0-9,3 4 4,4 7-1,4 0 6,2 2 1,-1 0 1,1-3 0,-2-3-2,-2-1 5,-2-5-5,-3-1 2,1 0 0,2 0 3,-2-8 0,-2-4-3,-2 2 0,-6 2 10,1 2 2,-2 3-3,0 3-9,2 0 0,-2 0-2,0 0 1,0 0-13,4 6-19,4 11 27,2 0 5,3 1 1,3-5 0,6-5 0,5-4 0,5-4 11,4 0-10,0-7 7,-2-8-8,-7-5 0,-3-1 6,-6-2-5,-3-2 9,-5-3-7,-2-3-2,-4-4-2,-4-1-6,0 1-12,0 3 19,-9 2 0,-5 6 1,1 7 21,2 6-6,3 5 15,4 5-22,2 0-7,2 1 5,0 0-7,0 0-6,0 19-1,0 13 7,0 15 15,0 14-10,0 8-3,0 3 9,3 0-11,10-8-44,5-13-70,11-5-80,8-14-160</inkml:trace>
  <inkml:trace contextRef="#ctx0" brushRef="#br0" timeOffset="24871">12304 486 516,'0'0'53,"0"0"107,0 0-42,0 0 2,0 0-44,0 0-48,-9-30-24,7 53 1,-2 20-5,4 22 38,-1 19 13,-2 16-14,-5 18 12,-4 14-27,-6 9-19,-4 2 7,1-8-9,0-10-1,7-13-1,1-9 1,4-16-9,-1-15-22,4-15 28,6-22-94,0-21-113,2-14-475</inkml:trace>
  <inkml:trace contextRef="#ctx0" brushRef="#br0" timeOffset="25365">12832 889 734,'0'0'15,"0"0"74,0 0 20,0 0-84,0 0-13,0 0-12,-12 29-12,3 26 12,-3 12 7,0 4 0,-4-7 22,2-10-26,0-7 4,0-13-3,7-11 1,-1-11-1,7-7-4,1-5 0,0-5 16,5-27-11,12-20 1,7-19-2,4-5-3,-3 1 0,0 7-1,0 15 0,0 9-12,2 9 10,1 8 2,-1 4-3,-3 6 5,-9 7-2,-6 5 2,-3 5 4,-5 0-6,-1 25-6,2 16 6,-1 17 13,-1 9-13,2 4 5,1-3-5,0-6 0,1-11-5,-1-6-9,-1-5-36,1-10-63,-1-7-126,-1-14-352</inkml:trace>
  <inkml:trace contextRef="#ctx0" brushRef="#br0" timeOffset="25831">12814 1172 941,'0'0'37,"0"0"79,0 0-2,0 0-114,0 0 0,0 0-4,78-58-14,-15 54-66,1 2-125,-9 2-64</inkml:trace>
  <inkml:trace contextRef="#ctx0" brushRef="#br0" timeOffset="25990">13123 980 575,'0'0'177,"0"0"-90,0 0 61,0 0-129,0 0 22,0 0-15,-12-68-18,39 63 15,4 5-12,5 0 13,1 2-7,1 22-11,-3 11 14,-2 9-20,-7 8 1,-9 2 8,-11-4-8,-6-4-2,-1-6-1,-20-9-2,-4-9-5,2-8 8,5-7 1,6-7 18,2 0-12,6-21 9,4-14-15,0-11-3,7-2 1,18 0 1,8 9-5,3 5-1,4 6 3,-1 7 2,1 6-14,2 9-76,-5 4-87,-1 1-198</inkml:trace>
  <inkml:trace contextRef="#ctx0" brushRef="#br0" timeOffset="26431">13787 854 572,'0'0'87,"0"0"89,0 0-117,0 0-17,0 0-17,0 0-20,6-34 10,-6 34 18,0 0-12,0 0 19,0-1-9,0 1-9,0-1 7,0 1-23,0 0-1,0 0-5,0 0 2,0 0 2,0 0 0,0 0 1,0 0 29,0 0-20,0 0-9,0 0-5,0 0 4,0 2-9,-3 17-3,-8 13-6,4 18 11,4 7 1,3 9 0,0-2 0,0-3 2,7-2 15,4 0-15,1 2 1,-2 1 3,0 0-3,-4-2-1,-6-7 0,0-8 4,-4-7-9,-12-11 5,2-8-22,-2-12-18,1-7-107,0-16-58,4-21-147</inkml:trace>
  <inkml:trace contextRef="#ctx0" brushRef="#br0" timeOffset="26859">13640 1298 235,'0'0'551,"0"0"-486,0 0 79,0 0-75,0 0-44,77-74-14,-22 71 7,1 3-9,1 0 20,-8 0-29,-7 3-2,-8 5-1,-4 1-41,-4-1-37,-3-2-85,0-3-117</inkml:trace>
  <inkml:trace contextRef="#ctx0" brushRef="#br0" timeOffset="27083">14345 1126 773,'0'0'113,"0"0"43,0 0-78,0 0-51,0 0-24,0 0 8,-91-45-4,49 67 6,0 7 3,6 5-13,11 3 17,14 4-20,11 4 5,2 1-3,26-1-2,11-2 0,7-8-6,2-7-17,4-5 5,5-9-61,7-5-48,6-9-191</inkml:trace>
  <inkml:trace contextRef="#ctx0" brushRef="#br0" timeOffset="27375">14608 1138 621,'0'0'98,"0"0"-48,0 0 35,0 0-71,0 0-5,0 0-9,-1 108 52,2-63-27,-1-5-19,0-9-4,0-11 3,-4-8-8,-2-7 3,3-5 0,0 0 10,2-24-1,1-11-6,0-8-3,0 1 4,7 5 4,6 8-8,-2 6 3,-1 9 16,-4 5-9,-1 6 8,-1 3 1,5 0-19,5 22 5,4 10-5,3 9 19,2 4 21,1 2-28,0-2 5,2-1-16,-3-7 4,-2-7-10,-3-7-30,1-9-44,2-8-22,2-6-108,4 0 33,-2-10-267</inkml:trace>
  <inkml:trace contextRef="#ctx0" brushRef="#br0" timeOffset="27795">15019 975 794,'0'0'85,"0"0"57,0 0-54,0 0-19,0 0-56,0 0-7,-15-11-5,15 57 6,0 13 38,0 8-4,0 4-26,-2 1 15,-11 0-30,-2 1-5,-6-2-36,-4-6-82,-2-14-124,7-16-605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3:53.947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418 108 182,'0'0'85,"0"0"-73,0 0 112,0 0-22,0 0-17,-5-78 3,-2 71-24,1 3 13,1 2 0,-5-1-48,-6 3-13,-8 0-12,-12 8-4,-6 18 8,-7 15-2,-5 14 9,5 12 25,4 7-12,8 2 1,15-4-5,13-3-16,9 0 1,4-3-8,23-4 0,9-5 11,7-9-9,6-10-3,5-9 4,4-10-4,0-9-3,-4-8-30,-3-2-84,-8-5-21,-9-17-89</inkml:trace>
  <inkml:trace contextRef="#ctx0" brushRef="#br0" timeOffset="382">664 358 363,'0'0'349,"0"0"-340,0 0-3,0 0 0,7 78 39,-7-25 57,0 5-49,0 2 5,-3-2-36,-4-2-15,-2-8-2,5-9-4,-1-9-1,-1-14 0,3-6-7,0-10 6,-3 0 1,2-26 10,-1-21-10,5-16-8,0-15 8,0-13 0,15-2 1,5 2 0,5 12 10,-1 15-6,1 13 0,2 12 5,-3 12-7,4 9 10,1 7-9,-1 8-6,6 3 2,2 6 0,4 23 5,-7 16-5,-6 14 0,-12 7-2,-9 0 2,-6-5-10,-14-9 1,-23-10-8,-9-7 5,-2-7 0,-1-8 12,4-9-2,5-7 8,7-4-5,8-3 6,8-13 1,8 0 5,5 0-13,4 4 0,0 2 27,9 2-13,7 2 7,7 5-11,0 1-8,4 0 6,1 10-8,1 9 0,1 6 7,-2 5-7,4 1 0,1 1-1,0-1-12,5 0-18,-1-3-7,1-4-33,-4-7-3,-3-6-9,-5-7 26,-4-4 36,2 0 12,1-14 9,4-8 0,6-8 14,-2-2 51,0-3-25,-5 1 24,-7 0-13,-6 4 2,-7 0-12,-7 4-29,-1 3-5,0 6-7,-6 6 4,-5 5-9,-5 6 2,-6 2 3,-1 17 1,-5 8-1,3 5 0,4 2 4,10 1-4,8-1 1,3-2-1,5-2 10,19-3 7,7-4-17,9-4 6,4-7-10,2-5 4,-1-6-44,-1-1-45,-3 0-74,-5-14-21,-8-5-163</inkml:trace>
  <inkml:trace contextRef="#ctx0" brushRef="#br0" timeOffset="1277">1711 499 198,'0'0'538,"0"0"-474,0 0 105,0 0-118,0 0-51,0 0-2,3 46 2,18-3 16,3 3 15,3-1-15,3-3-8,3-4 15,-2-7-23,-3-7 2,-7-7 6,-3-9-8,-9-5 0,-3-3 3,-2 0 12,1-20 45,5-12-41,-2-11-13,-2-5-2,1-4 0,-1 2 2,-3 4-6,-2 5 3,-1 6-7,0 7-28,0 9-32,0 7-37,0 7-180,8 5-185</inkml:trace>
  <inkml:trace contextRef="#ctx0" brushRef="#br0" timeOffset="1628">2168 674 794,'0'0'15,"0"0"9,98-53 48,-62 31-60,-3 2 0,-8 0 11,-10 5-12,-6 1 16,-6 3-11,-3 1 11,0 0-8,-5 4-15,-11 2-4,-5 3-6,-4 1-12,-2 0 13,5 9 3,-2 10 2,10 3 0,5 5-5,8 3 4,1 0-5,7 0 6,19-5-4,3-2 4,7-8-3,2-5 2,-2-9 2,-1-1 6,-2-7-7,-3-14 0,-5-6 11,-4-3-5,-7-1-4,-3 0 5,-3 3-4,0 4 11,-1 4-13,6 6 4,2 6-10,6 2-4,6 6 5,6 0 2,1 13 1,-4 11-3,-2 4 1,-10 6 3,-4 0-3,-11 1 9,-3-2-10,0-3 8,0-5-3,3-7-1,3-5-4,7-9-21,5-4 14,6 0-3,6-16 11,1-12-7,-3-11-2,-1-7 5,-3-2 6,-7 0 1,-4 10 13,-6 6 7,-1 10 1,-3 6 18,0 4-25,-1 8 13,-2 3 0,0 1-27,9 0-3,4 7-21,8 11 24,7 8 2,5 7 2,3 5-8,-3 3 2,-3 3 2,-10-4 0,-14-3-4,-6-5-10,-4-6-6,-18-8 16,-4-7-4,4-7-6,1-4 14,8 0 22,10-12-15,3-12-2,16-5-5,17-4-14,7-1 12,6 2-9,-7 1 11,-6 6 5,-6 1 1,-12 8-5,-8 8 7,-7 5 10,0 3 14,0 0-32,-18 15 0,-1 8-3,1 4 7,9 1-2,9 2-2,0-1-3,10-2 1,16-2 2,7-4 0,4-3 13,5-6-13,5-6 2,-3-3 5,-1-3-6,-12 0 10,-7 0-6,-12-7-4,-6 0 18,-6 0-19,0 0-24,-20-1-67,-12 0-238</inkml:trace>
  <inkml:trace contextRef="#ctx0" brushRef="#br0" timeOffset="2956">4705 454 434,'0'0'106,"0"0"-3,0 0-35,0 0 40,0 0-52,0 0-18,-70-54 20,52 54-48,-6 2 5,-7 23-14,-3 12 0,2 12 21,7 6-13,10 4-5,15 0-4,6-3 6,30-5-13,13-9 6,13-10-3,6-11-3,5-12 7,4-9 0,-2-7 4,-5-23-2,-10-11-1,-12-11 13,-14-14-11,-9-8 3,-13-2-5,-10 7 1,-2 9 5,-3 9 3,-12 11 3,0 7-3,4 12-5,5 13 14,2 8-19,1 5-8,0 29-14,2 9 14,1 11 3,0 2 2,1 0 3,11-1-5,0-5-8,-1-7-7,-3-9 15,0-12-22,-2-8 0,0-10-1,4-4-12,4-4 40,8-21 2,6-9 11,5-4 25,0-1-23,-2 6-8,-5 9-3,-10 11-4,-6 6 31,-5 7-18,-1 0-13,3 19-19,2 9 19,5 7 8,1 2 0,5 1-5,0 1 1,0-4-4,4-5-12,-2-4-20,6-4-61,7-10-119,5-6-103</inkml:trace>
  <inkml:trace contextRef="#ctx0" brushRef="#br0" timeOffset="3608">5926 526 623,'0'0'48,"0"0"35,0 0 10,0 0-65,-97-68-12,70 68-2,-1 23-13,3 5-2,5 7-7,11 3-1,9 1 9,0-2 0,10-2-14,11-6 6,3-6-39,1-9 46,4-7-12,1-7-3,-1 0 10,0-21 6,-4-8-5,-3-7-1,-7 0 6,-6 2 19,-3 7-2,-4 9 47,-2 8-15,0 6-9,0 4 5,0 0-45,0 20-35,0 6 35,0 9-1,0 2-6,4 1-4,10-2-53,3 0-28,3-7-66,1-8-99</inkml:trace>
  <inkml:trace contextRef="#ctx0" brushRef="#br0" timeOffset="3998">6146 544 818,'0'0'25,"0"0"78,0 0-60,0 0-8,0 0-26,0 0-8,66-58 2,-30 87-1,-2 7-2,-4 6 6,0 3 1,-8-2-5,-7-2 2,-6-8-4,-6-8-7,-3-7-5,0-8 1,0-6-7,-3-4 18,2 0 4,-1-10 7,2-15-11,0-7-15,7-9 15,7-4 23,10-1-14,-2 2 3,8 8-8,-1 8-4,3 11-4,1 10 4,-3 7 0,-3 5 3,-5 21-3,-6 9 0,-7 6 8,-7 2-4,-2 2-3,0-1-1,0-2-17,-9 1-33,-1-3-120,2-7-14,4-7-461</inkml:trace>
  <inkml:trace contextRef="#ctx0" brushRef="#br0" timeOffset="4456">6820 578 505,'0'0'365,"0"0"-363,0 0 45,23-76-9,-11 64-34,-2 7 12,3 2 2,4 3-6,7 0 0,3 3-10,4 19 2,1 12-5,-4 10 1,-4 6-2,-5 2 2,-7-4 3,-1-7-3,-5-9-7,-3-9 3,-2-9-4,-1-9-2,0-5-22,2 0 32,2-4 8,8-17 7,3-9-15,6-6 0,4-2 8,2 1-8,-1 5 0,-1 7 1,-3 8 7,-1 9-7,-3 5-1,-3 3 7,-5 5-13,1 19 6,-3 9 0,2 3 6,-1 0 0,5 0-6,5-6 0,6-1 3,5-7-6,1-7-3,5-6 6,-2-9-4,2 0 9,-5-10-3,-3-12 0,-5-6-2,-4-3 0,-10-2-2,-7 5 1,-2 3-15,-8 7 9,-17 8-1,-2 9 2,-6 1 6,0 13 1,4 13-1,6 5 0,10 1 5,10 2-5,3-2-2,6-3 2,19-2 9,9-4 3,8-7-6,6-6-5,4-7 7,2-3-3,0-7 2,-2-15 8,-2-8-13,-3-9 18,-5-6-7,-5-10-4,-9-5-3,-11-4-1,-10 3-2,-7 5 8,0 5 7,-7 5 5,-6 6-17,0 10-3,6 10-1,2 10 4,4 7-6,1 3 0,0 1-26,0 19 24,0 12-7,0 11 9,0 9 2,0 10-2,6 5-5,-3 5 4,0 1-28,0 1-40,-3-1-149,0-6-108</inkml:trace>
  <inkml:trace contextRef="#ctx0" brushRef="#br0" timeOffset="5444">6179 1362 685,'0'0'2,"0"0"32,0 0-10,117 6 75,8-6-23,30 0-30,30 0-45,13 3 9,11 1-1,5 4 7,-14-1 0,-13 0-1,-26 0 38,-28-4-16,-31-2-12,-34-1 2,-30 0-10,-26 0-5,-12 0 1,0 0-13,0 0-31,-6 0-25,-6 0-26,-2 0-26,4 0-40,4 0-49</inkml:trace>
  <inkml:trace contextRef="#ctx0" brushRef="#br0" timeOffset="18900">8160 93 374,'0'0'5,"0"0"6,0 0-5,0 0 4,0 0 40,50-76 8,-46 69 28,-1 3-15,-1 1 18,-2 3-33,0-1-21,0 1-25,1 0 0,2 0-10,7 0 0,7 1 4,5 10 9,7 4 21,2 0-11,2 4 11,3 4-8,4 5-7,8 9-14,4 5 24,4 2-25,-2 4 2,0 3 9,-11 1-8,-3 6 2,-8 6-9,-9 5 0,-7 10 3,-13 5 1,-3 3-4,-5 2 0,-16-8 3,-7-6-3,-8-9 0,-4-13 2,-8-7-1,2-9 5,-3-11-2,4-6 12,7-10 2,7-3 1,10-7-9,8 0-4,7 0 11,4 0-11,1 0 2,1-1 1,0-2-6,0 2-3,-2 1 0,2 0 0,-1 0-7,1 0 2,0 0-17,0 0-10,0 0-23,0 0-1,0 0-19,0 0-48,0 10-32,0-1 7,-3 0-104</inkml:trace>
  <inkml:trace contextRef="#ctx0" brushRef="#br0" timeOffset="29460">10742 915 394,'0'0'95,"0"0"39,0 0-87,0 0-3,0 0 5,0 0-6,7-4-1,-7 4-10,0 1-23,0 21-7,0 14 25,0 10 32,-4 9-11,-9 2-27,1 4-3,-2-5-18,3-4-5,5-11 4,6-11-28,0-10-64,0-8-40,9-9-25,3-3-85</inkml:trace>
  <inkml:trace contextRef="#ctx0" brushRef="#br0" timeOffset="29760">10692 1013 642,'0'0'4,"0"0"53,0 0-22,0 0-13,0 0 30,0 0-14,9-64 2,6 59-39,4 5 1,5 0 4,0 0-2,0 17-2,-3 8-2,0 9-4,-5 4 4,-6 3-2,-2-3 4,-5-2 3,-3-6-5,0-9-4,0-7 1,0-9 0,0-3 0,0-2-1,2-6 4,2-17 14,3-12-14,4-5-7,5-3 2,2-1-5,4 6 6,1 6-16,-1 9 20,-1 6 3,-2 7-3,-7 3 1,-1 5 0,-1 2 3,-1 0 9,-1 11-12,-1 14 8,-1 10 1,-3 6-1,-3 4 1,0 3 7,0 1-3,0 2-6,0-1-5,0 1-2,0-8 2,0-5-3,0-9-18,0-6-26,0-7-81,0-11-29,0-5-220</inkml:trace>
  <inkml:trace contextRef="#ctx0" brushRef="#br0" timeOffset="30315">11432 1148 254,'0'0'342,"0"0"-297,0 0 15,0 0-46,0 0 0,-88-13-5,67 32-2,-1 6 12,2 7-10,5 7 1,4 4-5,9-1-1,2-6-4,5-7 0,18-11-4,7-6 4,4-6 0,2-6 10,1 0 18,-2-15 2,-7-11-5,-5-7-16,-7-7-5,-5 1 22,-10 4-26,-1 6 8,0 6-3,-17 4 1,-5 6-6,-2 1-15,5 7-58,-1 3-40,8 2 0,4 0-231</inkml:trace>
  <inkml:trace contextRef="#ctx0" brushRef="#br0" timeOffset="30696">11891 1062 595,'0'0'29,"0"0"31,0 0-13,6-73 20,-18 68-11,-7 2-31,-5 3 18,-3 0-20,-1 0 9,-2 15-15,0 4-10,2 5 0,4 2 11,8 4-18,13 2-1,3 2-5,13 1 6,21-1 3,7-2 0,6-5-1,3-5 6,-1-7 7,-4-7-12,-1-7-2,-8-1-1,-6 0-12,-11-13-32,-11-2-11,-5-2-31,-3-4-116,0-2-330</inkml:trace>
  <inkml:trace contextRef="#ctx0" brushRef="#br0" timeOffset="31056">12442 854 573,'0'0'26,"0"0"19,-36-75 32,12 51-34,-4 2 4,-5 0-5,-6 0 8,-7 1-37,-5 1 20,-7 2-5,-8-1-14,-8 1-14,-2 1 13,-8 0-13,-5 3 0,-7 0 5,-8 3-1,-2 1 3,0 2 4,3 5 3,8 1 7,8 2-16,6 0-1,4 6 0,1 10-3,0 3 0,4 4-2,2 5 1,5 1 0,-4 4 2,2-1-2,-5 1 0,-4-4 3,3 1 1,-3-3 0,6 3-1,5 1 15,10 3-12,10 5-6,7 4 0,12 7 0,8 0 0,9 4-1,9 2 1,2 3 1,26 2 4,14 1 18,15-1 2,12-4-4,6-2-8,6-3-6,4-3-6,5-7 5,4-5-5,7-9 1,12-5 8,11-9-7,11-9 0,12-5 3,10 0 1,1-4 0,3-11-6,-12-4 1,-7-4 2,-6-7 9,-13-5-6,-5-8-7,-13-7-4,-14-7 2,-13-5 2,-16-6-6,-17 2 4,-18 4 4,-18 2 2,-9 3-4,-12-1 0,-23-2-7,-14-4 1,-9 1-13,-9 1-1,-6 6 15,-11 8-24,-8 9 13,-11 12-17,-2 11 17,-1 10-41,2 6-11,4 7-61,-3 19-96,2 10-336</inkml:trace>
  <inkml:trace contextRef="#ctx0" brushRef="#br0" timeOffset="32054">10068 1224 277,'0'0'325,"0"0"-281,0 0 78,0 0-87,0 0 30,-34-73 0,13 69-29,-10 4 8,-9 0-25,-7 0 16,-6 12-7,-8 10-23,-4 7 24,-2 6-13,-6 7-12,2 2 10,0-2-11,4-1 0,6-4 2,6 0-3,3 0-1,4-1-1,6-2 0,9-2-6,10-5-2,6-5-10,8-5-10,3-7-19,5-4-7,1-5-66,0-1-28,0 0-53,0-10-130</inkml:trace>
  <inkml:trace contextRef="#ctx0" brushRef="#br0" timeOffset="32444">9181 1242 645,'0'0'39,"0"0"66,0 0-29,0 0-76,0 0-2,0 0 2,-69 114 48,41-63 7,-3-1 5,1-5-36,3-3-3,-2-2 22,4-6-41,4-2 8,6-6-1,6-6-9,8-6 0,1-2-9,3-1 2,19-2 4,11-1 6,9 0 12,3-3-6,7 0-8,-1-4 8,2-1-9,2 0-3,-1 0 1,-3 0 0,-5 0-10,-6 0 11,-8 0 0,-12 3-1,-10-2-23,-9-1-15,-1 2 18,0 2-49,-14 2-62,-9-1-27,-6-1-288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4:16.949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0 628,'0'0'4,"0"0"-8,0 0-27,0 0-215</inkml:trace>
  <inkml:trace contextRef="#ctx0" brushRef="#br0" timeOffset="2118">2513 74 946,'0'0'24,"0"0"-10,0 0-14,0 0-179,0 0-320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4:16.695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16 241 463,'0'0'32,"0"0"2,0 0 81,0 0-20,0 0-21,0 0-16,-16-20 1,16 20-30,0 9-17,4 20-12,2 12 11,6 8 10,-3 2-15,0-6-5,0-9-1,2-4-4,0-9-21,1-5-72,-4-9-115,-1-9-148</inkml:trace>
  <inkml:trace contextRef="#ctx0" brushRef="#br0" timeOffset="405">225 55 662,'0'0'30,"0"0"-22,0 0 30,0 0-34,0 0 4,0 0 2,54 79 14,-36-36-7,-3 13 19,1 5-13,-1 4-6,1 4 13,1 1-13,1-1 8,-1 9-21,-3-1-1,0-5 2,0-6-2,-3-14-3,7-12 0,-2-8-10,2-14-1,-1-8-25,-1-9 12,1-1 24,-1-15 1,-1-12 14,-5-9-12,-7-4 0,-3-1 1,0 3-4,-21 3-6,-7 4 5,-8 5 2,-3 3 5,5 3 2,4 6-6,12 4 11,9 5-12,8-2 15,1-3-16,6-2 5,19 1-11,9 0 0,8 3-34,9-1 7,4-1-51,-2-4-46,0-4-248</inkml:trace>
  <inkml:trace contextRef="#ctx0" brushRef="#br0" timeOffset="876">1043 213 572,'0'0'298,"0"0"-293,0 0-5,0 0 7,31 86 2,-14-32 7,2 1 6,-4-3-19,0-5 7,-5-11-5,-5-7-3,-2-11-2,0-9-4,-3-7-25,0-2 29,-6-22 1,-6-17-1,-3-11 0,3-8 5,3-2-5,3 6-1,6 10 1,0 16 16,0 12-16,4 10 0,7 6-5,8 4-2,1 20-3,5 6 6,-1-1 4,0-5 2,-3-6-2,4-8-2,-4-7 1,0-3-6,-3-11 0,-3-15-5,-2-6 12,-4-2-1,-1 4 4,-3 1 0,-3 9 7,4 4 4,-3 5 13,2 5-3,-2 2-8,0 4-10,3 0-6,5 19-25,0 13 25,7 14 6,-3 6 10,-2 5-13,1-1-2,0-3-2,-2-8-13,4-7-74,0-7-41,3-13-88,-1-10-204</inkml:trace>
  <inkml:trace contextRef="#ctx0" brushRef="#br0" timeOffset="1415">1770 345 747,'0'0'26,"0"0"10,0 0-5,-99 23-7,80 3 9,7 8-25,7 2 0,5 3-8,9-3-7,18-3 7,10-8 1,5-6-1,3-7 1,-2-9-1,-2-3 10,-4-5-9,-10-17 4,-6-6 11,-12-5 7,-9-2 6,0 1-29,-14 4 11,-14 1 14,-5 5-15,-4 6-10,2 3-3,4 3-61,9 5-28,4 3-58,12 2-103</inkml:trace>
  <inkml:trace contextRef="#ctx0" brushRef="#br0" timeOffset="1754">2062 132 357,'0'0'474,"0"0"-454,0 0 58,0 0-78,0 0-10,0 0 10,15 131 30,-9-68 4,2-1-14,-2-5 5,-2-8-20,0-8-9,-1-12 4,-3-10-9,2-9 2,-2-9-9,1-1 12,1-11 1,2-18 3,4-7 0,2-2 8,4 2-4,3 4-2,2 10-2,3 8 0,3 7 5,1 7-5,2 0 0,-4 18-1,0 10 1,-9 6-1,-5 3-4,-10-1 5,0-2-7,-3-6 7,-15-6-22,-7-6 3,-2-7-2,-4-9 5,4 0-17,1-18-12,9-5-41,9-4-39,8 1-60,0 3-165</inkml:trace>
  <inkml:trace contextRef="#ctx0" brushRef="#br0" timeOffset="2182">2504 386 805,'0'0'114,"0"0"-35,0 0-24,0 0-32,0 0 0,0 0 6,19 81-27,-14-58-2,-1-2-17,1-2-52,-2-4-93,4-11-77,-1-4-401</inkml:trace>
  <inkml:trace contextRef="#ctx0" brushRef="#br0" timeOffset="2527">2688 0 851,'0'0'45,"0"0"-36,0 0-18,0 0 18,50 93-7,-33-34 28,0 10 2,-1 0 5,3 0-24,3-9-7,5-9 0,3-7 1,0-9-14,5-8 7,0-12-12,-5-8-10,-1-7 2,-1-3 20,-3-22 4,5-13-4,-3-8 9,-5-5-8,-4 4 2,-5 10 1,-8 10-4,-4 11-3,-1 8 3,0 8 14,-12 0-13,-9 24 5,-1 10-2,4 3 1,9 2-2,9-3 1,0-2 7,24-3 3,12-7-3,10-7-11,8-7-1,3-9-65,-2-1-137,-3-18-353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4:19.725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0 426 753,'0'0'48,"0"0"-31,0 0-7,27-102-9,-6 66 4,0-4 3,-3-2-8,-6-2 13,-9 5-4,-3 3 10,0 8 17,0 4-12,-9 7-7,0 4-15,-1 8-2,1 5-4,-2 3-17,-1 28-1,2 21 3,2 18 19,4 15 11,4 11 23,0-3 6,0-7 6,7-11-18,1-20-25,1-13-3,-2-16-2,-1-12 2,2-11-5,-2-3-25,7-16 30,2-18 7,10-11-2,5-5 1,1 0-3,4 8-3,1 11-4,-5 11 3,0 13 1,-5 7 0,-4 13-3,0 15 0,-2 8 3,1 1 9,1-3-3,-1-6-1,6-5 4,1-7-8,-1-8 0,0-8 3,-2 0-1,-3-14 1,-2-13-4,-2-10 0,-6-2-2,-5-2-14,-6 4 14,-1 6 1,0 7-1,-14 9-1,-9 6-17,-5 9 13,-2 0 0,0 14 7,8 9-1,6 4 1,8 0-11,8-1 7,0-3-2,15-5 4,16-5 0,5-7-11,1-6-9,-1 0-14,-11-3 1,-4-10 35,-9 3 1,-7 1 42,-4 5 17,1 3-21,-2 1-30,0 0-9,3 3-19,5 9 7,6 4-1,5-3 1,4-3 8,4-6 1,-2-4-7,2 0 9,-2-8 1,-4-14 1,-6-8-1,-2-6-6,-4-2 5,-3 1 2,0 6 15,2 7-1,-2 8-15,1 5 8,7 6-8,4 5-12,7 0 10,8 15 0,3 19-5,2 12 7,-4 8 7,-8-2 35,-10-3-22,-13-9-18,-3-4 5,-15-8-7,-15-7-1,-10-8-6,-2-9-19,1-4 13,2-6-39,8-18-52,17-7-103,14-4-430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4:20.840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88 0 703,'0'0'74,"0"0"-37,0 0 43,0 0-58,0 0-17,82 80 20,-73-18 16,-6 5-11,-1 6-1,-2 0-17,0-4-12,0-6-18,-5-10-82,-4-13-90,2-16-153</inkml:trace>
  <inkml:trace contextRef="#ctx0" brushRef="#br0" timeOffset="211">0 313 801,'0'0'72,"0"0"-71,0 0-1,98-63 17,-38 59-12,0 4 6,-5 0 17,-8 11-14,-13 6-4,-10 1-10,-8 1-2,-8 4-1,-7 2-3,-1 3 6,0 5 12,0-1-8,-3 0 11,2-1-11,1-5-2,0 0 5,4-5-7,17-5 3,12-3 7,10-6-8,7-5 1,3-2-5,0-7 2,-6-16-5,-10-6 5,-9-6 10,-12-9 12,-13-1-18,-3-1-1,-7 1 3,-18 7 13,-4 5-4,-2 9-2,-2 6-12,-1 6-2,1 10-18,-2 2-25,6 0-21,6 14-67,5 2-30,9 3-160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4:21.659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235 385 527,'0'0'86,"0"0"-48,0 0 61,0 0-31,35-78 0,-35 67-26,0 4-22,-20 4 0,-5 3-11,-11 0-8,-4 12 17,-4 15-7,4 6-9,8 9-4,10 5-4,15 2 6,7 0-9,20-4 8,27-4 1,20-5 0,11-9 1,6-9-7,2-11-3,-5-7-4,-4 0 8,-10-20 5,-12-6 10,-16-9-10,-12-5 5,-17-4 0,-8 1-2,-2 6-6,-12 6 3,-17 10-26,-4 12 20,-6 9-6,4 0 4,0 19 3,10 7 5,8 4-20,13-1 11,4-1-11,7-4 18,20-5-21,7-4 1,5-6 12,0-5-4,-3-4 8,-8 0-9,-6-7 2,-9-4 12,-7 1 2,-5 4 58,-1 4-5,0 2-42,0 0-12,0 0-14,3 5-38,2 8 52,4-2-17,3 0 11,0-4 6,4-2 2,5-3 9,3-2 1,6 0-7,1-10 13,2-9-6,-1-12 8,1-9 12,-3-15-23,-8-4 12,-5-6-11,-7 6-10,-9 6 0,-1 7 0,0 8 0,-8 6-7,-9 7 16,2 8 3,-1 6 0,3 8-9,0 3 3,-2 10-6,0 21-14,2 9 14,4 9 1,6 5 4,3 4 1,0 5 8,13 4 3,13-4-13,3-9 2,1-8 4,3-14-4,-3-11-1,2-9-5,1-9 3,3-3 13,2-10-14,7-17 13,-2-12 13,-1-13-27,-1-16-2,-5-6 1,-5-1 0,-7 1 1,-11 11 0,-7 8 0,-6 6-1,0 12 15,-6 10 0,-6 11-6,0 8 1,-2 8-4,-3 0-6,-7 26-1,-1 14 1,2 13 1,8 5 9,9 3 2,6 2-2,0-2 22,14 1-32,5-4-3,2-4-2,-3-6-37,0-7-40,-2-4-54,1-12-139,-2-11-345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4:27.697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0 241 372,'0'0'67,"0"0"-28,0 0 12,0 0-15,0 0-1,0 0 2,-1 0-3,-1 0 43,1 0-11,1 0-27,0 0 13,0 0-32,0 0-8,0 0 9,0 0-19,0 0-2,4 0-4,20 2 4,17 1 13,20-1 25,17-2-12,8 3 0,9-1-15,5-1-7,4 2 0,0 0-4,-3-2 0,-7 2-7,-14-1 7,-19 0 14,-18 0-14,-19-2 6,-12 0-6,-9 0-7,-3 0 5,0 1-78,-3 2-54,-13 0-13,-2-2-20,-2-1-294</inkml:trace>
  <inkml:trace contextRef="#ctx0" brushRef="#br0" timeOffset="450">698 0 741,'0'0'21,"0"0"4,0 0 18,0 0-43,0 0-1,0 0-19,41 5 20,3 22 22,8 5 4,4 6 22,-3 3-20,-5 0 5,-8 0-14,-11-5-17,-10-1 7,-10-2-9,-8-5-4,-1 0 3,-12-1-18,-16-2 19,-12-4 3,-8-1-3,-1-5-4,3-1-22,1-4-106,14-3-14,15-7-303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4:28.649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92 252 702,'0'0'34,"0"0"58,0 0-47,0 0-21,0 0-16,0 0 6,32 44 16,-26 7 0,-3 8-2,-3 0 6,0 1-28,0-3 25,-2-4-30,-4-7 2,0-11 8,2-12-11,-2-9-14,4-9 0,-1-5-1,2-4 15,-1-29 24,1-18-23,-4-16 7,4-9 5,-1-5-11,2 0-2,0 4 4,0 6 0,8 14-4,7 7 5,4 12 12,7 8-9,3 8-8,4 8 0,-1 9 4,-4 5-1,-4 8-3,-11 23-9,-4 13 7,-9 8-2,-2 4 3,-23-1 1,-9-6-20,-9-10 17,-4-9-11,1-13-3,3-7 14,10-9-6,9-1-5,6 0 7,11-12 7,2-2 1,5-1-1,0 5 0,0 3 28,0 0-21,3 6 16,8 1-6,7 0-16,5 10 14,3 11 6,2 7-9,-2 5 7,-2 1-17,-2-1 4,0 0-6,-1-3 4,1 3-8,-1-3-45,-1-2-41,4-7-43,-1-8-93,4-9-106</inkml:trace>
  <inkml:trace contextRef="#ctx0" brushRef="#br0" timeOffset="660">696 370 899,'0'0'41,"0"0"12,0 0-12,0 0-41,0 0-20,0 80 20,-1-27 17,-5 2-5,-3-1 1,2-5-2,-3-8-8,3-12 13,1-7-12,2-11-4,2-7 3,2-4 0,0 0 3,0-15 25,6-22-18,11-15-9,6-16-4,4-6-11,3-4 2,0 4-16,-8 3 25,1 12 1,-7 9 5,-2 13 11,-1 10-13,-3 8 6,2 9-5,-1 6-5,2 4-3,3 0 1,1 8 2,2 20-3,-4 12 8,-3 16-4,-6 7 27,-4 9-26,-2-2 0,1-1 2,2-4-4,2-8 0,-1-3-14,3-6-11,-4-9 19,0-6-31,0-6-5,-1-9-25,1-3-45,2-9-55,-2-6-180</inkml:trace>
  <inkml:trace contextRef="#ctx0" brushRef="#br0" timeOffset="1170">717 586 921,'0'0'70,"0"0"14,0 0-37,0 0-41,0 0-6,118-25 0,-66 25 5,-4 0-13,-15 0-5,-9 3-47,-11 1-67,-3-1-89,1-3-46</inkml:trace>
  <inkml:trace contextRef="#ctx0" brushRef="#br0" timeOffset="1402">1475 385 579,'0'0'182,"0"0"-103,0 0 35,0 0-55,0 0-1,0 0-31,42-53-27,-60 53 6,-8 0 10,-8 16-6,-5 13 2,5 5-1,4 10-4,9 1-7,5 3-3,10 0 3,6-3 11,0-5-10,9-5-1,13-5 3,6-5 0,4-7-6,7-4-27,4-8 2,2-6-56,4 0-48,-4-14-76,-5-12-183</inkml:trace>
  <inkml:trace contextRef="#ctx0" brushRef="#br0" timeOffset="1740">1919 389 1005,'0'0'62,"0"0"3,0 0-61,0 0-4,0 0-22,0 75 22,0-26 21,-3 3-14,-6 2-3,0-3 4,2-7-8,-1-4-3,0-9-61,2-9-3,2-6-67,4-7-106,0-9-192</inkml:trace>
  <inkml:trace contextRef="#ctx0" brushRef="#br0" timeOffset="1972">1843 559 835,'0'0'55,"0"0"67,0 0-122,0 0 0,87-1 5,-44 9 0,-6 1-2,-3-5 6,-2-4-8,-2 0 3,-2 0 1,0-13-3,-4-4 4,-1-5-3,-9-6-6,-8-3 6,-6-3-2,-3 0 0,-16-1 10,-2 0-10,-1 4 9,7 6-5,4 6 1,8 9 17,3 8-1,0 2 10,0 0-32,0 12-9,8 21 9,4 13 14,-6 9 11,-6 5 12,0 1 9,-8 4-19,-11 4-18,-5 0-4,-1 1-10,-2-4-6,0-2-54,0-5-25,-7-1-56,3-13-200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6:18.869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45 3 371,'0'0'11,"0"0"15,0 0 69,0 0-33,0 0-16,0 0 15,0 0-23,0 0-36,-45 0-2,45 0-6,0 0-27,0 0-25,0 0-50,0-3-24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6:19.553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103 766 36,'0'0'131,"0"0"-79,0 0 28,0 0 10,-81-37 17,70 33-3,5 2-31,1-1-5,5 3-22,0-1-4,0 1 2,0 0-39,11 0 0,20 0 9,24 0 29,24 0 21,30 0-21,30-14-11,16-7 9,18-6-22,8-4-13,-2-2-3,-2 0-2,-2-3 2,-7 3-3,-10 1 0,-16 4-3,-20 7 3,-32 3-1,-32 5 0,-26 7-3,-22 5-2,-10 1-25,0 0-10,-21 0-9,-15 11-37,-10 3-22,-2 0 7,-1-4-11,6-3-155</inkml:trace>
  <inkml:trace contextRef="#ctx0" brushRef="#br0" timeOffset="472">1431 157 701,'0'0'6,"0"0"-4,0 0 44,0 0 53,0 0-99,0 0-8,7-10 8,35 20 24,16 3 37,11 0-20,11-4-26,6 4 23,-3 0-33,-7 1-3,-15 4 0,-11 3 3,-11 2-10,-8 3 1,-9 1 4,-10 8 3,-12 3 6,-7 6-9,-23 5 8,-12 5-3,-4-1-6,1-1 1,0-7-28,5-2-21,7-5-32,3-1-30,4-7-37,7-5-292</inkml:trace>
  <inkml:trace contextRef="#ctx0" brushRef="#br0" timeOffset="2637">3283 445 406,'0'0'114,"0"0"-61,0 0 18,0 0-36,0 0-7,0 0-13,0 0 20,-87-65 13,58 65-25,-9 0 2,-7 12-8,-1 10-9,1 8 6,8 4-13,5 6 12,10 6 10,10-1-9,12-1-7,0-4 20,12-1-25,24-5 6,10-4-8,12-4 2,8-8 12,4-5-12,2-6 3,-1-6-5,1-1-3,-5-1-6,2-16-59,-10-4-42,-5-3 2,-8 0-60,-9-1-172</inkml:trace>
  <inkml:trace contextRef="#ctx0" brushRef="#br0" timeOffset="2969">3803 604 459,'0'0'85,"0"0"-39,0 0 65,0 0-40,0 0-34,-79-39-29,57 39 2,-2 12 3,-1 8 4,2 9-5,2 2-9,6 1 16,8-1-19,7-2-8,0-6 7,13-4-12,12-9 4,7-8 0,2-2-15,3-8 7,-4-13 0,-3-6 17,-9-3 1,-6 2-1,-6 5 12,-3 3 0,-6 4 12,0 7 3,0 4-13,0 3 18,0 2-22,0 0-10,0 0-7,0 14-19,0 8 26,9 2-2,6 1 2,6-1 0,5-4 1,7-4 5,2-9 4,4-7-10,-1 0 0,-1-16 18,-1-12-13,-7-8-5,-9-4 17,-6-3-16,-11 5 11,-3 4-12,0 9 0,-8 5 10,-9 6-10,-3 4-1,-2 3 1,-5 7 0,5 0 10,2 0-10,7 9 0,7 2-4,6 2-3,0-1-24,27 1 20,10-1 5,9 3 5,5 0 0,-5 1 1,-7-1 2,-5 2-2,-10-1 1,-9-1-3,-6 2-10,-5-1 6,-1-2 6,-1-2 0,4 0 5,0-4-5,9 1-1,3-5-4,10-3 5,4-1 20,-3 0-20,-2-1 0,-3-12 6,0-5-5,-5-3-1,-2-5 8,-8-2-5,-6 0-1,-3 0 4,0 2-6,-5 4 11,-2 5-10,1 1 3,4 2-3,2 3 2,0-2-6,5 4 1,8 4-12,3 3 13,-2 2-8,1 0 4,-5 6 0,-2 10 0,-1 7 1,-1 0 4,0 5 0,3 1 8,3 1-8,0-4 0,7 0-6,1-6 14,4-5-6,4-5-2,0-7 0,2-3 2,0-5-2,-3-16 0,-2-7 5,-5-5-2,-1 0 5,-2-1-8,-4 3 0,-6 4 3,-2 6 2,-4 6-2,-1 8 8,0 5 0,0 2 16,0 0-26,0 0 0,-1 0 2,-4 7-3,5 7-11,0 3 6,0 0 0,12 3-3,9-2 8,3-3-10,1 0 6,-2-8-9,1-6 13,-1-1-7,0 0-5,-4-14 12,1-6 0,-4-1 1,-3-4 6,-3 1-6,-7-2 18,-3 4 21,0 1-7,0 5 17,0 3-19,0 6-21,0 3 3,0 2-12,0 2 2,0 0-3,-2 0-14,2 16 11,-1 7-2,-1 8 5,2 4 6,-3 8-4,3 6 2,0 8-4,5 9 7,6 6 6,0 2-10,-2 2-2,-3-1 3,-2-3-4,-4-4 2,0-2-2,0-3 0,0 1-1,-9-4 5,-3-4-4,-5-4 0,-5-8 1,-4-7-1,-6-12 0,1-11 1,-2-11 8,3-3 5,0-23 13,4-18 12,5-15-22,7-12 0,6-2 0,6 2 6,2 9 15,2 5-14,18 3-13,9 2-2,5-2-9,9 2-4,2 2-26,0 6-18,-1 6 0,-5 8-28,-7 6-51,-7 3-19,-4 5-226</inkml:trace>
  <inkml:trace contextRef="#ctx0" brushRef="#br0" timeOffset="5563">6196 544 313,'0'0'53,"0"0"5,0 0 45,0 0-54,0 0-22,0 0 11,11-56 14,-11 44-7,0 1 2,-8 0-12,-5 1-1,-4 0-18,-1 4-9,-3 5-5,-1 1 16,-3 1-17,2 17 1,-1 8 13,4 5-1,8 4 10,4 2-19,8 1-5,0-3 6,20-4-6,8-3-3,11-5 3,7-10 0,2-11 0,1-2 2,-4-15-2,-2-15 10,-7-9-6,-5-13 4,-7-10-4,-7-4-3,-9-2-1,-8 4 0,0 4 0,-16 0 5,-8 6 6,0 8 13,2 6-23,1 12 0,4 9 11,6 5-12,5 6 0,4 7 21,2 1-17,0 0-4,0 0-8,0 7-15,0 17 23,3 14 3,8 13 9,3 8 18,0 6-8,2 1-4,-1-5-3,0 0-10,-4-3 0,0 1-5,-2 0-12,2-2 1,2-2-53,-1 1-52,2-2-80,5-9-226</inkml:trace>
  <inkml:trace contextRef="#ctx0" brushRef="#br0" timeOffset="6232">6864 560 664,'0'0'48,"0"0"-45,0 0 82,0 0-65,-86-35-16,71 35-8,0 9 4,-3 11-4,0 5 4,1 6 3,4 2 21,6 2-24,4-1 1,3-3-3,3-4 2,15-9-14,7-7-5,7-8-10,2-3 25,2-9-5,-2-13-3,-4-4 3,-6-9-8,-6 3 17,-8 4 8,-5 5-7,-4 10 52,-1 8-15,0 2 4,0 3 2,0 0-44,0 14-8,-3 13 6,-1 4 3,4 4-7,0 1 6,6-4 0,14-4-3,6-6 4,2-8-1,-1-9 0,7-5 0,-1-4 1,-2-23-1,-1-10 0,-7-9 0,-5-8 1,-9-5 0,-6-3 6,-3-3 3,0-2 20,-9-3-11,-9-3-12,1-2 11,0 9-18,3 10 4,2 17 3,3 15-4,2 10 42,2 5-22,4 6 15,1 3-6,0 0-32,0 0-10,0 19-19,3 12 29,7 13 6,6 12-6,0 5 0,3 4 9,-3-2-7,2-2 5,-2 0-7,-2-2 2,-3-1-7,0-3-19,-2-2-32,-4 1-6,1-6-94,1-8-96</inkml:trace>
  <inkml:trace contextRef="#ctx0" brushRef="#br0" timeOffset="6974">7714 432 684,'0'0'110,"0"0"-96,0 0 41,-93-35-38,70 35-1,1 0-13,1 6-1,5 11 9,-2 7-11,6 7 0,0 4 9,8 3-6,4-1-3,0-2-5,9-2 5,10-8 5,6-6-5,2-7 0,3-9 4,1-3-3,2-7-1,0-19 0,0-9-9,-3-5 7,-7-2 4,-7 0-2,-7 8 10,-5 7 11,-4 7 1,0 10 8,0 6 4,0 3 5,0 1-32,0 0-7,0 4-9,0 14-8,-2 10 17,2 5-6,0 8 6,5 2-1,11-1 1,4-1-3,-2-5 2,1-6-36,0-7-21,-1-8-41,-1-8-31,-4-7 21,0 0-222</inkml:trace>
  <inkml:trace contextRef="#ctx0" brushRef="#br0" timeOffset="7535">6933 389 553,'0'0'110,"0"0"-50,0 0 109,0 0-79,0 0-32,0 0-16,-31-3-3,31 3 2,15-1-14,15-4 10,14 1-16,14-3-10,11-3 16,7 1-26,8 0-1,-4-1 7,-6 1-3,-12 3-8,-10 0-7,-13 2 3,-12-1 8,-13 5 0,-7 0 1,-6 0-5,-1 0-2,0 0-14,0 0-28,0 0-27,-11 0-29,-5 0-88,0 0-143</inkml:trace>
  <inkml:trace contextRef="#ctx0" brushRef="#br0" timeOffset="9666">8686 439 262,'0'0'165,"0"0"-92,0 0 16,0 0-54,0 0-31,0 0 33,18 44 34,-9-11-10,-3 3 10,2 1-29,2 0-5,0-2-26,1-4-8,2-4 7,-1-4-9,-1-6-1,0-6-1,-3-7-4,1-4 5,4 0-8,-1-10 8,3-12 20,-3-5-20,-4-2 0,-1 7 2,-1 5 1,-2 6-6,-2 6 1,-1 2 2,1 3 1,-2 0-1,1 0-11,4 0-11,4 13-15,6 9 33,1 1 1,8 1 3,3 1-2,4-4 2,1-3 0,-1-4 1,2-6 3,-3-3-3,0-5-1,-4 0 0,-3-5 7,-5-12-4,-5-5 1,-6-5 7,-5-6-4,-2 2 12,-5-4 2,-14 3-12,-6 4 16,5 2-18,-2 8-7,1 2-6,5 7 6,1 3-10,1 3-47,2 3-30,1 0-9,0 3-63,6 5-118</inkml:trace>
  <inkml:trace contextRef="#ctx0" brushRef="#br0" timeOffset="10282">9265 281 522,'0'0'70,"0"0"-45,0 0 0,0 0-10,0 0-8,66 85 33,-47-41 28,1 4-12,-3-2 16,-2 4-36,3-4-16,-1-6-4,-1-5-16,1-10 3,-6-6-3,-2-9-6,-4-6 5,-2-4-15,4 0 16,8-20 8,3-11-8,5-7 0,0-2-1,-2 6-11,-4 5 12,-3 10-2,-6 7 2,-5 5 6,-1 6 6,-2 1-7,0 0-5,1 0-6,2 11-10,3 13 0,3 7 16,1 0 6,7-2-2,1-1-1,5-7 7,4-6-9,0-7 1,0-5-2,0-3 0,0-1 2,-3-17 2,-4-8-3,-6-4 7,-5-3-2,-8 2-6,-1 2-3,0 5 3,-1 8 6,-5 4-2,3 7-3,2 3-1,1 2-1,0 0 1,0 9-36,0 9 25,3 4 9,13 1 4,3 0-2,5-3 0,2-5 4,0-4 2,-2-4-5,-3-5-1,-2-2 5,1 0 1,-4-9 2,1-11 0,-4-6 1,2-5 5,-6-3-14,-1 2 4,-1 2-1,0 7-2,2 5-1,2 5 6,1 3-5,4 3-2,2 4 1,2 3-2,-1 0-6,-6 0 7,-1 7-7,-6 1 7,-3-1-8,-3-3 8,0-1-18,0-2-3,0 1 19,-1-1-4,-14 3 7,-5 0 8,-5 3-8,0 0 3,2 3 4,-1 3-6,5 3 6,4 1-7,3 1 0,6 3-3,6 0 7,0 3-4,0 3 10,18 0-4,5-2 10,8 1-10,3-7 0,0-3-3,1-6-1,-3-5 8,-2-5-10,2 0 0,-4-10 11,0-12-5,-1-8 5,-1-11-1,-2-8-9,-4-2-2,-6-2-1,-8 6 2,-6 10 8,0 7-7,0 8 10,-5 7 3,-1 5-8,2 7 7,2 3-13,2 0-5,0 1 2,-3 20-21,0 12 20,3 8 0,0 5 8,0 1-4,6 1 0,5-6 1,4-7-2,-6-6 1,-3-11-4,0-7-1,-2-9-9,5-2 8,9-8 9,7-20-3,7-7 12,1-3-12,-7 3 0,-2 7-1,-9 9 3,-6 10-2,-6 6 0,0 3 0,2 0-2,5 15 4,5 9-2,3 6 0,1-2 1,2 0 10,1-3-10,-2-3-1,1-5 6,-6-5-6,-2-5 0,-5-4-5,-2-3-20,0 0 13,-6-14-68,0-10-133,-9-4-297</inkml:trace>
  <inkml:trace contextRef="#ctx0" brushRef="#br0" timeOffset="11698">9981 266 649,'0'0'280,"0"0"-251,0 0 80,0 0-39,0 0-61,0 0-5,0 0-8,-4-39-30,4 39-18,0 5-22,-15 10-128,-2 2-46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6:31.754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27 374 345,'0'0'118,"0"0"-50,0 0 58,0 0-65,0 0-30,0 0 6,-27-25 3,27 25-13,0 0 30,0-2-15,0 1-3,18-5-12,15-2-17,16-2 6,16-3-9,7 3-4,-4 3 3,-6 2-6,-14 2-19,-15 3-25,-20 0-79,-13 0-48,-7 0 33,-31 7-8,-14 3-56</inkml:trace>
  <inkml:trace contextRef="#ctx0" brushRef="#br0" timeOffset="224">127 333 68,'0'0'163,"0"0"-31,0 0-14,0 0-93,0 0 52,0 0 34,36 92-42,-11-58 2,-2 7-9,-4 3-22,-4 2 5,-4 4-42,-3-4-3,-2-1-2,-4-5-32,-2-6-30,0-5-23,0-4-1,-6-6-14,-9-8-76,-3-6-63</inkml:trace>
  <inkml:trace contextRef="#ctx0" brushRef="#br0" timeOffset="452">26 858 527,'0'0'82,"0"0"64,0 0-19,0 0-78,0 0-21,0 0-21,82-23 7,-28 19 16,8 1-19,5-1-7,-3 0-4,-8-3-20,-7-1 13,-15-5-42,-8-3 18,-13-2 31,-4-2 4,-6-2 3,-3 0-3,0 1 8,0 4 16,0 5-26,0 1 25,0 4-9,0-1-17,12 3-1,10 3-3,6 2 0,4 0-10,1 17 16,-4 6-3,-3 3 7,-7 3 2,-5-1-3,-5-4-6,-5-3 0,-2-4 0,-2-7 0,0-6-19,0-4 5,0 0 12,0-4 2,0-17 0,0-13 2,4-7-4,13-2 2,3 6-3,3 4-3,1 9-3,0 9 9,-2 5-1,-4 10 3,-3 0 2,-3 15 3,-2 15-7,2 7 18,0 2-5,3 1 1,1-7-14,5-3 0,1-9-4,3-6-2,0-10-10,0-5 13,4-3 3,-3-21 3,0-10-3,-10-11 0,-4-4-1,-9-2 1,-3 4-8,-9 9 6,-10 11 4,-8 9 0,-1 7 2,2 7-1,1 4 5,8 0-5,6 16-6,9 8-12,2 8 7,19 3 1,16 6 3,7 0 4,7 0 14,-2-3-14,-6-2 2,-8-3 9,-10-5-10,-9-4 2,-11-4-3,-3-3 0,-6-3 7,-19-3 17,-4-1-9,-2-5-15,3-3-13,5-2-67,2-9-85,12-18-146</inkml:trace>
  <inkml:trace contextRef="#ctx0" brushRef="#br0" timeOffset="1327">1448 162 675,'0'0'28,"0"0"85,0 0-29,0 0-83,0 0-1,22 78 30,-15-26 26,1 8 14,-1-3-33,1 3 9,-1 1-36,1-1-9,0 1-2,0-3-24,0-5-35,-4-6-45,-1-8-51,0-9-4,-1-16-165</inkml:trace>
  <inkml:trace contextRef="#ctx0" brushRef="#br0" timeOffset="1597">1276 572 778,'0'0'99,"0"0"-94,0 0 63,0 0-39,87-68-29,-32 58 0,1 3 0,-1 4 2,-5 0 25,-6 3 12,-6 0-11,-4 10 10,-2 11-35,-7 11 2,-3 4-5,-8 5 6,-7-2-2,-7-2-4,0-6 0,-1-8-3,-13-6 6,0-9-3,4-3 5,4-5 1,2 0 10,4-10-1,0-17-8,0-13-7,12-8-4,13-5 2,8 1-1,3 5-20,1 9 3,0 10-13,-4 11-12,-6 5-63,-7 9-163,-7 3-144</inkml:trace>
  <inkml:trace contextRef="#ctx0" brushRef="#br0" timeOffset="2131">1940 441 498,'0'0'111,"0"0"28,0 0-10,0 0-70,0 0-14,0 0-43,13 46 9,2-16 27,3 8-29,0 3 8,4 0-17,2-3 2,0-7-4,-1-9 2,-6-8 0,-2-7-3,3-7-1,2 0-4,4-19 8,1-12-10,-1-8 10,-9-7-11,-5-2 9,-9 4-2,-1 6 4,0 10 31,-1 8-14,-5 6-12,3 5 14,3 5-12,0 4-3,0 0-4,0 0-11,0 4 8,0 19-3,0 11 6,7 10 40,1 5-7,3 2-13,2-2-20,0-3 0,4-6-24,-2-6-54,1-8-24,-1-9-53,6-12-29,0-5-168</inkml:trace>
  <inkml:trace contextRef="#ctx0" brushRef="#br0" timeOffset="2587">2656 426 732,'0'0'61,"0"0"97,0 0-76,0 0-74,0 0-1,0 0-7,-84-15-14,67 45 12,1 7 2,5 6 0,5 5 12,6 1-6,0-4 17,3-2-17,16-7-5,6-6 6,8-7-7,8-10-1,4-11-11,5-2 12,4-9 1,-2-19 2,-1-7 0,-4-9 6,-5-10-9,-3-12 0,-6-7-2,-6-5 2,-10 2 9,-9 2-7,-8 9 17,0 8 11,-1 12 7,-13 10-13,1 6-18,1 9-1,2 5 5,5 10-10,3 3 1,2 2-3,0 0-16,0 15 9,0 17-6,0 17 15,3 16 10,11 5-9,2 1-1,2-3 14,0-6-13,-2-4 3,-2-4-4,1-2 0,-6-4-6,-3-3-16,-5-4-36,-1-3-9,0-4-138,-1-10 15,-8-9-287</inkml:trace>
  <inkml:trace contextRef="#ctx0" brushRef="#br0" timeOffset="3181">2787 346 809,'0'0'257,"0"0"-243,0 0 18,87 3-32,1 8 6,13 1-6,-1-4-1,-10-4-4,-16-3 5,-15-1 3,-20 0 7,-17 0 4,-12 0 23,-7 0 15,-3 0-33,0 0-3,0 0-16,0 0-5,0 0-22,0 0-43,-4 0-35,-10 2-46,-5 2-74,-2-1-261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6:35.691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42 225 403,'0'0'143,"0"0"-61,0 0 54,0 0-86,0 0-34,0 0 57,69 115 1,-56-50-19,-3 3-4,-4 1-33,-3-3-18,-1-2-6,-2-6-64,0-10-50,-3-13-67,-12-12-15,-4-15-311</inkml:trace>
  <inkml:trace contextRef="#ctx0" brushRef="#br0" timeOffset="225">0 668 679,'0'0'50,"0"0"34,0 0 13,0 0-95,84-46 8,-35 29-8,-3-2 2,-3-4-8,-7-5-7,-9-4-29,-12-1 37,-8 0-1,-7 4 4,0 5 17,0 4 16,0 6 20,0 6-26,0 5-19,0 3 20,0 0-28,0 1-14,5 20-6,8 14 20,7 5 14,-2 6-14,0-3 2,-2-2 2,-3-6 3,0-6-12,-3-9 5,-3-9-1,-1-5-2,3-6-11,8 0 10,1-19-8,6-8 10,-2-4-5,-5 0 2,-3 4 5,-6 10 6,-4 10-4,-2 7-2,-1 0 4,6 11-4,4 16-11,10 10 7,5 1 8,7-1 1,2-5-1,2-6-3,2-9 9,2-10-10,0-7-2,-5 0 0,-3-19 2,-7-9 4,-5-6-3,-7-3 1,-10 1 8,-4 1 2,-3 5 14,-16 2-9,-7 7-7,-2 6 3,0 10-13,-2 5-1,0 8 1,3 18 0,11 3-4,9 7-4,7-1 8,14 3 18,24 0 0,17-4 8,7-4-1,9-9-13,-1-8-12,-3-9-3,-10-4-22,-8 0 12,-13-11-32,-11-2-22,-10 0-40,-8-3-113,-7-1-290</inkml:trace>
  <inkml:trace contextRef="#ctx0" brushRef="#br0" timeOffset="1148">1822 459 470,'0'0'37,"0"0"64,0 0-53,21 73 46,-9-30 15,-2 3-37,-1-2 1,-2-6-37,-2-10-33,-1-9 2,-2-9-5,-1-6-2,-1-4 0,2 0 2,1-20-3,0-16 1,2-11-11,0-6 13,-2 1 1,0 8 4,0 12-4,2 8 5,-1 11-6,-1 9 12,2 4-9,5 0-3,4 20-10,6 7 5,3 5 4,-1 2 2,4-4 0,2-7 1,-1-6-1,0-7-2,-4-8 1,-4-2 0,0-14 0,-6-13 0,2-7 3,-6-6 3,0-2 1,1 1 3,-2 6-10,0 10 2,-4 9 13,1 9-10,-3 4 17,-2 3-14,0 0-8,2 17-14,-1 14-10,2 7 24,2 3 25,1-1-3,1-4-7,7 1-7,1 0-7,4 0-2,2-7-21,-3-1-40,1-9-26,-1-10-161,-2-8-186</inkml:trace>
  <inkml:trace contextRef="#ctx0" brushRef="#br0" timeOffset="1739">2699 480 818,'0'0'19,"0"0"107,-82-8-68,57 19-58,4 20 11,3 8-11,11 8 0,7 4 0,11-4 1,25-1 0,6-8 8,2-11-9,-3-12 0,-8-9-1,-8-6 2,-5-7 9,-4-17 15,-5-10 14,-4-8-2,-7-3-24,0 1-11,-6 4 15,-14 8-14,-2 3 0,-5 6-3,4 6-17,3 6-23,2 5-47,8 6-49,3 0-98,7-1-333</inkml:trace>
  <inkml:trace contextRef="#ctx0" brushRef="#br0" timeOffset="2077">2877 277 257,'0'0'466,"0"0"-358,0 0 50,0 0-127,0 0-26,0 0-5,7 42-19,-1 7 19,1 8 13,-4 0 3,0-8 8,0-7-14,2-7-3,0-8-7,-2-10-2,-3-7 2,1-5 2,-1-5-2,3 0 0,3-6 19,4-20 2,5-8-11,8-5-10,-3 2-8,1 10 6,-1 6-1,-1 9 3,-1 3-4,5 5-1,2 4 3,0 0-3,0 10-1,-3 17 4,-6 5 4,-7 9 3,-9 4 2,0-2-7,-9-1 8,-15-7-6,-7-5-2,-7-8 8,-3-6-8,-1-8 0,4-5 5,9-3-5,5 0 13,10-16-9,4-6-4,6-3 0,4 0-23,0 4 7,0 7 8,3 4 8,7 5 4,-1 5-4,4 0 0,5 1 7,6 15-2,6 3 1,1 3 10,5-4-16,1-4 5,2-5-5,1-7 0,-2-2-6,-6 0 4,-3-15 2,-4-8-1,-4-8 4,-2-5 3,-2-4-6,-8 3 0,-5 2 10,-4 5-8,0 6 1,0 6-3,0 7 3,0 7-11,0 2 2,0 2 3,0 0 3,-3 10-26,-1 13 18,2 6 5,2 2 6,0 2-2,6-4-1,8-3 0,5-5 2,2-6 1,2-2-4,3-6 1,3-4-6,-1-3 2,0 0 2,-1-5 2,-2-10 4,0-7-3,-3-8-1,-1-5 3,-5-12 5,0-8-6,-3-11-2,-6-8-11,-4 4 11,-3 5-11,0 13 6,-3 12 5,-7 12 1,0 11 26,6 7-18,-1 6-2,5 4 2,-4 0-9,0 17-18,-1 13 10,-2 13 5,7 14-4,0 10 7,0 7 0,0 0 14,9-4-10,2-8-6,1-9 2,6-9 0,3-7 6,6-7-2,6-10-4,3-9 11,7-10-8,-1-1-3,1-14-11,-6-13 10,-5-8-2,-9-3 3,-6-1 0,-6 5 12,-7 5 5,-4 6-3,0 8-6,0 7-7,-12 4 5,-2 4-6,-2 0-12,1 9 10,0 11-3,6 4-1,6 6-4,3-1 10,0 2 0,15-2 0,3-7 0,3-4 7,0-6-6,1-4 1,4-5-2,-3-3-26,-3 0-22,-2-13-54,-11-8-132,-7-3-137</inkml:trace>
  <inkml:trace contextRef="#ctx0" brushRef="#br0" timeOffset="3471">3354 0 498,'0'0'209,"0"0"-175,0 0 81,-81 95-88,81-64-22,0-3-3,21-4 5,2-7-7,-1-8 0,-3-9-1,-3 0 6,-6-12 16,-1-8-15,-5-3 32,-4-1 25,0 2-24,0 1-9,-1 4-5,-5 5-16,-1 3 3,2 5-12,2 4-29,-5 0-49,-9 9-134,-4 7-2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6:49.341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0 900,'0'0'32,"0"0"-15,0 0-17,0 0-14,0 0-243,0 0-29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6:41.249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70 748 441,'0'0'71,"0"0"-22,0 0 35,0 0-45,0 0-29,0 0 3,45-82 12,-27 48-12,3-10-8,-5-3-3,0-10 6,-5-2-8,-1-4 0,-8-5-2,-2 3-2,0 4-1,0 10 2,-2 13 3,-11 11 9,-1 6-3,-5 6 5,1 5 9,6 4-12,3 6 13,5 0-12,2 21-9,1 20 0,1 17-3,1 13 3,17 4 19,9 2-4,3 2 7,1-3-7,2-11-14,-3-10 5,4-13-6,-1-12 0,0-8 5,-2-11-3,5-10-1,-2-1-2,-1-17 9,-2-15 3,-4-15-6,-6-7 6,-3-2-8,-6 1 3,-2 11-6,-8 13 0,-2 13 0,0 8 8,0 9-3,0 1 1,-2 1-6,-8 21-7,0 12 6,-1 7-4,8 2 3,3-6 1,6-5-5,14-7 1,8-9 5,5-9 0,4-7 6,0 0 2,-2-16-4,-7-12 16,-7-6-12,-6-7 3,-9 0 3,-6 2-5,0 5 7,-11 5 6,-11 4-8,-5 7-6,-3 2-8,-4 5-12,-2 7-26,0 3-34,0 1-34,2 1-65,3 7-62</inkml:trace>
  <inkml:trace contextRef="#ctx0" brushRef="#br0" timeOffset="733">21 345 857,'0'0'24,"0"0"-23,0 0 109,0 0-22,0 0-47,0 0-32,-21-39-8,73 21-1,20-2 13,6 1-13,-3 0 0,-6 5-1,-9 3 1,-10 4-4,-14 3-20,-12 2-22,-13 2 30,-8 0-68,-3 0-24,0 0-46,0 7 7,1 3-134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6:42.373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162 411 592,'0'0'37,"0"0"53,0 0 16,0 0-76,0 0 9,0 0-25,-85 5-5,57 32 14,1 5-10,13 5 5,8-6-18,6-4-1,9-7-3,21-5-4,11-10 8,8-9 15,6-6-11,2-10 11,-2-19-12,0-7-2,-14-6 18,-16-3-10,-16-2 7,-9 6-4,-8 3-12,-20 5 5,-11 11-5,-8 6-12,0 9-8,4 7-70,9 0-51,11 0-83,14 5-312</inkml:trace>
  <inkml:trace contextRef="#ctx0" brushRef="#br0" timeOffset="359">474 172 779,'0'0'24,"0"0"18,0 0 80,0 0-83,0 0-39,0 0-10,34 52 10,-10 10 25,3 13-11,1 7 19,-2 6-12,5 6-20,-4 3-2,-2-1-20,-4-7-57,-3-17-61,-5-18-54,-5-21 2</inkml:trace>
  <inkml:trace contextRef="#ctx0" brushRef="#br0" timeOffset="600">635 525 780,'0'0'3,"0"0"-3,-22-97 34,22 74-12,15 4 3,11 6-20,9 3 1,5 7 25,6 3-8,1 4 6,-1 17-16,-4 6-9,-8 3 8,-6 2-12,-13-2 0,-7-2-1,-8-1-7,-20 0 8,-17-3 5,-11-5 5,-1-6-10,0-6-9,8-7-15,9 0-38,5 0-49,9-8 20,9-4-164</inkml:trace>
  <inkml:trace contextRef="#ctx0" brushRef="#br0" timeOffset="1044">1306 618 455,'0'0'85,"0"0"-28,0 0 4,0 0-34,0 0 5,0 0 4,84-57 40,-56 32-33,-4-3 1,-1-2-8,-4-2-34,-7-2 1,-4 3-3,-7 4 5,-1 8-8,0 4 3,-3 7 0,-6 3-3,0 5 3,-3 0-8,-1 8 6,-5 16 2,1 7 6,4 7-6,4 3 1,9 0 3,0 0 2,9-5-6,16-3 7,10-5 2,8-7-3,5-5 0,7-8-2,0-8 3,-3 0-7,-1-13 10,-5-12-10,-6-7 0,-11-5-4,-10-1 8,-8 0-6,-8 1 2,-3 5-12,0 6 6,0 8 3,-5 7 6,4 5 0,1 2-3,0 4-2,0 0-18,12 0-15,10 7 29,5 14 0,-2 7 6,-2 6 1,-1 4 0,-1-1 0,-2-4 7,4-6-8,-4-5 1,-1-8-1,0-6 0,-3-6 11,4-2-8,0-9 3,3-15 11,-2-6-13,-8 0 2,-6-2 4,-6 4-7,0 3-3,-4 5-7,-13 7-1,-5 8 2,1 5-4,2 0 9,1 5-1,6 8-10,7 0 6,5-1-14,0 0-16,8-4 11,11-2 3,8-5 18,-1-1-1,-1 0-16,-3-6 14,-8-3 2,-4-1 5,-6 3 21,-2 3 31,-2 2 1,0 1-20,0 1-29,1 0-4,4 0-16,4 15-22,6 6 38,3 2 0,4 0 1,2-5-1,1-3 0,2-6 8,-1-5-3,4-4-3,-2 0 13,0-13-11,-1-9 11,-3-9-11,-6-7 1,-6-7 12,-8-8-16,-4-2-1,0 1 0,-16-1 4,-2 6 2,-3 5-6,4 8 0,1 6 11,4 8-10,5 8 0,2 7 11,2 5 5,3 2 1,0 0-18,0 6-11,0 17 0,0 12 4,0 7 7,15 7 12,5 3-4,2 4 13,6 0-21,2-2 3,3-2 5,1-7-8,1-5-1,1-7 1,-5-7 0,0-8 4,-2-8-4,-4-7 0,2-3 24,4-7 1,0-17-3,4-10-7,-7-4-15,-1-2 5,-11-2-5,-7 0 0,-6 2 1,-3 7 0,0 10-1,-9 9 0,-3 7-3,-1 7 2,-3 0-15,-3 10 16,0 12-6,4 6 6,8 2-4,7 1 1,0-2 2,7-1 1,16-6 5,5-3-2,0-3 19,4-5-19,1-3 13,-1-6-4,4-2-11,0 0 0,-5 0-1,-3-7-23,-11-1 17,-2-2-21,-11 0-9,-4-3-26,0-1-44,-10-2-155,-11-6-389</inkml:trace>
  <inkml:trace contextRef="#ctx0" brushRef="#br0" timeOffset="2527">2537 217 795,'0'0'256,"0"0"-227,0 0-29,85-18 22,-4 4-21,15 1 2,3 2-3,-6 1 0,-14 2 1,-16 2 1,-17 0 0,-18 2-1,-14 1 0,-8 2 2,-6 1 0,0 0-2,0 0-2,0 0-4,0 0-58,-6 0-124,-8 0-138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6:46.079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-1 671 298,'0'0'47,"0"0"55,0 0 25,0 0-32,0 0-3,0 0-14,86-39-43,-65 12-27,-5-5 3,-2-2-11,-10-3 0,-4 1-1,0 6-10,0 5 5,-9 7 10,-1 5-4,2 6 1,-1 3-1,2 4-9,-3 0 6,-1 7-4,0 18 3,1 12-1,4 7 5,6 3-10,0 0 20,19-1-6,8-6 24,6-5-24,3-9 1,6-9-2,5-9-2,-2-8 13,3 0-12,-6-18 4,-5-10 10,-5-6-15,-10 0 6,-10 3-2,-2 7-5,-5 10 14,-5 7-7,1 6-2,-1 1 6,0 1-11,2 16-37,2 9 34,5 3 3,4-2 2,1-3-2,1-6 0,-2-6-4,-1-7 4,-1-3-2,1-2 2,4-6 0,1-14 7,2-5-4,0-3-3,-2 1 9,0 6-2,-3 5-7,-2 9 0,0 4 0,1 3 2,7 0-2,3 8-1,6 8-5,-1 3 8,-4-4-2,2-1 0,-6-3 4,0-5 5,-1-6-9,3 0 1,-1 0-2,-1-6 1,-2-5-24,-6-6-29,-4-2-86,-3-6-39,-5-6-137</inkml:trace>
  <inkml:trace contextRef="#ctx0" brushRef="#br0" timeOffset="750">383 9 693,'0'0'3,"0"0"28,0 0-24,0 0 0,-19 84 0,34-61-7,7-6 0,-1-8 2,0-9 20,0 0 8,-6-6 29,-5-12-20,1-3-4,-8-2 0,-3 3 1,0 3-1,0 5-11,-3 2-7,-6 3-17,-2 3 2,1 2-11,-5 2-21,1 0-18,0 3-50,0 11-29,2 3 27,3-3-98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6:47.467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0 169 449,'0'0'106,"0"0"-16,0 0 32,0 0-63,0 0-59,0 0 0,10 28 0,8 14 27,7 9 23,2 12-3,0 7 8,0 11-28,-6 4-9,-2 6-18,-7 2 0,-5-5 1,-7-9-1,0-10-5,-3-10-29,-8-8-30,2-10-47,6-13-36,3-15-77</inkml:trace>
  <inkml:trace contextRef="#ctx0" brushRef="#br0" timeOffset="275">176 611 701,'0'0'0,"-30"-78"0,21 48 29,7 5 2,2 5-15,0 5 13,15 4 5,17 4-12,14 3-14,6 4 1,8 0 9,-3 9-4,-2 16-6,-8 8 2,-8 5-8,-14 0-2,-11-2-3,-14-8 3,0-4 9,-30-3 12,-10-4 8,-9-4 13,1-4-32,5-4-8,4-5-2,7 0-10,3-3 0,5-10-68,10-1-101,13 0-26</inkml:trace>
  <inkml:trace contextRef="#ctx0" brushRef="#br0" timeOffset="742">953 550 347,'0'0'23,"0"0"94,0 0-5,0 0-37,0 0 20,-51-75-21,39 75-52,-3 0-18,-4 2 0,-5 14 4,0 8-8,3 1 1,5 3-1,6-1 0,6-5-2,4-2-7,0-7-20,18-6-4,8-6 13,4-1 20,0-7-2,-2-14 2,-4-3 0,-7-1 5,-6 2-4,-3 7 16,-7 7 13,-1 3 5,0 5 23,0 1-44,0 0-10,0 0-4,3 15-36,6 9 36,1 7-5,8-1 5,2-2 1,5-5 1,5-5-2,1-5 12,0-6-11,-1-7 11,-3 0-10,-3-10-2,-6-11 19,-3-7-15,-6-7 2,-6-4 4,-3-1-9,0 6 6,-6 5-7,0 6 0,1 9 11,3 6-11,2 2-8,0 2 8,4 3-19,11 1 4,4 0-4,2 10 17,2 13-2,-3 6 4,0 6 0,1 3 0,-1-1 2,-1-5 0,1-3-2,0-8 0,-5-6-2,-1-5 2,0-4 0,2-6-1,2 0 7,6-10 14,1-15-9,-1-10-9,-3-7 12,-4-9-10,-8-8-4,-8-7 0,-1-5-9,0-5 3,-13-2 5,-4 9 1,2 12 10,2 17-7,4 19 4,4 12 8,2 8 1,2 1 3,-1 18-19,2 21-22,0 12 18,0 13 4,16 3 0,6 3 9,3 2-8,2-2 12,2-2-13,-1-8-31,-3-11-27,-6-12-51,-6-15-63,-10-13-183</inkml:trace>
  <inkml:trace contextRef="#ctx0" brushRef="#br0" timeOffset="1604">1635 495 656,'0'0'86,"0"0"-71,0 0 23,49-74-32,-10 62-6,5 5 2,1 3 3,1 4 4,-4 0 33,-3 6 7,-4 13-32,-1 6-6,-7 8-8,-6 4 0,-7 5 0,-8-2-3,-4-4-33,-2-3-23,0-10-43,-5-10-23,-5-10-231</inkml:trace>
  <inkml:trace contextRef="#ctx0" brushRef="#br0" timeOffset="2144">2374 411 387,'0'0'75,"0"0"43,0 0-4,0 0-36,0 0-15,0 0-43,-11-15-6,3 18-14,-5 16-8,-4 10 8,-3 8 23,5 1 4,4 0-6,10-4-16,1-3 5,10-4-10,18-4 0,11-8 3,6-7 4,6-6-4,-1-2-3,-3-13 6,-1-12-12,-6-11 6,-2-3 0,-10-2 0,-9 2 7,-10 5-6,-9 4-1,0 8 5,-9 3 2,-7 6-7,1 6-8,0 6 5,3 1 2,0 1-4,5 19-12,5 6 2,2 4 15,0 2-7,21 0 7,6-3 0,4-4 1,2-7-1,-2-7-1,-1-5 1,-3-5-5,-7-1 1,-3-4 4,-4-14 6,-6-5 4,0 0 1,-4 4-11,-1 5 4,-1 7 0,-1 3-3,0 4-1,0 0 0,2 0-15,2 14-12,4 5 14,5 5 13,1-1-4,5-2 3,1-4 1,3-6-1,6-5 7,2-6-4,2 0-2,0-7 3,-2-16 5,-3-9-8,-7-11 1,-6-9 10,-6-7-8,-9-2-2,0 5-2,-7 4 1,-13 6-7,-5 7 8,0 5-1,2 7 14,5 9-6,8 7 11,4 5 4,3 5-18,3 1 3,0 0-8,0 19-33,1 15 25,13 13 8,1 9 15,1 10-11,-1 6-3,0 6 9,-5 1-10,1-4-27,1-7-91,0-12-70,-1-13-84</inkml:trace>
  <inkml:trace contextRef="#ctx0" brushRef="#br0" timeOffset="3035">3585 405 789,'0'0'3,"0"0"123,0 0-74,-93-31-51,62 33-2,2 21-5,3 8-9,8 4 13,9 0-30,9-3 8,0-5-2,16-9 15,12-6 4,4-10-16,5-2 23,1-7-6,-3-11 6,0-4 0,-10 6 7,-7 3-7,-11 8 45,-4 3-10,-3 2-19,0 0-12,6 13-3,6 9-1,6 4 2,8-4 0,5-5-2,0-8-4,1-7 4,-4-2 1,-4-2 2,-2-17 0,1-6 6,-3-5-8,1-2 22,-1 2-7,0 4-13,-6 11 25,-4 8-17,-5 6 3,-2 1-4,4 5-10,8 16-2,5 8-4,5 2 6,3-3-1,-1-3 1,1-6-6,-4-8 6,-3-5-8,-3-5 3,-6-1 5,-4 0 0,-4 0 19,-4 0-11,0 0-8,0 0-7,0 0-124,-4 0-236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6:51.418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20 63 262,'0'0'76,"0"0"31,0 0 51,0 0-53,0 0 13,0 0 9,-3-41-62,3 41-31,0 0-34,3 27-17,15 24 13,3 21 4,1 10 7,-4 7 22,-7 0-24,-5-5 18,-5-7-23,-1-14 6,0-19-13,0-13-23,0-13-19,0-12-35,0-6-59,-9-13 35,-7-20 78,-5-17 14,-2-15 16,1-8 2,8 1 27,7 6 14,7 13 28,0 13 12,12 5-38,13 7 1,8 6-15,8 5-25,3 8-4,3 7 8,-3 2-3,-5 4 10,-5 17-3,-7 7-11,-9 5 13,-6-2-15,-12-1 1,0-4-2,-10-3 2,-17-2 6,-13-4-8,-4-6-1,-2-5-1,6-6-55,4 0-28,3-13-64,9-8-22</inkml:trace>
  <inkml:trace contextRef="#ctx0" brushRef="#br0" timeOffset="532">395 0 700,'0'0'45,"0"0"47,0 0 19,0 0-111,0 0-18,26 75 18,-5-17 11,-1 7 11,-2-2 0,-5-1 11,0-8-33,-2-11 6,-3-8-6,-3-14 0,-2-10-5,-1-8-8,1-3 5,3-9 8,4-20 11,8-12 6,1-9-17,1 2 0,1 6 2,-5 9-2,1 11-1,-5 10-4,-4 5 10,-3 5-10,-1 2 5,2 7-15,2 14 4,5 6 11,1 0 5,2-2-5,5-3 1,5 0 4,5-8-4,2-4-1,0-4 0,-5-6 0,-3 0-1,-3-13-2,-1-10 4,-6-1-5,-4 2 8,-4 1-8,-6 6 4,-1 7 0,0 2 0,0 3 0,0 3 6,0 0-12,0 3-2,0 14-7,0 3 9,0-2 4,7-2 2,8-5 0,7-3 2,9-3-3,8-5 1,6 0 0,-2-16 0,-3-5 1,-14-6 5,-7-3-3,-8 4 2,-8 4 24,-3 6-16,0 7 9,0 5-5,0 3-6,0 1-11,0 0 0,0 20-37,0 8 34,4 8-2,8 3 5,3 0 10,6 3 7,3 7-2,2 12-8,1 7-5,-4 8 5,-5 2-7,-12-5 0,-6-4 2,-6-8-2,-17-7 7,-3-9-7,-4-9 1,-2-7 31,1-7-22,3-6-1,5-8 1,-2-8-6,-2 0 3,-3-10-7,-1-16 7,-1-11 3,7-11-8,10-9 2,6-5 15,9-1-9,0 2 7,24 5-1,11 2-11,12 3-10,7 9 5,0 4-21,-1 8-11,-2 8-27,-5 2-34,-3 4-132,-7 5-227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6:53.120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122 678 566,'0'0'56,"0"0"69,0 0-56,0 0-56,0 0 13,0 0-26,-55-10 0,31 30 22,4 10-9,6 6 0,9 10 0,5 6-4,0 5-4,26-1-5,8-1 0,9-10 12,11-13-7,9-15 4,4-17-5,-1-3 9,-5-30-13,-11-13-9,-14-8 9,-12-10 0,-15-1 5,-9-3 0,0 2 15,-14 4 16,-6 7-14,-2 6-22,3 13 0,6 11 10,7 11-10,5 8-1,1 6 0,0 10-16,0 21-30,0 13 35,4 6 12,8 4 11,-2-1 7,6-6-11,0-4 0,4-8-6,0-7 3,1-9-4,0-9 0,0-9 2,1-1-1,2-7-1,0-17 15,0-9-11,0 2 3,-4 3-7,-6 8 0,-2 9 7,-6 4 0,-2 4-3,1 3 2,4 0-6,4 10 0,5 12-13,4 5 13,-1 6-1,3 1 8,0 1-7,6 0 0,1 1-10,8-4-28,3-7-86,-2-9-102,0-12-240</inkml:trace>
  <inkml:trace contextRef="#ctx0" brushRef="#br0" timeOffset="639">1214 697 616,'0'0'90,"0"0"-80,-104-43 122,72 43-100,3 3-7,2 24-23,6 9 3,9 4-10,11 4 0,1-2-1,13-2 4,15-8-18,5-7 6,0-9-6,-1-12 7,-1-4 13,-4-8 1,-5-19 15,-1-5 5,-9-4-5,-3 5 6,-5 3 11,-4 10 27,0 6 13,0 5-39,0 7-8,0 0-24,0 4-2,0 22-49,0 12 34,0 10-12,0 6 14,0 1-88,0-9-113,0-10-215</inkml:trace>
  <inkml:trace contextRef="#ctx0" brushRef="#br0" timeOffset="1007">1371 708 721,'0'0'72,"0"0"-18,0 0 97,0 0-107,0 0-44,0 0 11,61 3-16,-31 28 11,-5 4-4,-4-1 11,-3-2-12,0-3-1,-4-8 0,-4-7-2,-4-7-8,-5-7 8,-1 0 2,2-4 13,4-17 2,5-9-15,5-7 0,-3 3 5,2 6-10,-4 10 5,-4 7 0,2 7 9,-5 4-9,2 0-3,4 5-6,3 17 4,0 11 1,2 5 4,-4 6 0,-2 1-6,-4 3 4,-2-2-52,0-7-103,0-17-124</inkml:trace>
  <inkml:trace contextRef="#ctx0" brushRef="#br0" timeOffset="1397">1807 756 736,'0'0'12,"0"0"79,0 0 5,0 0-96,0 0 5,89-64-2,-60 69 0,-4 16-1,-7 6-1,-5 4 6,-2 1 3,-3-5-10,-1-6 1,-1-5-4,-3-9 3,0-4-8,0-3 6,4 0 2,5-2 23,3-12-20,6-3-1,3 2-2,-4 3-7,-6 4-6,-5 7 7,-4 1-9,0 0 13,1 16-18,2 4 20,2 1 7,4 1-6,-1-5 1,3-5-2,1-5 0,1-4 17,2-3-15,2 0 4,0-11 10,0-6-16,-5-3 11,-2-1-7,-5 1-3,-1 0 10,-3 4-11,-3 0 0,0 3 0,-2 4-14,-1 5 5,0 4 5,0 0-7,0 0 9,0 0-16,0 0 9,0 4-8,-6 9 14,1 2-2,5 2-1,0 1-4,4 1 3,17 1 2,7-3 5,5-5 0,3-5-8,-1-7-5,-2 0-4,-7 0 17,-2-13 7,-3-4-3,-6-4 2,-1-5 29,-1-3-11,1-5-22,1-4-1,-1-3 6,-4-7-14,-2-2-3,-4 1 2,-4 4 0,0 6 16,0 9-2,0 7 10,0 6 26,0 8 23,0 2-24,0 4 5,0 3-9,0 0-21,0 0-16,0 19-16,0 15 9,0 17 7,0 10 10,0 6 4,0 2-3,0 3-11,0-4-5,0 0-51,-6-5-98,-10-9-96</inkml:trace>
  <inkml:trace contextRef="#ctx0" brushRef="#br0" timeOffset="2708">3266 0 465,'0'0'27,"0"0"101,0 0-41,0 0-34,0 0-12,0 0-9,3-15-9,-3 15-1,0 10-8,0 20-12,-9 15 56,-6 17 23,-3 13-12,3 13-39,0 12 7,2 8-20,4 5 8,6-1-19,3-1-2,0 3 19,-3 1-10,-9-1 3,-3-4-8,-4-11-8,-7-9 8,0-9-8,-4-14 0,1-10-5,4-14 5,5-14-1,11-13-2,5-9-3,4-7 5,0 0-48,6-12-23,15-13-39,10-13-128,6-8-191</inkml:trace>
  <inkml:trace contextRef="#ctx0" brushRef="#br0" timeOffset="3159">3476 739 693,'0'0'15,"0"0"30,0 0 79,0 116-39,0-57-16,0 8-26,0-4-16,-3-7 6,0-10-28,2-20-4,-2-9-2,3-10 4,0-6-6,0-1-3,0-1 6,0-25-11,0-21 7,7-19-2,11-13 0,3-10 6,4-2-3,2 5 2,3 5 1,0 7 0,0 10 0,-2 12 0,-4 13-1,-3 11 2,-8 9 6,-5 9-7,-5 7 0,-1 3 4,0 0-4,1 28-17,-1 16 17,-1 17 0,-1 11 11,0 4-3,0 5-4,0-2 10,0-6-14,0-4 0,0-6-10,2-9-22,2-10-22,-1-13-76,-1-12-66,-2-14-76</inkml:trace>
  <inkml:trace contextRef="#ctx0" brushRef="#br0" timeOffset="3631">3363 810 371,'0'0'439,"0"0"-343,0 0 16,0 0-112,92-12 4,-25 12-11,2 0-14,-5 0-46,-8 3-100,-16-3-186</inkml:trace>
  <inkml:trace contextRef="#ctx0" brushRef="#br0" timeOffset="3795">3811 661 625,'0'0'16,"0"0"13,0 0 27,0 0-36,25-72 13,-3 69-31,6 2 11,5 1 39,2 0-10,-4 7-15,-3 7 15,-5 9-25,-8 9 1,-4 17 4,-8 11 7,-3 12 16,0 7-19,-8 0-9,-6-5-8,-1-11-3,3-12-8,2-15 2,-2-10-9,3-8-1,-2-9-42,3-8-81,2-1-63,3-8-36</inkml:trace>
  <inkml:trace contextRef="#ctx0" brushRef="#br0" timeOffset="4081">3961 740 552,'0'0'86,"0"-104"47,12 60-36,3 8-50,7 7-26,5 9-21,0 8-1,3 6-2,3 6 6,1 0-6,2 7 2,-2 16 1,-7 10 1,-8 8 7,-11 8-11,-8 0 3,-2-2 0,-22-7 14,-7-7-9,-6-9-1,-6-9 4,1-5-6,1-5-2,9-5-10,6 0 7,13-6 3,7-11 2,6-5-2,0-4-2,21 2-9,7 6 6,3 6 5,-1 8-5,-6 4 5,-3 7 0,-3 21 0,-1 12 22,0 8-7,-3 4 17,-1 5 6,1-3-35,2-5-3,-1-10-41,3-12-73,-2-11-102,1-15-342</inkml:trace>
  <inkml:trace contextRef="#ctx0" brushRef="#br0" timeOffset="4540">4528 734 614,'0'0'55,"0"0"-1,0 0-39,-13 102 20,11-44 25,2 3-11,0-3 10,0-9 1,0-8-51,-3-13 3,3-11-8,-1-8-2,-1-8-4,1-1-2,-4-5 4,-1-21 0,-1-15 3,-1-13 0,2-10 3,3-8-2,2-4 30,1-1-25,0 1 4,13 8-10,10 8-3,5 7-4,5 13-3,1 8 1,2 13 1,-5 9 0,-1 6 1,-3 4 3,1 0 2,-1 11-5,-2 11 1,-3 8-9,-5 7-20,-11 5-102,-6 2-47,0-2-59</inkml:trace>
  <inkml:trace contextRef="#ctx0" brushRef="#br0" timeOffset="4942">4559 859 514,'0'0'185,"0"0"13,0 0-83,0 0-77,0 0-38,118-4-8,-73 2 7,-3 2-69,-2 0-72,-7 0-66,-2 0-146</inkml:trace>
  <inkml:trace contextRef="#ctx0" brushRef="#br0" timeOffset="5122">5152 752 493,'0'0'134,"0"0"72,0 0-55,0 0-67,0 0-27,0 0-45,-44-25-9,13 50-3,-6 9-10,6 7 9,5 2 2,10 1 2,10 0-3,6-2 0,0-4 0,4-4 0,18-7-3,7-6-11,7-8-40,2-10-81,3-3-158</inkml:trace>
  <inkml:trace contextRef="#ctx0" brushRef="#br0" timeOffset="5408">5440 712 651,'0'0'104,"0"0"-79,0 0-16,-33 95-9,21-46 31,0-1 8,3-4-9,1-10-17,4-8 0,1-9-13,0-8-2,3-6 1,0-3 2,0 0 18,0-19 10,0-9-15,12-10 15,6-8-5,3-7 7,4-3-7,3 1-21,-4 10 1,-6 12-4,-6 16 0,-7 10 6,-2 6-5,-3 1-1,0 14 0,0 18-8,0 18 8,0 5 0,0 0 1,0-1 21,0-7-20,10-3 2,6-5-1,7-6-2,1-9 2,6-11-3,1-12 0,0-1 4,-2-7 5,-5-15-3,-2-5 8,-6-9-3,1-4 11,-7-6-2,-1-3 5,-3 0 8,-2-2-25,-1 3 14,0 7-11,-3 9-10,0 11 5,0 9-6,0 9-11,0 3-7,-13 0-92,-14 5-25,-10 12-19,1 2-60,12-1-142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7:04.260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4184 778,'0'0'0,"0"0"-20,0 0 6,0 0 9,0 0-4,0 0 9,0 0 2,49 0-1,-37 0 5,-4 0-6,-5 0 3,-2 0-1,2 0-2,-3-4-30,0-5-56,0-2-248</inkml:trace>
  <inkml:trace contextRef="#ctx0" brushRef="#br0" timeOffset="1544">121 216 547,'0'0'47,"0"0"-20,0 0 56,0 0 17,0 0-93,0 0 13,0 0-15,0-3 5,0 3 13,0 0-12,0 0 20,3 0-17,5 0-2,11 0 15,9 0-14,11 0 6,4 1 3,5 4-11,4-3 14,3 0-22,9-1 1,5-1 20,1 2-23,3-2 3,-1 0 4,3 0-4,5 0 20,3 0-23,0 0 0,-1 0 19,-2 0-18,-1 0 6,2 1 6,-5 2-13,1 0 11,3 1-12,6-1 0,10 0 8,5 0-5,4-2-3,-1-1 6,3 2-3,-2-1 5,-1-1-8,-2 1 0,-5 2 6,-2-1-5,-4 1-1,-3 1 0,-4-1 5,-10-2-3,-8 0-2,-11-1 0,-10 0 4,-6 0-1,-3 0-3,2 0 4,11-5 0,13-1 8,9 2-12,11 0 0,6 1 0,1-2 5,-1 1-5,-3-2 0,-5-1 4,4 0-2,7-1-2,10-1 0,4 1 1,5 2-1,-4 2 0,3 0-1,-2 0 5,-4 0 9,0-3-13,-6-1 0,-4-2 8,-2 0-8,0 0 0,-2-1-3,-5 3 12,-8-1-11,-9 3 2,-7-3 0,1 1-3,0 0 3,-3 0 0,-1-2 0,-8 1 3,-6 1-1,-7-1-2,-9 4 0,-9-1 2,-5 2 0,-7 1-2,-1 2 0,-4 1 2,1-1-1,-1 1-1,1 0 0,-1 0-3,2 0 4,-3-2-1,3 2 0,-3 0 0,0 0 2,0 0-2,0 0 0,0 0-3,0 0 3,0 0 0,0 0 0,0 0 2,0 0-6,0 0 4,0 0 0,0 0-2,0 0 2,0 0-1,0 0-1,0 0-26,0 0 3,-4 0-59,-13 0-68,-17 0-111,-17 0 31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7:07.793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1024 287,'0'0'50,"0"0"-18,0 0 36,0 0-12,0 0 2,0 0 1,0 0 2,0 0-9,0 0-31,0 0 18,0 0-31,6 0 3,9 0 3,13 1 22,9 3 10,11 1-8,9-3-11,17 1 5,13-3-8,13 0-15,6-1 3,13-13-11,2-2 5,6 2-6,10 1 1,2 2 26,10-2-22,8 1 10,7-4-3,6-3-10,5-3 9,-4 0-11,-4-1 1,-4 5 7,-5 1-8,2 5 0,-5 4 16,0-1-15,-4 3 2,-12-7-3,-5 0 4,-15 1-4,-16 0 0,-12-1 0,-18 2 4,-16 0 3,-14 1 0,-12 2-1,-11 1 5,-10 4 29,-5 0-29,-5 3-2,0 0 14,0 0-14,0 0-3,0 0-6,0 0 2,0 0 0,0 0-2,0 0-3,0 0-1,0 0-15,0 0-14,0 0-56,-5 0-63,-5 4-57,-2 2-59</inkml:trace>
  <inkml:trace contextRef="#ctx0" brushRef="#br0" timeOffset="1229">5219 534 440,'0'0'81,"0"0"-28,0 0 53,0 0-60,0 0-5,0 0 51,-15 0-30,15-1-24,0 1-26,13-3 3,19-2-6,20 0-2,17-4-6,12 1 16,3 3-17,-6-2-2,-10 2 1,-9 3 2,-10-1-7,-7 0-16,-8 0-49,-6-3-50,-7-1-53,-13-4-69</inkml:trace>
  <inkml:trace contextRef="#ctx0" brushRef="#br0" timeOffset="1492">5644 314 453,'0'0'65,"0"0"48,0 0-73,0 0-29,0 0-11,80-11 26,-26 28-2,0 8 15,-2 8-6,-7 2-4,-8 0 7,-10-4-35,-12-3-1,-10-5 0,-5-2-20,-7-2-14,-18-3 26,-5-3-32,5-8-18,11-5-97</inkml:trace>
  <inkml:trace contextRef="#ctx0" brushRef="#br0" timeOffset="1762">6442 338 754,'0'0'85,"0"0"-85,0 0 0,0 0 11,13 90 8,-8-46-15,-2-6 9,-2-7-9,2-8-4,-1-8 7,-2-8-7,0-4 0,0-3 8,0 0-3,0-15 33,0-18-34,0-15-3,0-11 10,0-6-2,0 2 25,6 5-34,0 8 0,6 9 3,0 6 0,4 7-3,1 8 0,0 6 1,2 7-3,1 6-4,1 1 6,-1 11-9,5 14 21,0 12-12,-1 4 4,0 6 1,-4 3-3,-1 1-2,-6 0 0,-1-3-7,-4-7-1,-4-4-49,1-7-70,-4-8-97,2-8-87</inkml:trace>
  <inkml:trace contextRef="#ctx0" brushRef="#br0" timeOffset="2205">6514 456 706,'0'0'118,"0"0"-33,0 0-47,0 0-37,0 0-1,134-46-36,-77 39-46,-6-1-62,-5-2 41,-9-5-64,-4-2-64</inkml:trace>
  <inkml:trace contextRef="#ctx0" brushRef="#br0" timeOffset="2326">6982 260 136,'0'0'111,"0"0"46,0 0 0,0 0-60,0 0-32,0 0-33,17-25-32,-13 43-3,6 10 3,1 9 10,1 4 9,1 2 22,-2-7-37,-4-5 7,-1-8-11,-4-11 5,-2-5-3,0-7-2,0 0 0,0-4 45,0-18-7,-9-14-26,4-7-2,4-7-7,1 0 9,0 4-12,16 7-4,11 5 0,6 8 4,1 8-2,0 10-4,-4 8 7,-4 0-11,-8 22-1,-8 8 7,-7 4-13,-3 1 13,-13-2-1,-14-6-1,-6-7 6,0-7 7,2-6-6,6-5 0,9-2 35,9 0-27,4-9 8,3-6-17,0-3 8,1 2-10,13 3 2,2 7 0,-2 5 5,4 1-5,0 4-1,5 19 0,1 5 2,0 3 6,0 1-7,-3-7-14,1-3-4,-7-5-96,0-8-65,-3-5-206</inkml:trace>
  <inkml:trace contextRef="#ctx0" brushRef="#br0" timeOffset="2901">7637 228 600,'0'0'73,"0"0"-58,0 0-8,0 0 79,0 114-42,0-66-7,0-3 8,0-4-41,0-8 0,-1-8-4,-2-9 4,0-9-14,1-7 13,-1 0-3,-4-9 46,2-19-31,-1-14-8,3-15-5,3-8 1,0-1 10,0 6-13,0 5 0,3 11 6,8 4-5,2 9-1,-1 7 0,3 8 3,-3 6-14,2 5 11,2 3-1,1 2-3,0 0-3,2 15-15,-2 7-97,-2 5-129,-8 4-299</inkml:trace>
  <inkml:trace contextRef="#ctx0" brushRef="#br0" timeOffset="3286">7622 368 784,'0'0'97,"0"0"-6,0 0-48,0 0-43,0 0-5,0 0-13,111-47-27,-71 37-25,0 3 1,-1 0-95,-3 3-103</inkml:trace>
  <inkml:trace contextRef="#ctx0" brushRef="#br0" timeOffset="3467">8183 153 562,'0'0'74,"0"0"45,0 0 0,0 0-92,0 0-25,-94-41 3,59 58-5,0 9-7,5 4 2,9 8-3,11 1 0,10 5 2,0-1 6,18-3-6,13-5-89,13-10-65,12-9-346</inkml:trace>
  <inkml:trace contextRef="#ctx0" brushRef="#br0" timeOffset="3692">8493 193 583,'0'0'120,"0"0"-105,0 0 78,0 0-93,0 0-19,-75 90 13,72-35 6,3 0 5,0-7 18,0-10-23,0-8 28,0-12-28,0-10 1,0-5 2,0-3 1,0-7 27,0-17 25,0-12-51,6-12 15,5-6-18,1 3 0,2 7-4,-5 13 6,-2 16-4,-1 7 7,-3 8-2,1 0-5,4 15-1,3 16-6,3 12 2,3 3 10,1-1-5,3-4 0,1-8 1,0-8-1,-4-10 1,0-9-2,0-6 2,2 0 2,2-20 28,3-9-26,-5-8 6,-3-7 30,0-5-4,-8-1-4,-2 7-24,-2 8-7,-5 9-4,0 10-2,0 8-7,-2 8 5,-14 0-96,-8 5-71,-6 17-20,-6 9-258</inkml:trace>
  <inkml:trace contextRef="#ctx0" brushRef="#br0" timeOffset="4268">7880 825 875,'0'0'81,"0"0"-47,0 0 78,0 0-112,0 0-8,0 0 8,102 6 8,-2-6-4,9 0 7,-3-12-9,-1-1 7,2 1-8,-2-1 4,-9 5 31,-18 1-30,-26 1 1,-23 2 1,-19 1-7,-10 3 13,0 0-14,0 0 2,0 0-13,-5 0-19,-6 0-33,-5 0-44,-2 1-72,-4 6-28,1-1-404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7:29.755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13505 314 210,'0'0'57,"0"0"3,0 0-2,0 0-16,0 0 1,0 0-26,0 0-10,0 0 7,0-1 0,0 1 11,0 0 8,0 0-21,0 0 40,0 0-24,0 0 15,0 0 7,0 0-10,0-2-6,0 2-7,0-1-20,0 0 13,0-2-20,3 0 0,6 0 4,5 0 0,8-1-4,5 0 0,9-2 1,8-2-1,7-1 0,12-2 0,8 0 11,3-2-4,4 2-2,2-2-3,3 1 2,4-1 10,4 0-7,0 0-7,-1 2 6,2 1-2,-1 0 6,-8 2-10,-2 1 0,-12 0 13,-5 0-11,4-3-2,13 0 20,5-2-10,5 1-1,0 1-9,-7 3 6,-2 2 1,-6 2-7,-3 0 0,-6 0-5,-4-1 15,-8 0-13,-8 2 3,-9-2 0,-2 3 3,-6-1-3,-2-1 0,-1 2-3,-7 0 3,-6 1 0,-5 0 0,-6 0 1,-3 0-5,0 0 4,0 0-19,0 0 8,-12 0-55,-11 4 49,-12 4 13,-6 0-11,-7-1 11,-6 0-39,-6-2-11,-7 1 18,-8 1-14,-13 0 0,-9 0-23,-7 0-34,3-1 25,2 1 27,8 0-9,8 1-32,8 4-71</inkml:trace>
  <inkml:trace contextRef="#ctx0" brushRef="#br0" timeOffset="728">14652 177 57,'0'0'151,"0"0"-20,0 0-23,0 0 7,0 0-48,0 0-4,11 0-6,34 0-12,20-1 14,22-3-5,23 2-23,20 1 22,21 1-34,14 0-4,1 0-7,-2 4-4,-7 5 13,-11-2-17,-6-1 0,-7-4 3,-12-2-3,-6 0 0,-12 0 2,-14 0-2,-17 0 27,-15-2-17,-23-1 0,-15 1 27,-13 2-33,-6 0 0,0 0-4,0 0 0,0 0-1,0 0-1,0 0 2,0 0-14,0 0 14,0 0-7,0 0-14,0 0-32,-1 0-30,-13 0-141,-8 0 6</inkml:trace>
  <inkml:trace contextRef="#ctx0" brushRef="#br0" timeOffset="111388">8649 104 542,'0'0'41,"0"0"5,0 0 28,0 0 21,0 0-56,0 0-25,0 0 36,-22 6-40,22-5 17,0-1-1,0 0-7,0 2 6,0-1-7,0-1-17,0 0 15,0 0-16,0 0-2,14 0 1,9 0 2,14 0 10,6 0-11,8 0 3,5 0 0,9 0-3,2 0-2,3 0 0,1 4 4,0 0-3,-7 2 1,-6-3 0,-10-2-12,-12-1 12,-11 0 0,-10 0-1,-10 0 4,-4 0 5,-1 0-8,0 0 0,0 0 20,0 0-18,0 0-2,0 0 0,0 0-20,0 0-16,0 0-34,-10 7-50,-5 1-46,-1-2-153</inkml:trace>
  <inkml:trace contextRef="#ctx0" brushRef="#br0" timeOffset="112452">6258 1443 204,'0'0'21,"0"0"-18,0 0 21,0 0 9,0 0-7,0 0 18,-11-24-35,11 22 42,0-1 12,0 3-15,0-2 13,0 2-11,0 0-18,0 0 22,0 0-36,0 0-1,0-1 29,0 1-26,0 0 2,0 0-4,0 0-12,0 0 31,0 0-34,0 0 2,0 0 9,0 0-14,1 0 0,15 0 4,7 0-2,10-2 42,5 1-44,3-2 1,3 0 20,0 0-13,-2-1 0,7 0-4,1 0 3,0-1 18,2 1-25,1 1 2,0 2 16,-1-1-15,-4 2 3,1-1 2,-4 0 2,3 1-1,0-2-6,4 1-3,0-2 14,-1-1-12,1-2-2,0 1 0,3-1 7,-1 1-4,3 0-3,3 0 0,1 0 13,-3 2-7,-3 2-9,-7 0 3,-2 1 0,-4 0 0,1 0 0,-1 0 0,1 0 8,3 0-6,1 0-2,0 0-2,0 0 2,2 1 7,2 0-7,-2 1 0,2 1-2,-1-2 6,-3 2-2,0-2-2,-3-1 3,-2 0-6,-1 0 3,3 0 0,2 0 4,3 0 5,3 0-6,2-1-3,-3-3 6,-2-1 1,-4 3-7,-1-3 0,-3 2 3,-4 1 5,-3 0-11,-1 1 3,-6-1 0,0 2 6,-2-1-6,0 1 0,1 0 1,-7 0 3,2-2-6,-3 1 2,0 0 0,3-2 7,0 3-7,-2-2 0,0 1-4,2 1 10,-1-2-8,-1 1 2,-2 1 0,3-1 0,1-1 0,2 1 0,-1-2 1,0 2 4,-1-1-8,-4 1 3,-2 0 0,-3-1 2,-5 1-2,1 1 0,-3 0 0,-2-2 1,-1 2-2,-1 0-2,1-1 3,-1 1 1,2-1 0,1 1-1,0 0 0,1-2 3,-1 2-7,2 0 4,-2 0 0,1-1-2,1 1 2,1-2 0,2 1-1,0 0 10,0-1-12,4 1 3,1-2 0,5 2 0,1-2 0,4 2 0,-2-2-3,2 1 6,-5-1-6,1 2 2,-3 0 1,0-1 0,1 2 0,1-1 0,5-1-1,3 1 5,3-1-4,4 2 0,5 0 0,1 0 1,-1 0-1,-2 0 0,-5 0-2,-4 0 8,-6 0-8,-4 0 2,0 0 0,-3 0 4,1 0-4,1 0 0,4 0-1,1 0 2,3 0-2,1 0 1,-1 0 0,1 0 1,-1 0-1,2 0 0,-2 0-1,2 0 6,0 0-4,1 0-1,5 0 0,3 0-10,4 0 15,1-1-5,0 1 0,-4-1 2,-4-1-2,-1 1 0,-6-1 0,-4 1-10,-2-2 14,0 2-4,-1 1 0,4-2 6,2 1-8,3 1 2,2-2 0,3 1-6,1 1 9,1 0-4,-1 0 1,0 0 0,-1 0 0,-2 0 0,1 0 0,-2 0 4,1 0-4,2 0-2,1 0-1,0 0 6,-3 1 3,1 1-6,-5-2 0,-6 1-5,0-1 9,-2 0-4,0 0 0,4 0 3,-3 0-3,2 2 0,3-1 0,0-1-5,3 1 5,8 1-1,2 1 0,5 0 2,-1-1-1,-3 1 0,-3 0 0,-4 0 3,1-2 0,-3 1-3,-3-2 0,4 0 8,2 0-6,2 0-2,-2 0 0,-1 0-9,-6 0 14,0 0-5,-1 0 0,-2 0 8,-1 0-9,-2 0 1,0-2 0,1 2 7,-1 0-5,2 0-2,2 0 0,1 0 8,3 0-7,-2 0-1,-1 0 0,-2 0-1,-1 0 8,-8 0-7,-4 0 16,-3 0-16,-5 0 25,-2 0-25,0 0 5,0 0 18,0 0-22,0 0 3,0 0 6,0 0-7,0 0 22,0 0-25,0 0 2,0 0 5,0 0-4,0 0-3,0 0 0,0 0 2,0 0 9,0 0-11,0 0 2,0 0 24,0 0-22,0 0 12,0 0 3,0 0-8,0 0 32,0 0-35,0 0-7,0 0 22,0 0-17,0 0 9,0 0 17,0 0-31,0 0 31,0 0-32,0 0 0,0-1 6,0 1-1,0 0-7,0 0 2,0 0 0,0 0-6,0 0 6,0 0 0,0 0-11,0 0 11,0 0-8,0 0 7,0 0-10,0 0-1,0 0 12,0 0-6,0 0-6,0 0 11,0 0-1,0 0 2,0 0-1,0 0-7,0 0 8,1 0 0,-1 0-8,2 0 8,-2 0-9,1 0-6,5 0-4,5 0 3,4 0 15,5 0 1,3 0-6,5 0 11,5 0-8,3 0 3,9 0 0,3 0 1,5 0-1,5 0-1,2 0-6,0 0 7,-2 0-6,-5-1 4,0-5 1,-2 2-11,-5-2 12,0 2-3,-3-1-5,0 2 8,1 1 0,-1-1-1,-3 1 4,2 1-11,-3-1 8,3 0 0,-2-1 0,1 1 4,1 0-5,2-1 1,0 1 0,0 1 0,3 1 0,1-1-2,5 1-4,-1-3 8,-1 0-3,-1 0 1,-5 1 0,-2 0-6,-7 2 6,-2-1-5,-1 1 5,-1-2 0,-1 2 0,-4-2-5,-2 0 5,0 1-1,-2-2 1,-2 2 0,-2-2 2,-5 1 0,-4 1-3,-1 1 1,-3-2 0,-2 2-4,-2 0 4,-1 0 0,1 0 1,-2 0 2,0 0-2,0 0-1,0 0 0,0 0 3,0 0-3,0 0-8,0 0 7,0 0-33,0 0-28,-6 0-65,-12 0-57,2 0-51,6 0-101</inkml:trace>
  <inkml:trace contextRef="#ctx0" brushRef="#br0" timeOffset="116112">17780 1300 207,'0'0'111,"0"0"-87,0 0 115,0 0-52,0 0-44,0 0 16,0 0-29,0 2 12,0-2-27,0 0 7,0 0 5,0 0-14,0 0 10,0 0 4,0 0-10,0 0 14,5 0-20,11 1-3,4 1 41,3-2-33,2 1 1,4 1 2,4 0-8,8 0 14,4-2-24,7 1 4,3-1 27,1 0-30,0 0 17,5 2-7,5-2-5,7 0 27,5 0-32,5 0 1,-1 0 27,-1-7-29,4 1-1,1 0 0,2 0 7,1 1-2,0 2-5,2 2 0,2 1-1,-2 0 3,-5 0-2,-7 0 0,-7 0 8,-10 0-12,-5 0 4,-12 0 0,-11 0 0,-7 0 7,-8 0-7,-8 0 0,-5 0 3,0 0 13,-5 0-16,-1 0 0,2 0 8,-2 0-8,0 0 0,0 0 0,0 0-24,0 0-3,-10 0-77,-26 0-114,-28 0-113</inkml:trace>
  <inkml:trace contextRef="#ctx0" brushRef="#br0" timeOffset="117792">0 2448 85,'0'0'125,"0"0"-81,0 0 23,0 0-13,0 0 8,0 0 133,-1 4-186,1-4-5,0 0-1,0 0 48,0 0-16,0 0-24,0 1 16,0-1-21,16 0 1,10 2 55,15-2-37,13 0 19,13 0-9,12 0-15,8 0 17,2 0-25,2 0 10,0-3 11,6-4-29,3-3 5,3-3-2,6-2-3,0-3 3,0-1-7,4-1 0,-2 1 17,-5 2-17,-8 3 0,-10 4 5,-12 4-1,-6 1 1,-6 0-5,2 0 0,1-3 3,-1 1-3,-5 3 0,-12 0-3,-13 0 9,-11 2-16,-11 1 10,-9 0 0,-5 1 0,0 0 5,0 0-5,0 0 27,0 0-10,0 0 12,0 0-29,0 0 0,0 0-14,0 0 7,0 0-51,0 0-44,5 0-107,4 0-78,3 0-194</inkml:trace>
  <inkml:trace contextRef="#ctx0" brushRef="#br0" timeOffset="125300">14642 2022 351,'0'0'115,"0"0"-37,0 0 28,0 0-75,0 0-9,0 0-10,-95-29-11,74 48 25,-2 8-20,3 2 3,3 4 20,11 1-28,3-1-1,3 3 0,4-4 0,15-4-2,9-3 1,6-7 1,6-6 25,2-6-24,0-6 10,6 0-7,1-7 2,3-17 3,-1-9-9,-5-6 0,-8-5 6,-10-3-6,-6-5-7,-11 0 2,-4-1 5,-7 5 5,0 4 6,-6 6 3,-4 12 20,2 8-27,2 8 4,2 9-9,1 1 2,3 0-8,-1 12-17,-2 18-11,3 13 21,-2 7 18,2 4-7,0 0 23,0-2-8,3-3 2,4-5-17,-4-9 0,0-5 5,0-12-5,-1-7-1,1-5-1,-2-6-17,4 0 16,8-7 3,10-19 23,7-10 12,6-2-28,-1 1-7,-5 8 0,-4 7 2,-6 8 1,-4 7-3,-5 4 0,0 3-6,2 0 6,0 13-8,5 10 1,-1 7 5,-1 3 1,-2 5 1,0-1 0,0-3-6,-3-3-14,-3-4-43,-5-4-30,-3-5-99,0-7-295</inkml:trace>
  <inkml:trace contextRef="#ctx0" brushRef="#br0" timeOffset="126085">13954 2623 596,'0'0'27,"0"0"123,0 0-35,0 0-109,0 0 6,154-29 31,-48 23 32,19 0-29,14 2-29,12 1 7,-2-1-24,-5 0 0,-8-1-20,-13-2 18,-17 0-7,-20 0 9,-26 0 0,-23 1 17,-17 2-17,-13 2 0,-7 2 1,0 0-1,-15 0-26,-16 0-28,-15 0-63,-7 5-27,-7 5-53</inkml:trace>
  <inkml:trace contextRef="#ctx0" brushRef="#br0" timeOffset="126410">14208 2768 810,'0'0'97,"0"0"-33,0 0 104,0 0-121,0 0-35,159-26-11,-17 13 30,24 1-26,3 0 6,3-1-11,-13-1 2,-26 1-6,-25 1 4,-31 2 0,-27 4 6,-23 2 4,-18 2 11,-9 2 27,0 0-16,0 0-11,0 0-21,0-1-31,-3 1-33,-7 0-41,-4 0-32,-5-2-79,-2-5-134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9:29.82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147 110 17,'0'0'14,"0"0"31,0 0-45,0 0 11,0 0-16,0 0 8,-39-22-3,28 14 13,1 1-1,-1 0-4,0 0-8,2 0 0,-1 0 0,0 0-12,0 0 12,2 0 4,2 2-3,0-1 23,5 2 44,-1-1-14,1 4 12,-1 0-13,2 1-7,0 0-5,0 0-26,0 0 25,0 0-4,0 0-15,0 0 27,0-2-16,0 2 2,0 0-7,0 0-10,0 0 4,0 0-21,3 0 0,8 2 22,2 7-20,5 6 8,3 0 3,6 6-3,7 2 22,8 2-25,4 3 2,5 2 13,-2 0-21,-3-1 0,-5-1-1,-7 1 6,-6-4-7,-2-5 1,-6-3 0,-4-6 3,-3-4-3,-4-2 0,-3-3-2,-2 0-27,-2-1 15,-2 1-59,0-2-25,0 0-39,-15 0-31,-9 0-202</inkml:trace>
  <inkml:trace contextRef="#ctx0" brushRef="#br0" timeOffset="630">56 339 554,'0'0'48,"0"0"-40,0 0 39,0 0-18,81 1-20,-40 13 10,-4 5-19,2-2 1,0 1 5,0-3 14,-2 0-4,6-4-10,0-3-1,2-2 23,1-3-28,-7-2 0,-6-1-2,-8 0 2,-5 0-7,-7 0-16,0-7-34,-2-3 9,-2-1-60,-1-3-99,-4 0-61</inkml:trace>
  <inkml:trace contextRef="#ctx0" brushRef="#br0" timeOffset="961">648 98 452,'0'0'27,"0"0"81,0 0-96,0 0-12,0 0 0,0 0 37,-2 84 24,-1-50-35,0 0 0,2 1 6,1 0-30,-3-2-1,0-2 2,0-2-3,1 0-26,2-2-69,0-6-102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49:31.89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14 610 22,'0'0'131,"0"0"-53,0 0 6,0 0-4,0 0 20,0 0 12,-6-10-35,6 9 10,0 1-10,0-2-22,0-2 10,22-3-50,17-5-14,16-2 24,16 0-25,6-1 3,8-1-3,2 1 6,-4 2 2,-8 3-8,-12 3-4,-11 4 2,-15 1-50,-13 2-37,-14 0-34,-10 0-65,-10 6-118</inkml:trace>
  <inkml:trace contextRef="#ctx0" brushRef="#br0" timeOffset="322">360 570 326,'0'0'117,"0"0"-31,0 0 43,0 0-85,0 0-15,0 0-8,23 45-8,-13-18 28,0 4-17,-2-1-6,-2-4 22,0 0-35,1-3 1,-2 2-6,1 0 1,1 4 6,1 2-7,2-2-14,1 3 13,-1-6-20,0-3-23,-2-5 2,1-6-25,0-5-1,-2-7-114</inkml:trace>
  <inkml:trace contextRef="#ctx0" brushRef="#br0" timeOffset="804">0 158 433,'0'0'76,"0"0"40,0 0-56,0 0-55,0 0-5,0 0-12,20 38 12,-8-7 12,0 2-5,-5 0-7,1-6 9,-4-4-7,-1-7 5,0-8-7,-1-4 0,-1-4 3,-1 0 6,2 0-9,1-4 31,1-16-1,5-5-22,3-5-8,3 1 0,3 6-3,-2 6-6,1 7 1,2 6 5,1 4-6,3 0 7,1 13-7,-2 9 1,-3 5 1,-6 0 7,-10 0-20,-3-2 19,-5-4-26,-19-3 11,-4-2 9,-2-4 7,4-5 7,3-3-2,8-4-5,5 0 5,4 0-5,4 0-12,2-3-7,0-1 19,0 1-8,12-1 9,6 1-1,8-1 14,8-1-5,3-2-1,3 0-8,-2-2 4,-2-2-4,-2-3 8,-3-4-10,-5-2 4,-6-4 2,-6-1 6,-6-3-10,-1 1 0,-6 4 18,-1 4-13,0 5 3,0 4-8,0 4-4,-4 6-9,-7 0 3,-2 0 3,-3 8 1,0 7 7,5 3-1,8-2 0,3 3 2,0-1-2,10-2 3,10-1-2,5-3 16,3-5-17,5-3-1,6-4-22,-3 0-63,-1 0-125</inkml:trace>
  <inkml:trace contextRef="#ctx0" brushRef="#br0" timeOffset="1642">836 11 301,'0'0'148,"0"0"-88,0 0 34,0 0-65,0 0 14,0 0-43,-18-11 10,17 28-10,1 8 9,0 5-3,11 4 36,11 3-13,3 1 3,0 3-19,2 0-12,-6 1 22,1-2-23,-5-6 0,-7-1-1,-5-9-16,-5-3 6,0-3-36,0-2-15,-12-4 22,-8-8-162,4-4-95</inkml:trace>
  <inkml:trace contextRef="#ctx0" brushRef="#br0" timeOffset="1928">887 277 241,'0'0'80,"0"0"2,82-43 34,-52 33-81,-2 3-15,-7 2-20,-12 3 25,-5 1-10,-4 1 6,0 0 10,0 0-31,0 0-18,0 7 6,0 10 12,0 2 30,0 1-22,0 1-4,10-1 18,7-1-18,10-5 2,6-4 10,3-6-11,3-4 19,-2 0-22,-5-8 4,-7-8 29,-8-4-19,-6-1 26,-9-2-10,-2 1-18,-2 1-14,-18 1-4,-7 6-10,-1 4-14,-2 6-41,4 4-37,2 0-60,6 0-217</inkml:trace>
  <inkml:trace contextRef="#ctx0" brushRef="#br0" timeOffset="2318">1337 189 450,'0'0'58,"0"0"50,0 0-49,102 0-39,-78 13-1,-8 4-6,-7 1-13,-3 1-8,-6-3-4,0 0-2,0-5 7,-1-4-2,-7-1 9,-1-3 3,2-3-1,2 0-2,5 0-36,0-7-92,0-5-27,0 1-91</inkml:trace>
  <inkml:trace contextRef="#ctx0" brushRef="#br0" timeOffset="2530">1630 230 197,'0'0'126,"0"0"49,0 0-104,103-76-59,-80 49-12,-6 3 12,-7 3-12,-8 6 9,-2 3 3,0 4 39,0 3-27,-10 5 5,-2 0-29,-3 0 0,0 15 8,0 2-8,7 1 0,4 1 10,4 3 2,0-1 32,7 2-16,22-1-27,15-2 38,10-5-34,12-3 4,-4-8-9,-1-4-39,-13 0-67,-12 0 23,-18-3-121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51:16.100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0 730,'0'0'0,"0"0"-8,0 0-4,0 0-77,0 0-302</inkml:trace>
  <inkml:trace contextRef="#ctx0" brushRef="#br0" timeOffset="8415">3983 462 623,'0'0'28,"0"0"-17,0 0 7,0 0-18,0 0-83,0 0-132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51:10.592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0 530 618,'0'0'28,"0"0"38,0 0 20,0 0-55,0 0 18,0 0-12,97 37-9,-57-24 8,9-5-14,10-2 4,6-6-19,7 0 0,8 0 11,3-7-12,3-3-6,-1-1 5,-10 1-5,-10 3 6,-20 1-6,-15 3 0,-12 2-8,-11 1 8,-4 0-13,-3 0-25,0 0-15,0-1 5,0-2-64,-14-2-14,-9-2-64,-5-3-166</inkml:trace>
  <inkml:trace contextRef="#ctx0" brushRef="#br0" timeOffset="340">545 399 555,'0'0'68,"0"0"-24,0 0 25,82-11-16,-24 11-31,1 7 1,1 12 7,-6 4-23,-9 7-1,-9 5-6,-11 5 2,-9 5-3,-8 2 1,-8-6 0,-5-2-12,-22-7 21,-6-5-9,-2-6 5,2-5-3,7-8 9,13-3-11,12-5-67,1 0-59,24-10-152</inkml:trace>
  <inkml:trace contextRef="#ctx0" brushRef="#br0" timeOffset="731">1426 365 193,'0'0'375,"0"0"-343,0 0 122,0 0-53,0 0-66,0 0-15,11-27-18,-2 36 1,3 17-3,2 7 0,0 7 23,-5 2-23,-2 0 9,-5-1-9,-2-4 1,0-10-7,0-9 5,0-11-7,-6-7 5,0 0 3,-3-25 11,-3-15-2,-1-13-2,1-7 13,0-3-20,1-1 0,1 4 25,1 4-22,5 10 8,2 5-11,2 7 6,0 6-6,9 8 0,7 6-3,4 7-4,-1 6 7,4 1-5,0 1 4,3 14 2,-4 8 1,-3 2-2,-5 0-1,-5 0-6,-9-1 3,0-3-3,-9-3-22,-11-2 10,-5-5 16,3-4-16,2-4-23,6-3-25,3 0-44,2 0-31,8 0-250</inkml:trace>
  <inkml:trace contextRef="#ctx0" brushRef="#br0" timeOffset="1257">1783 289 627,'0'0'19,"0"0"16,0 0 14,0 0-46,0 0 6,-81 75-6,81-46 1,0 1 2,2 0-3,17-2 0,6-3-3,7-3 0,4-10 4,1-7-4,2-5 0,-5-5 6,-5-17 1,-6-5 12,-11-4-6,-6-3 13,-6 1 1,-4 0-15,-14 4 12,-4 5-24,-4 8 0,0 4-9,3 10 5,-3 2-39,6 0-36,5 14-42,6 0-201</inkml:trace>
  <inkml:trace contextRef="#ctx0" brushRef="#br0" timeOffset="1600">2022 335 554,'0'0'34,"0"0"0,0 0 4,0 0-1,0 0-27,56 82-8,-33-67 6,0-6-8,-3-4 0,-1-5-5,-1 0-3,-3-6 6,0-11 2,-1-6 0,-4 1 9,0 2-3,-5 6 7,-2 5 7,-3 5 2,0 4 25,0 0-47,0 17-26,0 8 25,0 2 2,1 0 0,10-4-1,5-5 0,1-4-10,4-5 2,-1-9-7,0 0 12,-1-4 6,0-15-1,-5-2 6,-3-2 6,-4 1 20,-7 1-23,0 1 5,0 0 12,0 4-23,-10 4-5,2 2-18,0 5-72,2 3-8,-1 2-177</inkml:trace>
  <inkml:trace contextRef="#ctx0" brushRef="#br0" timeOffset="2037">2566 391 213,'0'0'11,"0"0"3,0 0 12,0 0 14,87-44 52,-86 25 17,-1 0-33,0-1-40,-6 3-7,-9 3 13,5 3-37,-2 6 8,2 5 4,-3 0-10,-3 12-3,1 11-4,0 5 8,8 2-5,7 3-3,0-1-3,16-2 0,10-3-2,8-4-8,-3-10 11,0-7-5,-1-6-4,0 0 13,-3-15-2,-1-8 1,-4-5 6,-4-2 8,-6-2-4,0 4-10,-4 3 28,-3 7 2,-2 6-15,-2 5 27,1 3-36,-2 4-6,3 0-1,0 11-28,5 10 20,0 7 0,3-1 8,1-2 0,3-1-12,0-4 4,1-4-21,1-5-24,2-7-28,-1-4-128</inkml:trace>
  <inkml:trace contextRef="#ctx0" brushRef="#br0" timeOffset="2809">3136 254 481,'0'0'91,"0"0"-90,0 0 85,87 33-49,-41-14-17,3 2 8,0 2-19,0-5 6,-7-1-15,-3-4-36,-4-5-39,-5-5-83,-5-3-166</inkml:trace>
  <inkml:trace contextRef="#ctx0" brushRef="#br0" timeOffset="3005">3487 193 594,'0'0'14,"0"0"56,0 0-14,0 0-53,0 0 12,0 0-13,-39 68-1,27-33 6,0 2 2,0-3-4,-4-1-6,-3-1 1,0-4-28,3-6-76,7-8-151</inkml:trace>
  <inkml:trace contextRef="#ctx0" brushRef="#br0" timeOffset="3237">3636 254 608,'0'0'5,"0"0"18,0 0-15,0 0 14,-5 81 15,5-43-29,0-6 8,0-3-16,8-6 0,-1-6 9,0-7-6,-3-6-6,-1-4-2,-2 0 0,4-14 0,2-13 5,4-7-4,2 1-6,-4 1 11,-1 5-1,-1 8 1,-4 6 4,0 5 11,-2 6 0,-1 2-12,2 0-4,4 0-3,5 6 3,3 5-10,3 0 21,1-2-12,-1-4 1,1-5-13,2 0 9,-5 0-1,-1-8 5,-3-3 1,-5 0 2,1 1 12,-5 4-15,-1 2 4,-1 4 20,0 0-24,0 0-11,0 0 8,0 7-11,0 8 14,-1 4 0,-3 0 2,4 0-4,0-2 4,4-4-2,11-4 0,6-3-2,4-5-11,2-1 7,3 0-20,0-9 24,-3-8-5,-4-3 7,-3 0 5,-8 3-4,-5 4 21,-2 5-18,-5 5 4,0 3 25,0 0-33,0 2-1,-5 12-9,-1 2 20,3 0-14,3-2 4,0-2-17,8-5 14,13-4-33,2-3-8,4-2-31,-1-16-55,-2-5 96,-4-4 22,-4 1 12,-5 0 34,-6 3 46,-2 7 13,-3 4-57,0 5 2,0 6 27,0 1-31,0 0-28,0 6-6,-8 13 1,0 9-7,3 4 6,5 0 0,0-1 5,0-3-5,0-3-31,0-2-32,0-3-6,0-6-53,2-5-104</inkml:trace>
  <inkml:trace contextRef="#ctx0" brushRef="#br0" timeOffset="4308">4146 79 710,'0'0'65,"0"0"-19,0 0 1,0 0-47,0 0-4,0 0-57,0-5-76,0 14-34</inkml:trace>
  <inkml:trace contextRef="#ctx0" brushRef="#br0" timeOffset="4580">4357 30 243,'0'0'56,"0"0"52,0 0-35,0 0-48,0 0-2,0 0 26,0 64 2,0-30-2,1 4-14,1 5 24,-2 0-37,0 4 4,0-2-19,1-1-7,1-3 0,2-10-23,-4-6-73,1-8 4,-1-9-126</inkml:trace>
  <inkml:trace contextRef="#ctx0" brushRef="#br0" timeOffset="4849">4335 274 592,'0'0'32,"0"0"46,0 0 8,0 0-86,0 0-1,0 0 0,94-6-6,-50 10-15,-4-1-35,-5-3-12,-4 0-23,-6 0-170</inkml:trace>
  <inkml:trace contextRef="#ctx0" brushRef="#br0" timeOffset="5290">4956 113 349,'0'0'104,"0"0"-15,0 0-31,0 0-35,0 0 56,11 104-32,-5-59-12,-2-2-11,2-5-21,-3-6-2,-2-4-1,1-7-16,-2-5-32,2-7-75,1-9-140</inkml:trace>
  <inkml:trace contextRef="#ctx0" brushRef="#br0" timeOffset="5675">5195 142 492,'0'0'3,"0"0"60,0 0-6,34 75-21,-25-50-14,-3 0 0,-3-5-11,0-5-11,-3-5 0,0-5 3,2-2-1,-1-3-4,5 0 4,3-7 1,5-10-3,8-5-8,3 0 8,-3 2-3,0 6 3,-5 6 0,-6 4 0,-2 4 6,0 0 9,-2 3-15,2 12 3,4 6 8,4 1-10,4-2-1,1-4 0,2-3 0,3-6 0,3-7-1,3 0-19,4-13 10,-4-10-24,-1-6 16,-7-4 17,-6-3-3,-8-4 4,-11 3 14,0 1 10,-5 6 26,-10 8-35,0 8-12,6 7 25,3 4-18,6 3-9,-2 0-1,2 15-9,0 9 6,0 7 6,7 6-3,6 5 9,5 5-8,0 6 23,-5 3-24,-2 3 6,-3 3 4,-1-1-10,-1-2-8,-3-11 7,-3-8 2,0-10-4,0-9 2,-6-5-8,-8-7 1,-2-6-15,-5-3 10,0 0-17,-1-12-15,4-9 41,3-3-8,2-7 12,3-2 5,7-2 13,3 3 31,0 0-1,23 5-30,11 2-8,8 3-10,7 2-4,-1 3-3,-4 2-1,-3-2 6,-5-2-1,-6 2 6,-7 1 1,-6 5-4,-10 3 0,-5 4 4,-2 4-1,0 0-5,-13 0 2,-9 9 0,-4 9 0,0 4 0,9 2 0,7 1 0,10-2 9,0-2-8,17-2-1,5-4 1,7-6-12,-1-8 11,-3-1 0,2-2 17,-2-17-17,-2-5 11,-2-1-3,-7-3-6,-11 2 17,-3 5-19,0 3 0,-19 4-4,-6 5-13,-3 5-31,-2 4-41,3 0-55,4 0-424</inkml:trace>
  <inkml:trace contextRef="#ctx0" brushRef="#br0" timeOffset="6701">6223 275 129,'0'0'329,"0"0"-272,0 0 55,0 0-69,0 0-26,0 0 19,83 50-34,-63-22 6,-2 1 7,-3 2-14,-4 0 0,-4-1-2,-4-2 4,-3-5-11,0-6-5,-5-6-9,-11-7 21,-4-4 2,-2 0 1,3-8 19,5-12-20,9-3 57,5-6-1,0-5-14,20-4 32,15-2-61,8 3-5,5 5-5,2 7 0,2 5-5,-5 6 1,-4 5-4,-9 4-4,-9 2-36,-11 3-34,-10 0-63,-4 0-10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51:21.921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24 13 237,'0'0'59,"0"0"5,0 0-2,0 0-41,0 0 17,0 0-33,0 0 3,8-10-4,-8 10 4,0 0 8,0 0-16,0-1 5,0 0 15,0 1-15,0-2-3,0 2 26,0 0-27,0 0 26,0 0-17,0 0-9,0 0 6,0 0-7,0 0-7,0 13 2,0 8 5,0 8 7,-4 1-6,0 2-1,-1-1 27,2 4-22,0 2 8,0 0 4,3 3-15,-1 1 11,1 0-13,0 3 0,0-2 5,0-4-1,0-4-4,0-10 0,0-4 5,0-7-10,0-2 5,0 0-18,0-4-14,0-1-40,1-5-47,11-1-38</inkml:trace>
  <inkml:trace contextRef="#ctx0" brushRef="#br0" timeOffset="568">576 304 378,'0'0'13,"0"0"-3,0 0 44,-81 5-29,62-5-24,1 0 19,1-8-15,1-9 15,2-4 12,1-1-32,4-1 0,6-1-6,3 1-5,0 3 4,0 1-6,15 5 13,1 2 14,5 2-5,3 3-4,0 2 4,1 1 0,2 0 19,-3 1-12,0-1-11,-3-1 10,-3 1-14,-5 0 4,-4 0-5,-8 1 0,-1 0-7,0 3 16,0-1-9,0 1 12,0 0-12,-7 0-3,0 4 1,-2 11-8,3 6 8,0 6-5,3 3 7,2 4 5,1-2-5,0 5 3,0 1-4,0 2 3,-2-1-2,-1-2 0,-2-6 0,1-6 1,-2-6 3,3-8-6,-1-5 2,2-3 0,-2-3-2,-4 0 2,-6-2-5,-3-15-4,-2 0-33,0-3 26,0-1-2,1 1 15,0-1-6,2 4 18,2 0-7,4 3 11,1 5 7,3 3 3,3 2-21,2 2 4,1 2 5,0 0-11,0 0-12,0 7 10,0 10 2,0 4 0,0 2 8,4-2-8,8 0 15,1-3-15,8-1 7,3-4 1,5-3-3,6-4-5,3-6 0,0 0-2,1-2-3,0-13 4,-5-8 1,-3-1 11,-2-1-11,-6-2-2,-4 1 2,-9 4 0,-4 5 0,-3 4 0,-3 5 0,0 3 22,0 4-3,0 1-12,0 0-7,0 0-5,0 0-4,0 8-10,0 5 19,0 3-7,0-2-9,3 1 8,9-2-12,4-3-20,1-4-6,-1-4-13,-1-2 19,1 0 31,0-8 7,-2-8 2,0-3 7,1-5 3,-5 2 16,1 4-21,-5 6 3,-5 6 37,2 5-6,-3 1-1,0 0-33,0 0-3,0 5-4,0 10 1,3 5 1,6 0 0,3 0 0,7-5-2,4 1 2,5-5 0,0-2 3,0-5-1,-3-4-4,-1 0 2,-5-4 0,-3-12 15,-1-4-5,-6-2-9,-3-1 9,-6 2-10,0 3-3,0 4 3,0 6 4,-9 2 7,2 4-11,-2 2 0,4 0 5,1 0-5,4 6-6,0 8-11,0 4 15,14 2 1,8 3 1,2-1 0,-2 2-1,-4 2 1,0-2 0,-6 0 1,-2 1 2,-4-2-1,-4-3-2,-2-2 0,0-6-3,-2-5 4,-10-1-1,-1-6 7,-5 0 0,3 0 6,0-13-13,9-5-29,5-6-19,1 1-165</inkml:trace>
  <inkml:trace contextRef="#ctx0" brushRef="#br0" timeOffset="2031">1531 96 439,'0'0'7,"0"0"120,0 0-38,0 0-71,0 0-14,0 0-2,19 16-1,-10 4 2,0 4 0,0 1-3,-2 4 19,2 2-14,1 4-5,1 3 2,-2 1 2,0 3-4,-2-2-31,-2-1-30,-4-8-17,-1-9-41,0-8-47,0-10-54</inkml:trace>
  <inkml:trace contextRef="#ctx0" brushRef="#br0" timeOffset="2331">1538 333 651,'0'0'5,"0"0"-5,0 0 40,0 0-39,109-17-1,-75 17 9,-4 0-3,-6 0 1,-8 4-7,-4-1 0,-7-2-5,-2-1 5,-2 0 0,-1 0 0,0 0 0,0 0-4,2 2-41,-2 0-106,0 0-115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56:36.250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38 32 623,'0'0'2,"0"0"45,0 0 4,0 0-2,0 0 29,0 0-66,0 0-4,-36 0 12,36 0-9,-2 0-11,2 0 0,0 0 1,0 0 2,0 0-3,0 0 0,0 0 4,0 0-2,0 0-2,0 0 0,0 0 5,0 0-3,0 0-2,0 0 0,0 0 8,0 0 1,0 0 1,0 0-10,0 0 9,0 0 1,0 0-10,0 0 0,0 0 2,0 0-2,0 0 0,0 0-5,0 0 12,0 0-9,0 0 2,0 0 0,0 0-4,0 0 9,0 0-5,0 0 0,0 0 1,0 0-6,0 0 5,0 0 0,0 0-7,0 0-19,0 0-18,0 0-49,0-4-35,0-6 50,0-8-92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56:38.065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375 150 160,'0'0'34,"0"0"79,0 0-46,0 0-50,0 0 9,0 0 27,-3-72-49,3 62 7,0 0 33,0 1-8,0 0 1,-1 2-18,-1 2-12,-1-1 25,-2 2-32,-3 0 0,-1-1 6,-4 0-6,1-1 18,-5 3-12,-1 0-3,-1 3 11,-2 0-7,3 0-7,-2 0 1,0 0 1,-1 9-4,-3 2-1,2 3 3,-1 4 3,0 4-3,0 0 0,4 5 0,4 0 2,4 1-4,7 1-1,4-2-1,0 0-10,0 0 9,12-2 0,7 1 3,2 0 4,6 0-2,3-1 0,1 0 0,2 0 9,4 0-9,-1 2 0,3 2 0,1-1 6,-1 1-10,-5 3 4,-4-2 0,-2 6-3,-8 0 4,-1 9-1,-7 10 1,-4 6 2,-4 6-3,-4-1 0,0-5 0,-7-3 0,-10-4 0,-5-5-1,-8-6-2,-4-6 3,-4-9 2,1-6-2,2-4 6,5-6 3,4-3-9,4-6 1,3-3 3,2 0 2,-1-4-4,3-8-2,-1 1 0,5 1 4,1 1-4,4 2-3,3 3 2,3 0-6,0 2 3,0 1 4,0 1 0,0 0 4,0 0-4,0 0-4,5 0-1,8 12 4,3 6 1,4 4 0,0 5 0,0 4-2,-1 6 2,-2 3 0,-1 6 5,-2 0-2,-3 4-4,0 1 1,-3 1 0,2 2 12,-1 4-12,0 8 0,-3 4 22,6 7-20,-3-6 3,1 5-5,3 2 3,3-3 3,1-2-6,1-6 0,5-10-7,-1-1 8,-1-4-1,1-2 0,1 6 10,-3-1-12,0 4 2,-4 7 0,2 9 1,-4 4 7,2 3-8,-1-7 0,3-13 0,-3-7 4,1-7-4,-2-3 0,-4 0 3,-1-5-1,0 2-2,0 3 0,4 3 4,2 10 3,0 4-7,-1 8 0,-4 12 2,-1-3-1,-3-5-1,-3-8 0,3-12 6,-3-5-6,0-1 0,1-3 0,-2-4 21,1 0-6,0 3 8,0 4-3,-2 0-19,2 5 34,-1 4-35,-1 6 0,2 5 14,0 0-14,3-4 0,-3-10 0,3 3 12,0-5-8,2 0-4,0-2 0,0-5 8,-2 7 0,0 5-8,-1 2 0,-2 4 8,-2 7 6,-1 0-14,0 3 0,0-1 14,6-8-8,-3-5-3,1 2-3,1-2 2,-1 0-1,2 2-1,0 4 0,3 3 5,0 1 2,-1 7-7,-1 6 0,-3 2 12,-1 0-4,0-13-8,-1-8 0,4 2-1,0-3 1,-2 1 0,-1 1-1,-3-5 11,0 4-4,0 5-6,0 4 0,0 6 22,0 5-22,5 8 0,-2-1-4,-2-5 15,-1-14-16,0-17 5,0-12 0,0-9 8,0-11 3,0-5 2,-1-7 20,-1-4-29,1-3 43,-1-3-47,2 0 0,-1 0 42,-4 0-18,-5 0 26,-11 0-13,-15 7-31,-12 6 54,-11 3-60,-5 4 0,4 1 24,8-2-17,13-5-7,14-4 0,11-5 7,7-2-11,4 1 4,0 0-48,-2 2 45,1 0 3,-2-1 2,-6 2 28,-2 1-18,-2-3 5,4 2-17,3-2 0,9-2-14,-3-1 14,3 0-13,-4-1 7,2 1 2,1 2-24,-4 3 28,-1 9 0,0 8-19,0 12 20,-1 13-1,4 10 0,3 9 4,0 10-14,5 11 10,11 17 0,-1 8-3,4 2 7,0-6-4,3-13 0,0-7 2,-1-4-4,-2-1 2,-1 1 0,1 6-1,1 2 1,1 8 0,1 8-5,-2 6 12,-3 5-10,-6-1 3,-7-10 0,-4-14-1,0-11 1,0-12 0,0-7 0,0-2 7,0-5-10,6-1 3,9 4 0,0 0-8,-3 3 10,-3 3-2,-7-3 0,-2-1 7,0-4-7,0-4 0,-11-3 0,2-7-2,-4 0 2,2 1 0,-5 7 1,-1 3 9,-2 3-16,-2 2 6,0 3 0,2 6-1,-3-1 1,2-1 0,-1 2-1,3 1 7,0-2-8,6 1 2,2-5-4,1-3-16,4-4 22,2-2-2,0 2 0,2-8 3,-3 2-6,-1 2 3,2 1 0,0-6-9,0-4 14,2-9-5,-2-6 0,-2 0 4,2 2-5,-1-6 1,-1 0 0,1-2-1,-1-3 7,-4 2-6,-4 3 14,-4 8-5,0 2 34,3-3-43,5-2 0,9-8-15,0-3 15,0-2-4,15-4 4,-1-4 0,2 1-12,-2 0 12,-3 0 0,-2 4 3,-3 4 2,-1 7-5,-2 6 14,-3-5-12,0-3 13,0-3-15,0-4 0,0 0-5,0 3 5,0 0 0,7 1-3,-2-4 11,-1-4-13,-1-6 5,-1-2 0,1-3-22,3 3 19,7 1-5,2 3 7,7 2 1,2 1-6,-2-2 4,1 0 2,1 1-3,-2-2 5,-1 1-4,0-1 2,4 0 0,-4 0-8,6 0 8,-3-1 0,1-2-6,4-1 6,-3-5 0,6-1-3,4 0 9,4-9-13,6-9 6,2-4 1,6-1-4,2-5 4,4 0 0,3-3-3,1-1 8,3-2-7,4 1 2,0 1 0,-7 4 4,-9 3-4,-13 4-1,-15 6-4,-10 4 10,-9 5-7,-5 2 2,-3 4 0,0 0 6,0 0-6,0 0-6,0 0 3,0 0 3,0 0-12,0 0 12,-8 0-35,-8 6 8,-2 4-89,3-3-41,5-7-62,0 0-81</inkml:trace>
  <inkml:trace contextRef="#ctx0" brushRef="#br0" timeOffset="3105">1471 13549 742,'0'0'20,"0"0"-14,0 0 39,0 0-45,0 0 0,0 0 39,101-34 16,-49 28-20,2 6-25,-5 0 7,-7 6 29,-3 11-40,-8 5 1,-2 2 21,-6 6-17,-2 4 24,-3 0-34,-6 1 2,-6 2 37,-6-2-16,0 5-21,-15 5 32,-9 0-22,-3-1 5,-3-2-18,5-5 1,3-6-21,5-5-29,6-4-63,3-5 2,5-7-118,3-6-130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20T04:56:41.484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4 699,'0'0'190,"0"0"-166,0 0 1,0 0-23,0 0 30,0 0-27,0-4-5,0 4-94,0 0-208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0-08-20T04:57:26.525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00276-F148-495A-88EA-99908F64763C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3B01-CFE3-4A30-889B-2E04CAA1A2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00276-F148-495A-88EA-99908F64763C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3B01-CFE3-4A30-889B-2E04CAA1A2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00276-F148-495A-88EA-99908F64763C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3B01-CFE3-4A30-889B-2E04CAA1A2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00276-F148-495A-88EA-99908F64763C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3B01-CFE3-4A30-889B-2E04CAA1A2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00276-F148-495A-88EA-99908F64763C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3B01-CFE3-4A30-889B-2E04CAA1A2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00276-F148-495A-88EA-99908F64763C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3B01-CFE3-4A30-889B-2E04CAA1A2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00276-F148-495A-88EA-99908F64763C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3B01-CFE3-4A30-889B-2E04CAA1A2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00276-F148-495A-88EA-99908F64763C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3B01-CFE3-4A30-889B-2E04CAA1A2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00276-F148-495A-88EA-99908F64763C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3B01-CFE3-4A30-889B-2E04CAA1A2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00276-F148-495A-88EA-99908F64763C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3B01-CFE3-4A30-889B-2E04CAA1A2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00276-F148-495A-88EA-99908F64763C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3B01-CFE3-4A30-889B-2E04CAA1A2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100276-F148-495A-88EA-99908F64763C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BE3B01-CFE3-4A30-889B-2E04CAA1A22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.emf"/><Relationship Id="rId7" Type="http://schemas.openxmlformats.org/officeDocument/2006/relationships/image" Target="../media/image3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image" Target="../media/image5.emf"/><Relationship Id="rId5" Type="http://schemas.openxmlformats.org/officeDocument/2006/relationships/image" Target="../media/image2.emf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emf"/><Relationship Id="rId18" Type="http://schemas.openxmlformats.org/officeDocument/2006/relationships/customXml" Target="../ink/ink14.xml"/><Relationship Id="rId26" Type="http://schemas.openxmlformats.org/officeDocument/2006/relationships/customXml" Target="../ink/ink18.xml"/><Relationship Id="rId39" Type="http://schemas.openxmlformats.org/officeDocument/2006/relationships/image" Target="../media/image24.emf"/><Relationship Id="rId21" Type="http://schemas.openxmlformats.org/officeDocument/2006/relationships/image" Target="../media/image15.emf"/><Relationship Id="rId34" Type="http://schemas.openxmlformats.org/officeDocument/2006/relationships/customXml" Target="../ink/ink22.xml"/><Relationship Id="rId42" Type="http://schemas.openxmlformats.org/officeDocument/2006/relationships/customXml" Target="../ink/ink26.xml"/><Relationship Id="rId47" Type="http://schemas.openxmlformats.org/officeDocument/2006/relationships/image" Target="../media/image28.emf"/><Relationship Id="rId50" Type="http://schemas.openxmlformats.org/officeDocument/2006/relationships/customXml" Target="../ink/ink30.xml"/><Relationship Id="rId55" Type="http://schemas.openxmlformats.org/officeDocument/2006/relationships/image" Target="../media/image32.emf"/><Relationship Id="rId7" Type="http://schemas.openxmlformats.org/officeDocument/2006/relationships/image" Target="../media/image8.emf"/><Relationship Id="rId2" Type="http://schemas.openxmlformats.org/officeDocument/2006/relationships/customXml" Target="../ink/ink6.xml"/><Relationship Id="rId16" Type="http://schemas.openxmlformats.org/officeDocument/2006/relationships/customXml" Target="../ink/ink13.xml"/><Relationship Id="rId29" Type="http://schemas.openxmlformats.org/officeDocument/2006/relationships/image" Target="../media/image19.emf"/><Relationship Id="rId11" Type="http://schemas.openxmlformats.org/officeDocument/2006/relationships/image" Target="../media/image10.emf"/><Relationship Id="rId24" Type="http://schemas.openxmlformats.org/officeDocument/2006/relationships/customXml" Target="../ink/ink17.xml"/><Relationship Id="rId32" Type="http://schemas.openxmlformats.org/officeDocument/2006/relationships/customXml" Target="../ink/ink21.xml"/><Relationship Id="rId37" Type="http://schemas.openxmlformats.org/officeDocument/2006/relationships/image" Target="../media/image23.emf"/><Relationship Id="rId40" Type="http://schemas.openxmlformats.org/officeDocument/2006/relationships/customXml" Target="../ink/ink25.xml"/><Relationship Id="rId45" Type="http://schemas.openxmlformats.org/officeDocument/2006/relationships/image" Target="../media/image27.emf"/><Relationship Id="rId53" Type="http://schemas.openxmlformats.org/officeDocument/2006/relationships/image" Target="../media/image31.emf"/><Relationship Id="rId58" Type="http://schemas.openxmlformats.org/officeDocument/2006/relationships/customXml" Target="../ink/ink34.xml"/><Relationship Id="rId5" Type="http://schemas.openxmlformats.org/officeDocument/2006/relationships/image" Target="../media/image7.emf"/><Relationship Id="rId19" Type="http://schemas.openxmlformats.org/officeDocument/2006/relationships/image" Target="../media/image14.emf"/><Relationship Id="rId4" Type="http://schemas.openxmlformats.org/officeDocument/2006/relationships/customXml" Target="../ink/ink7.xml"/><Relationship Id="rId9" Type="http://schemas.openxmlformats.org/officeDocument/2006/relationships/image" Target="../media/image9.emf"/><Relationship Id="rId14" Type="http://schemas.openxmlformats.org/officeDocument/2006/relationships/customXml" Target="../ink/ink12.xml"/><Relationship Id="rId22" Type="http://schemas.openxmlformats.org/officeDocument/2006/relationships/customXml" Target="../ink/ink16.xml"/><Relationship Id="rId27" Type="http://schemas.openxmlformats.org/officeDocument/2006/relationships/image" Target="../media/image18.emf"/><Relationship Id="rId30" Type="http://schemas.openxmlformats.org/officeDocument/2006/relationships/customXml" Target="../ink/ink20.xml"/><Relationship Id="rId35" Type="http://schemas.openxmlformats.org/officeDocument/2006/relationships/image" Target="../media/image22.emf"/><Relationship Id="rId43" Type="http://schemas.openxmlformats.org/officeDocument/2006/relationships/image" Target="../media/image26.emf"/><Relationship Id="rId48" Type="http://schemas.openxmlformats.org/officeDocument/2006/relationships/customXml" Target="../ink/ink29.xml"/><Relationship Id="rId56" Type="http://schemas.openxmlformats.org/officeDocument/2006/relationships/customXml" Target="../ink/ink33.xml"/><Relationship Id="rId8" Type="http://schemas.openxmlformats.org/officeDocument/2006/relationships/customXml" Target="../ink/ink9.xml"/><Relationship Id="rId51" Type="http://schemas.openxmlformats.org/officeDocument/2006/relationships/image" Target="../media/image30.emf"/><Relationship Id="rId3" Type="http://schemas.openxmlformats.org/officeDocument/2006/relationships/image" Target="../media/image6.emf"/><Relationship Id="rId12" Type="http://schemas.openxmlformats.org/officeDocument/2006/relationships/customXml" Target="../ink/ink11.xml"/><Relationship Id="rId17" Type="http://schemas.openxmlformats.org/officeDocument/2006/relationships/image" Target="../media/image13.emf"/><Relationship Id="rId25" Type="http://schemas.openxmlformats.org/officeDocument/2006/relationships/image" Target="../media/image17.emf"/><Relationship Id="rId33" Type="http://schemas.openxmlformats.org/officeDocument/2006/relationships/image" Target="../media/image21.emf"/><Relationship Id="rId38" Type="http://schemas.openxmlformats.org/officeDocument/2006/relationships/customXml" Target="../ink/ink24.xml"/><Relationship Id="rId46" Type="http://schemas.openxmlformats.org/officeDocument/2006/relationships/customXml" Target="../ink/ink28.xml"/><Relationship Id="rId59" Type="http://schemas.openxmlformats.org/officeDocument/2006/relationships/image" Target="../media/image34.emf"/><Relationship Id="rId20" Type="http://schemas.openxmlformats.org/officeDocument/2006/relationships/customXml" Target="../ink/ink15.xml"/><Relationship Id="rId41" Type="http://schemas.openxmlformats.org/officeDocument/2006/relationships/image" Target="../media/image25.emf"/><Relationship Id="rId54" Type="http://schemas.openxmlformats.org/officeDocument/2006/relationships/customXml" Target="../ink/ink3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.xml"/><Relationship Id="rId15" Type="http://schemas.openxmlformats.org/officeDocument/2006/relationships/image" Target="../media/image12.emf"/><Relationship Id="rId23" Type="http://schemas.openxmlformats.org/officeDocument/2006/relationships/image" Target="../media/image16.emf"/><Relationship Id="rId28" Type="http://schemas.openxmlformats.org/officeDocument/2006/relationships/customXml" Target="../ink/ink19.xml"/><Relationship Id="rId36" Type="http://schemas.openxmlformats.org/officeDocument/2006/relationships/customXml" Target="../ink/ink23.xml"/><Relationship Id="rId49" Type="http://schemas.openxmlformats.org/officeDocument/2006/relationships/image" Target="../media/image29.emf"/><Relationship Id="rId57" Type="http://schemas.openxmlformats.org/officeDocument/2006/relationships/image" Target="../media/image33.emf"/><Relationship Id="rId10" Type="http://schemas.openxmlformats.org/officeDocument/2006/relationships/customXml" Target="../ink/ink10.xml"/><Relationship Id="rId31" Type="http://schemas.openxmlformats.org/officeDocument/2006/relationships/image" Target="../media/image20.emf"/><Relationship Id="rId44" Type="http://schemas.openxmlformats.org/officeDocument/2006/relationships/customXml" Target="../ink/ink27.xml"/><Relationship Id="rId52" Type="http://schemas.openxmlformats.org/officeDocument/2006/relationships/customXml" Target="../ink/ink3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13" Type="http://schemas.openxmlformats.org/officeDocument/2006/relationships/customXml" Target="../ink/ink40.xml"/><Relationship Id="rId3" Type="http://schemas.openxmlformats.org/officeDocument/2006/relationships/customXml" Target="../ink/ink35.xml"/><Relationship Id="rId7" Type="http://schemas.openxmlformats.org/officeDocument/2006/relationships/customXml" Target="../ink/ink37.xml"/><Relationship Id="rId12" Type="http://schemas.openxmlformats.org/officeDocument/2006/relationships/image" Target="../media/image40.emf"/><Relationship Id="rId2" Type="http://schemas.openxmlformats.org/officeDocument/2006/relationships/image" Target="../media/image35.png"/><Relationship Id="rId16" Type="http://schemas.openxmlformats.org/officeDocument/2006/relationships/image" Target="../media/image4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emf"/><Relationship Id="rId11" Type="http://schemas.openxmlformats.org/officeDocument/2006/relationships/customXml" Target="../ink/ink39.xml"/><Relationship Id="rId5" Type="http://schemas.openxmlformats.org/officeDocument/2006/relationships/customXml" Target="../ink/ink36.xml"/><Relationship Id="rId15" Type="http://schemas.openxmlformats.org/officeDocument/2006/relationships/customXml" Target="../ink/ink41.xml"/><Relationship Id="rId10" Type="http://schemas.openxmlformats.org/officeDocument/2006/relationships/image" Target="../media/image39.emf"/><Relationship Id="rId4" Type="http://schemas.openxmlformats.org/officeDocument/2006/relationships/image" Target="../media/image36.emf"/><Relationship Id="rId9" Type="http://schemas.openxmlformats.org/officeDocument/2006/relationships/customXml" Target="../ink/ink38.xml"/><Relationship Id="rId14" Type="http://schemas.openxmlformats.org/officeDocument/2006/relationships/image" Target="../media/image41.emf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8.emf"/><Relationship Id="rId18" Type="http://schemas.openxmlformats.org/officeDocument/2006/relationships/customXml" Target="../ink/ink50.xml"/><Relationship Id="rId26" Type="http://schemas.openxmlformats.org/officeDocument/2006/relationships/customXml" Target="../ink/ink54.xml"/><Relationship Id="rId21" Type="http://schemas.openxmlformats.org/officeDocument/2006/relationships/image" Target="../media/image52.emf"/><Relationship Id="rId34" Type="http://schemas.openxmlformats.org/officeDocument/2006/relationships/customXml" Target="../ink/ink58.xml"/><Relationship Id="rId7" Type="http://schemas.openxmlformats.org/officeDocument/2006/relationships/image" Target="../media/image45.emf"/><Relationship Id="rId12" Type="http://schemas.openxmlformats.org/officeDocument/2006/relationships/customXml" Target="../ink/ink47.xml"/><Relationship Id="rId17" Type="http://schemas.openxmlformats.org/officeDocument/2006/relationships/image" Target="../media/image50.emf"/><Relationship Id="rId25" Type="http://schemas.openxmlformats.org/officeDocument/2006/relationships/image" Target="../media/image54.emf"/><Relationship Id="rId33" Type="http://schemas.openxmlformats.org/officeDocument/2006/relationships/image" Target="../media/image58.emf"/><Relationship Id="rId2" Type="http://schemas.openxmlformats.org/officeDocument/2006/relationships/customXml" Target="../ink/ink42.xml"/><Relationship Id="rId16" Type="http://schemas.openxmlformats.org/officeDocument/2006/relationships/customXml" Target="../ink/ink49.xml"/><Relationship Id="rId20" Type="http://schemas.openxmlformats.org/officeDocument/2006/relationships/customXml" Target="../ink/ink51.xml"/><Relationship Id="rId29" Type="http://schemas.openxmlformats.org/officeDocument/2006/relationships/image" Target="../media/image56.emf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4.xml"/><Relationship Id="rId11" Type="http://schemas.openxmlformats.org/officeDocument/2006/relationships/image" Target="../media/image47.emf"/><Relationship Id="rId24" Type="http://schemas.openxmlformats.org/officeDocument/2006/relationships/customXml" Target="../ink/ink53.xml"/><Relationship Id="rId32" Type="http://schemas.openxmlformats.org/officeDocument/2006/relationships/customXml" Target="../ink/ink57.xml"/><Relationship Id="rId37" Type="http://schemas.openxmlformats.org/officeDocument/2006/relationships/image" Target="../media/image60.emf"/><Relationship Id="rId5" Type="http://schemas.openxmlformats.org/officeDocument/2006/relationships/image" Target="../media/image44.emf"/><Relationship Id="rId15" Type="http://schemas.openxmlformats.org/officeDocument/2006/relationships/image" Target="../media/image49.emf"/><Relationship Id="rId23" Type="http://schemas.openxmlformats.org/officeDocument/2006/relationships/image" Target="../media/image53.emf"/><Relationship Id="rId28" Type="http://schemas.openxmlformats.org/officeDocument/2006/relationships/customXml" Target="../ink/ink55.xml"/><Relationship Id="rId36" Type="http://schemas.openxmlformats.org/officeDocument/2006/relationships/customXml" Target="../ink/ink59.xml"/><Relationship Id="rId10" Type="http://schemas.openxmlformats.org/officeDocument/2006/relationships/customXml" Target="../ink/ink46.xml"/><Relationship Id="rId19" Type="http://schemas.openxmlformats.org/officeDocument/2006/relationships/image" Target="../media/image51.emf"/><Relationship Id="rId31" Type="http://schemas.openxmlformats.org/officeDocument/2006/relationships/image" Target="../media/image57.emf"/><Relationship Id="rId4" Type="http://schemas.openxmlformats.org/officeDocument/2006/relationships/customXml" Target="../ink/ink43.xml"/><Relationship Id="rId9" Type="http://schemas.openxmlformats.org/officeDocument/2006/relationships/image" Target="../media/image46.emf"/><Relationship Id="rId14" Type="http://schemas.openxmlformats.org/officeDocument/2006/relationships/customXml" Target="../ink/ink48.xml"/><Relationship Id="rId22" Type="http://schemas.openxmlformats.org/officeDocument/2006/relationships/customXml" Target="../ink/ink52.xml"/><Relationship Id="rId27" Type="http://schemas.openxmlformats.org/officeDocument/2006/relationships/image" Target="../media/image55.emf"/><Relationship Id="rId30" Type="http://schemas.openxmlformats.org/officeDocument/2006/relationships/customXml" Target="../ink/ink56.xml"/><Relationship Id="rId35" Type="http://schemas.openxmlformats.org/officeDocument/2006/relationships/image" Target="../media/image59.emf"/><Relationship Id="rId8" Type="http://schemas.openxmlformats.org/officeDocument/2006/relationships/customXml" Target="../ink/ink45.xml"/><Relationship Id="rId3" Type="http://schemas.openxmlformats.org/officeDocument/2006/relationships/image" Target="../media/image43.emf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6.emf"/><Relationship Id="rId18" Type="http://schemas.openxmlformats.org/officeDocument/2006/relationships/customXml" Target="../ink/ink68.xml"/><Relationship Id="rId26" Type="http://schemas.openxmlformats.org/officeDocument/2006/relationships/customXml" Target="../ink/ink72.xml"/><Relationship Id="rId39" Type="http://schemas.openxmlformats.org/officeDocument/2006/relationships/image" Target="../media/image79.emf"/><Relationship Id="rId21" Type="http://schemas.openxmlformats.org/officeDocument/2006/relationships/image" Target="../media/image70.emf"/><Relationship Id="rId34" Type="http://schemas.openxmlformats.org/officeDocument/2006/relationships/customXml" Target="../ink/ink76.xml"/><Relationship Id="rId42" Type="http://schemas.openxmlformats.org/officeDocument/2006/relationships/customXml" Target="../ink/ink80.xml"/><Relationship Id="rId47" Type="http://schemas.openxmlformats.org/officeDocument/2006/relationships/image" Target="../media/image83.emf"/><Relationship Id="rId7" Type="http://schemas.openxmlformats.org/officeDocument/2006/relationships/image" Target="../media/image63.emf"/><Relationship Id="rId2" Type="http://schemas.openxmlformats.org/officeDocument/2006/relationships/customXml" Target="../ink/ink60.xml"/><Relationship Id="rId16" Type="http://schemas.openxmlformats.org/officeDocument/2006/relationships/customXml" Target="../ink/ink67.xml"/><Relationship Id="rId29" Type="http://schemas.openxmlformats.org/officeDocument/2006/relationships/image" Target="../media/image74.emf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2.xml"/><Relationship Id="rId11" Type="http://schemas.openxmlformats.org/officeDocument/2006/relationships/image" Target="../media/image65.emf"/><Relationship Id="rId24" Type="http://schemas.openxmlformats.org/officeDocument/2006/relationships/customXml" Target="../ink/ink71.xml"/><Relationship Id="rId32" Type="http://schemas.openxmlformats.org/officeDocument/2006/relationships/customXml" Target="../ink/ink75.xml"/><Relationship Id="rId37" Type="http://schemas.openxmlformats.org/officeDocument/2006/relationships/image" Target="../media/image78.emf"/><Relationship Id="rId40" Type="http://schemas.openxmlformats.org/officeDocument/2006/relationships/customXml" Target="../ink/ink79.xml"/><Relationship Id="rId45" Type="http://schemas.openxmlformats.org/officeDocument/2006/relationships/image" Target="../media/image82.emf"/><Relationship Id="rId5" Type="http://schemas.openxmlformats.org/officeDocument/2006/relationships/image" Target="../media/image62.emf"/><Relationship Id="rId15" Type="http://schemas.openxmlformats.org/officeDocument/2006/relationships/image" Target="../media/image67.emf"/><Relationship Id="rId23" Type="http://schemas.openxmlformats.org/officeDocument/2006/relationships/image" Target="../media/image71.emf"/><Relationship Id="rId28" Type="http://schemas.openxmlformats.org/officeDocument/2006/relationships/customXml" Target="../ink/ink73.xml"/><Relationship Id="rId36" Type="http://schemas.openxmlformats.org/officeDocument/2006/relationships/customXml" Target="../ink/ink77.xml"/><Relationship Id="rId10" Type="http://schemas.openxmlformats.org/officeDocument/2006/relationships/customXml" Target="../ink/ink64.xml"/><Relationship Id="rId19" Type="http://schemas.openxmlformats.org/officeDocument/2006/relationships/image" Target="../media/image69.emf"/><Relationship Id="rId31" Type="http://schemas.openxmlformats.org/officeDocument/2006/relationships/image" Target="../media/image75.emf"/><Relationship Id="rId44" Type="http://schemas.openxmlformats.org/officeDocument/2006/relationships/customXml" Target="../ink/ink81.xml"/><Relationship Id="rId4" Type="http://schemas.openxmlformats.org/officeDocument/2006/relationships/customXml" Target="../ink/ink61.xml"/><Relationship Id="rId9" Type="http://schemas.openxmlformats.org/officeDocument/2006/relationships/image" Target="../media/image64.emf"/><Relationship Id="rId14" Type="http://schemas.openxmlformats.org/officeDocument/2006/relationships/customXml" Target="../ink/ink66.xml"/><Relationship Id="rId22" Type="http://schemas.openxmlformats.org/officeDocument/2006/relationships/customXml" Target="../ink/ink70.xml"/><Relationship Id="rId27" Type="http://schemas.openxmlformats.org/officeDocument/2006/relationships/image" Target="../media/image73.emf"/><Relationship Id="rId30" Type="http://schemas.openxmlformats.org/officeDocument/2006/relationships/customXml" Target="../ink/ink74.xml"/><Relationship Id="rId35" Type="http://schemas.openxmlformats.org/officeDocument/2006/relationships/image" Target="../media/image77.emf"/><Relationship Id="rId43" Type="http://schemas.openxmlformats.org/officeDocument/2006/relationships/image" Target="../media/image81.emf"/><Relationship Id="rId8" Type="http://schemas.openxmlformats.org/officeDocument/2006/relationships/customXml" Target="../ink/ink63.xml"/><Relationship Id="rId3" Type="http://schemas.openxmlformats.org/officeDocument/2006/relationships/image" Target="../media/image61.emf"/><Relationship Id="rId12" Type="http://schemas.openxmlformats.org/officeDocument/2006/relationships/customXml" Target="../ink/ink65.xml"/><Relationship Id="rId17" Type="http://schemas.openxmlformats.org/officeDocument/2006/relationships/image" Target="../media/image68.emf"/><Relationship Id="rId25" Type="http://schemas.openxmlformats.org/officeDocument/2006/relationships/image" Target="../media/image72.emf"/><Relationship Id="rId33" Type="http://schemas.openxmlformats.org/officeDocument/2006/relationships/image" Target="../media/image76.emf"/><Relationship Id="rId38" Type="http://schemas.openxmlformats.org/officeDocument/2006/relationships/customXml" Target="../ink/ink78.xml"/><Relationship Id="rId46" Type="http://schemas.openxmlformats.org/officeDocument/2006/relationships/customXml" Target="../ink/ink82.xml"/><Relationship Id="rId20" Type="http://schemas.openxmlformats.org/officeDocument/2006/relationships/customXml" Target="../ink/ink69.xml"/><Relationship Id="rId41" Type="http://schemas.openxmlformats.org/officeDocument/2006/relationships/image" Target="../media/image80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emf"/><Relationship Id="rId3" Type="http://schemas.openxmlformats.org/officeDocument/2006/relationships/customXml" Target="../ink/ink83.xml"/><Relationship Id="rId7" Type="http://schemas.openxmlformats.org/officeDocument/2006/relationships/customXml" Target="../ink/ink85.xml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emf"/><Relationship Id="rId5" Type="http://schemas.openxmlformats.org/officeDocument/2006/relationships/customXml" Target="../ink/ink84.xml"/><Relationship Id="rId10" Type="http://schemas.openxmlformats.org/officeDocument/2006/relationships/image" Target="../media/image88.emf"/><Relationship Id="rId4" Type="http://schemas.openxmlformats.org/officeDocument/2006/relationships/image" Target="../media/image85.emf"/><Relationship Id="rId9" Type="http://schemas.openxmlformats.org/officeDocument/2006/relationships/customXml" Target="../ink/ink8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4.emf"/><Relationship Id="rId18" Type="http://schemas.openxmlformats.org/officeDocument/2006/relationships/customXml" Target="../ink/ink95.xml"/><Relationship Id="rId26" Type="http://schemas.openxmlformats.org/officeDocument/2006/relationships/customXml" Target="../ink/ink99.xml"/><Relationship Id="rId39" Type="http://schemas.openxmlformats.org/officeDocument/2006/relationships/image" Target="../media/image107.emf"/><Relationship Id="rId21" Type="http://schemas.openxmlformats.org/officeDocument/2006/relationships/image" Target="../media/image98.emf"/><Relationship Id="rId34" Type="http://schemas.openxmlformats.org/officeDocument/2006/relationships/customXml" Target="../ink/ink103.xml"/><Relationship Id="rId7" Type="http://schemas.openxmlformats.org/officeDocument/2006/relationships/image" Target="../media/image91.emf"/><Relationship Id="rId2" Type="http://schemas.openxmlformats.org/officeDocument/2006/relationships/customXml" Target="../ink/ink87.xml"/><Relationship Id="rId16" Type="http://schemas.openxmlformats.org/officeDocument/2006/relationships/customXml" Target="../ink/ink94.xml"/><Relationship Id="rId20" Type="http://schemas.openxmlformats.org/officeDocument/2006/relationships/customXml" Target="../ink/ink96.xml"/><Relationship Id="rId29" Type="http://schemas.openxmlformats.org/officeDocument/2006/relationships/image" Target="../media/image102.emf"/><Relationship Id="rId41" Type="http://schemas.openxmlformats.org/officeDocument/2006/relationships/image" Target="../media/image108.emf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9.xml"/><Relationship Id="rId11" Type="http://schemas.openxmlformats.org/officeDocument/2006/relationships/image" Target="../media/image93.emf"/><Relationship Id="rId24" Type="http://schemas.openxmlformats.org/officeDocument/2006/relationships/customXml" Target="../ink/ink98.xml"/><Relationship Id="rId32" Type="http://schemas.openxmlformats.org/officeDocument/2006/relationships/customXml" Target="../ink/ink102.xml"/><Relationship Id="rId37" Type="http://schemas.openxmlformats.org/officeDocument/2006/relationships/image" Target="../media/image106.emf"/><Relationship Id="rId40" Type="http://schemas.openxmlformats.org/officeDocument/2006/relationships/customXml" Target="../ink/ink106.xml"/><Relationship Id="rId5" Type="http://schemas.openxmlformats.org/officeDocument/2006/relationships/image" Target="../media/image90.emf"/><Relationship Id="rId15" Type="http://schemas.openxmlformats.org/officeDocument/2006/relationships/image" Target="../media/image95.emf"/><Relationship Id="rId23" Type="http://schemas.openxmlformats.org/officeDocument/2006/relationships/image" Target="../media/image99.emf"/><Relationship Id="rId28" Type="http://schemas.openxmlformats.org/officeDocument/2006/relationships/customXml" Target="../ink/ink100.xml"/><Relationship Id="rId36" Type="http://schemas.openxmlformats.org/officeDocument/2006/relationships/customXml" Target="../ink/ink104.xml"/><Relationship Id="rId10" Type="http://schemas.openxmlformats.org/officeDocument/2006/relationships/customXml" Target="../ink/ink91.xml"/><Relationship Id="rId19" Type="http://schemas.openxmlformats.org/officeDocument/2006/relationships/image" Target="../media/image97.emf"/><Relationship Id="rId31" Type="http://schemas.openxmlformats.org/officeDocument/2006/relationships/image" Target="../media/image103.emf"/><Relationship Id="rId4" Type="http://schemas.openxmlformats.org/officeDocument/2006/relationships/customXml" Target="../ink/ink88.xml"/><Relationship Id="rId9" Type="http://schemas.openxmlformats.org/officeDocument/2006/relationships/image" Target="../media/image92.emf"/><Relationship Id="rId14" Type="http://schemas.openxmlformats.org/officeDocument/2006/relationships/customXml" Target="../ink/ink93.xml"/><Relationship Id="rId22" Type="http://schemas.openxmlformats.org/officeDocument/2006/relationships/customXml" Target="../ink/ink97.xml"/><Relationship Id="rId27" Type="http://schemas.openxmlformats.org/officeDocument/2006/relationships/image" Target="../media/image101.emf"/><Relationship Id="rId30" Type="http://schemas.openxmlformats.org/officeDocument/2006/relationships/customXml" Target="../ink/ink101.xml"/><Relationship Id="rId35" Type="http://schemas.openxmlformats.org/officeDocument/2006/relationships/image" Target="../media/image105.emf"/><Relationship Id="rId8" Type="http://schemas.openxmlformats.org/officeDocument/2006/relationships/customXml" Target="../ink/ink90.xml"/><Relationship Id="rId3" Type="http://schemas.openxmlformats.org/officeDocument/2006/relationships/image" Target="../media/image89.emf"/><Relationship Id="rId12" Type="http://schemas.openxmlformats.org/officeDocument/2006/relationships/customXml" Target="../ink/ink92.xml"/><Relationship Id="rId17" Type="http://schemas.openxmlformats.org/officeDocument/2006/relationships/image" Target="../media/image96.emf"/><Relationship Id="rId25" Type="http://schemas.openxmlformats.org/officeDocument/2006/relationships/image" Target="../media/image100.emf"/><Relationship Id="rId33" Type="http://schemas.openxmlformats.org/officeDocument/2006/relationships/image" Target="../media/image104.emf"/><Relationship Id="rId38" Type="http://schemas.openxmlformats.org/officeDocument/2006/relationships/customXml" Target="../ink/ink10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0.xml"/><Relationship Id="rId13" Type="http://schemas.openxmlformats.org/officeDocument/2006/relationships/image" Target="../media/image113.emf"/><Relationship Id="rId18" Type="http://schemas.openxmlformats.org/officeDocument/2006/relationships/customXml" Target="../ink/ink115.xml"/><Relationship Id="rId26" Type="http://schemas.openxmlformats.org/officeDocument/2006/relationships/customXml" Target="../ink/ink119.xml"/><Relationship Id="rId3" Type="http://schemas.openxmlformats.org/officeDocument/2006/relationships/image" Target="../media/image109.emf"/><Relationship Id="rId21" Type="http://schemas.openxmlformats.org/officeDocument/2006/relationships/image" Target="../media/image117.emf"/><Relationship Id="rId7" Type="http://schemas.openxmlformats.org/officeDocument/2006/relationships/image" Target="../media/image111.emf"/><Relationship Id="rId12" Type="http://schemas.openxmlformats.org/officeDocument/2006/relationships/customXml" Target="../ink/ink112.xml"/><Relationship Id="rId17" Type="http://schemas.openxmlformats.org/officeDocument/2006/relationships/image" Target="../media/image115.emf"/><Relationship Id="rId25" Type="http://schemas.openxmlformats.org/officeDocument/2006/relationships/image" Target="../media/image119.emf"/><Relationship Id="rId2" Type="http://schemas.openxmlformats.org/officeDocument/2006/relationships/customXml" Target="../ink/ink107.xml"/><Relationship Id="rId16" Type="http://schemas.openxmlformats.org/officeDocument/2006/relationships/customXml" Target="../ink/ink114.xml"/><Relationship Id="rId20" Type="http://schemas.openxmlformats.org/officeDocument/2006/relationships/customXml" Target="../ink/ink11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9.xml"/><Relationship Id="rId11" Type="http://schemas.openxmlformats.org/officeDocument/2006/relationships/image" Target="../media/image66.emf"/><Relationship Id="rId24" Type="http://schemas.openxmlformats.org/officeDocument/2006/relationships/customXml" Target="../ink/ink118.xml"/><Relationship Id="rId5" Type="http://schemas.openxmlformats.org/officeDocument/2006/relationships/image" Target="../media/image110.emf"/><Relationship Id="rId15" Type="http://schemas.openxmlformats.org/officeDocument/2006/relationships/image" Target="../media/image114.emf"/><Relationship Id="rId23" Type="http://schemas.openxmlformats.org/officeDocument/2006/relationships/image" Target="../media/image118.emf"/><Relationship Id="rId10" Type="http://schemas.openxmlformats.org/officeDocument/2006/relationships/customXml" Target="../ink/ink111.xml"/><Relationship Id="rId19" Type="http://schemas.openxmlformats.org/officeDocument/2006/relationships/image" Target="../media/image116.emf"/><Relationship Id="rId4" Type="http://schemas.openxmlformats.org/officeDocument/2006/relationships/customXml" Target="../ink/ink108.xml"/><Relationship Id="rId9" Type="http://schemas.openxmlformats.org/officeDocument/2006/relationships/image" Target="../media/image112.emf"/><Relationship Id="rId14" Type="http://schemas.openxmlformats.org/officeDocument/2006/relationships/customXml" Target="../ink/ink113.xml"/><Relationship Id="rId22" Type="http://schemas.openxmlformats.org/officeDocument/2006/relationships/customXml" Target="../ink/ink117.xml"/><Relationship Id="rId27" Type="http://schemas.openxmlformats.org/officeDocument/2006/relationships/image" Target="../media/image120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3.xml"/><Relationship Id="rId13" Type="http://schemas.openxmlformats.org/officeDocument/2006/relationships/image" Target="../media/image126.emf"/><Relationship Id="rId3" Type="http://schemas.openxmlformats.org/officeDocument/2006/relationships/image" Target="../media/image121.emf"/><Relationship Id="rId7" Type="http://schemas.openxmlformats.org/officeDocument/2006/relationships/image" Target="../media/image123.emf"/><Relationship Id="rId12" Type="http://schemas.openxmlformats.org/officeDocument/2006/relationships/customXml" Target="../ink/ink125.xml"/><Relationship Id="rId2" Type="http://schemas.openxmlformats.org/officeDocument/2006/relationships/customXml" Target="../ink/ink12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2.xml"/><Relationship Id="rId11" Type="http://schemas.openxmlformats.org/officeDocument/2006/relationships/image" Target="../media/image125.emf"/><Relationship Id="rId5" Type="http://schemas.openxmlformats.org/officeDocument/2006/relationships/image" Target="../media/image122.emf"/><Relationship Id="rId10" Type="http://schemas.openxmlformats.org/officeDocument/2006/relationships/customXml" Target="../ink/ink124.xml"/><Relationship Id="rId4" Type="http://schemas.openxmlformats.org/officeDocument/2006/relationships/customXml" Target="../ink/ink121.xml"/><Relationship Id="rId9" Type="http://schemas.openxmlformats.org/officeDocument/2006/relationships/image" Target="../media/image124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8.xml"/><Relationship Id="rId3" Type="http://schemas.openxmlformats.org/officeDocument/2006/relationships/image" Target="../media/image128.wmf"/><Relationship Id="rId7" Type="http://schemas.openxmlformats.org/officeDocument/2006/relationships/image" Target="../media/image130.emf"/><Relationship Id="rId2" Type="http://schemas.openxmlformats.org/officeDocument/2006/relationships/image" Target="../media/image127.jpe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7.xml"/><Relationship Id="rId5" Type="http://schemas.openxmlformats.org/officeDocument/2006/relationships/image" Target="../media/image129.emf"/><Relationship Id="rId4" Type="http://schemas.openxmlformats.org/officeDocument/2006/relationships/customXml" Target="../ink/ink126.xml"/><Relationship Id="rId9" Type="http://schemas.openxmlformats.org/officeDocument/2006/relationships/image" Target="../media/image131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wmf"/><Relationship Id="rId2" Type="http://schemas.openxmlformats.org/officeDocument/2006/relationships/image" Target="../media/image12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emf"/><Relationship Id="rId4" Type="http://schemas.openxmlformats.org/officeDocument/2006/relationships/customXml" Target="../ink/ink1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5686425" y="5075636"/>
            <a:ext cx="1200150" cy="205978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charset="0"/>
              </a:defRPr>
            </a:lvl1pPr>
            <a:lvl2pPr marL="417910" indent="-160735">
              <a:spcBef>
                <a:spcPct val="20000"/>
              </a:spcBef>
              <a:buChar char="–"/>
              <a:defRPr sz="1575">
                <a:solidFill>
                  <a:schemeClr val="tx1"/>
                </a:solidFill>
                <a:latin typeface="Arial" charset="0"/>
              </a:defRPr>
            </a:lvl2pPr>
            <a:lvl3pPr marL="642938" indent="-128588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900113" indent="-128588">
              <a:spcBef>
                <a:spcPct val="20000"/>
              </a:spcBef>
              <a:buChar char="–"/>
              <a:defRPr sz="1125">
                <a:solidFill>
                  <a:schemeClr val="tx1"/>
                </a:solidFill>
                <a:latin typeface="Arial" charset="0"/>
              </a:defRPr>
            </a:lvl4pPr>
            <a:lvl5pPr marL="1157288" indent="-128588">
              <a:spcBef>
                <a:spcPct val="20000"/>
              </a:spcBef>
              <a:buChar char="»"/>
              <a:defRPr sz="1125">
                <a:solidFill>
                  <a:schemeClr val="tx1"/>
                </a:solidFill>
                <a:latin typeface="Arial" charset="0"/>
              </a:defRPr>
            </a:lvl5pPr>
            <a:lvl6pPr marL="1500188" indent="-1285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25">
                <a:solidFill>
                  <a:schemeClr val="tx1"/>
                </a:solidFill>
                <a:latin typeface="Arial" charset="0"/>
              </a:defRPr>
            </a:lvl6pPr>
            <a:lvl7pPr marL="1843088" indent="-1285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25">
                <a:solidFill>
                  <a:schemeClr val="tx1"/>
                </a:solidFill>
                <a:latin typeface="Arial" charset="0"/>
              </a:defRPr>
            </a:lvl7pPr>
            <a:lvl8pPr marL="2185988" indent="-1285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25">
                <a:solidFill>
                  <a:schemeClr val="tx1"/>
                </a:solidFill>
                <a:latin typeface="Arial" charset="0"/>
              </a:defRPr>
            </a:lvl8pPr>
            <a:lvl9pPr marL="2528888" indent="-1285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25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DA2316-809F-4484-8675-B1A5134D60BD}" type="slidenum">
              <a:rPr lang="en-US" altLang="en-US" sz="75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75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85800" y="1412090"/>
            <a:ext cx="7772400" cy="1102519"/>
          </a:xfrm>
        </p:spPr>
        <p:txBody>
          <a:bodyPr>
            <a:normAutofit/>
          </a:bodyPr>
          <a:lstStyle/>
          <a:p>
            <a:pPr algn="ctr"/>
            <a:r>
              <a:rPr lang="en-US" sz="2700" b="1" dirty="0">
                <a:solidFill>
                  <a:srgbClr val="000099"/>
                </a:solidFill>
                <a:latin typeface="Cambria" pitchFamily="18" charset="0"/>
                <a:ea typeface="Cambria" pitchFamily="18" charset="0"/>
              </a:rPr>
              <a:t>5G WIRELESS </a:t>
            </a:r>
            <a:r>
              <a:rPr lang="en-US" sz="2700" b="1" dirty="0">
                <a:solidFill>
                  <a:srgbClr val="000099"/>
                </a:solidFill>
                <a:latin typeface="Cambria" pitchFamily="18" charset="0"/>
                <a:ea typeface="Cambria" pitchFamily="18" charset="0"/>
              </a:rPr>
              <a:t>COMMUNICATION </a:t>
            </a:r>
            <a:br>
              <a:rPr lang="en-US" sz="2700" b="1" dirty="0">
                <a:solidFill>
                  <a:srgbClr val="000099"/>
                </a:solidFill>
                <a:latin typeface="Cambria" pitchFamily="18" charset="0"/>
                <a:ea typeface="Cambria" pitchFamily="18" charset="0"/>
              </a:rPr>
            </a:br>
            <a:r>
              <a:rPr lang="en-US" sz="2700" b="1" dirty="0">
                <a:solidFill>
                  <a:srgbClr val="000099"/>
                </a:solidFill>
                <a:latin typeface="Cambria" pitchFamily="18" charset="0"/>
                <a:ea typeface="Cambria" pitchFamily="18" charset="0"/>
              </a:rPr>
              <a:t>(UEC 719) </a:t>
            </a:r>
            <a:endParaRPr lang="en-US" sz="2700" b="1" dirty="0">
              <a:solidFill>
                <a:srgbClr val="000099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7" name="Slide Number Placeholder 14"/>
          <p:cNvSpPr txBox="1">
            <a:spLocks/>
          </p:cNvSpPr>
          <p:nvPr/>
        </p:nvSpPr>
        <p:spPr>
          <a:xfrm>
            <a:off x="6553200" y="5624521"/>
            <a:ext cx="2133600" cy="207749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46ABB7-46DB-4F16-AB8B-BFEDDDD52D19}" type="slidenum">
              <a:rPr lang="en-US" sz="900">
                <a:latin typeface="Cambria" pitchFamily="18" charset="0"/>
                <a:ea typeface="Cambria" pitchFamily="18" charset="0"/>
              </a:rPr>
              <a:pPr/>
              <a:t>1</a:t>
            </a:fld>
            <a:endParaRPr lang="en-US" sz="90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7504" y="4343400"/>
            <a:ext cx="21864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Dr</a:t>
            </a:r>
            <a:r>
              <a:rPr lang="en-US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. </a:t>
            </a:r>
            <a:r>
              <a:rPr lang="en-US" dirty="0" err="1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Amit</a:t>
            </a:r>
            <a:r>
              <a:rPr lang="en-US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 Mishra</a:t>
            </a:r>
            <a:endParaRPr lang="en-US" dirty="0">
              <a:solidFill>
                <a:srgbClr val="002060"/>
              </a:solidFill>
              <a:latin typeface="Cambria" pitchFamily="18" charset="0"/>
              <a:ea typeface="Cambria" pitchFamily="18" charset="0"/>
              <a:cs typeface="+mj-cs"/>
            </a:endParaRPr>
          </a:p>
          <a:p>
            <a:pPr algn="ctr"/>
            <a:r>
              <a:rPr lang="en-US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Associate Professor, </a:t>
            </a:r>
          </a:p>
          <a:p>
            <a:pPr algn="ctr"/>
            <a:r>
              <a:rPr lang="en-US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TIET, Patiala</a:t>
            </a:r>
            <a:endParaRPr lang="en-IN" dirty="0">
              <a:solidFill>
                <a:srgbClr val="002060"/>
              </a:solidFill>
              <a:latin typeface="Cambria" pitchFamily="18" charset="0"/>
              <a:ea typeface="Cambria" pitchFamily="18" charset="0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75254" y="4343399"/>
            <a:ext cx="21864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Dr</a:t>
            </a:r>
            <a:r>
              <a:rPr lang="en-US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. </a:t>
            </a:r>
            <a:r>
              <a:rPr lang="en-US" dirty="0" err="1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Surbhi</a:t>
            </a:r>
            <a:r>
              <a:rPr lang="en-US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 Sharma</a:t>
            </a:r>
            <a:endParaRPr lang="en-US" dirty="0">
              <a:solidFill>
                <a:srgbClr val="002060"/>
              </a:solidFill>
              <a:latin typeface="Cambria" pitchFamily="18" charset="0"/>
              <a:ea typeface="Cambria" pitchFamily="18" charset="0"/>
              <a:cs typeface="+mj-cs"/>
            </a:endParaRPr>
          </a:p>
          <a:p>
            <a:pPr algn="ctr"/>
            <a:r>
              <a:rPr lang="en-US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Associate Professor, </a:t>
            </a:r>
          </a:p>
          <a:p>
            <a:pPr algn="ctr"/>
            <a:r>
              <a:rPr lang="en-US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TIET, Patiala</a:t>
            </a:r>
            <a:endParaRPr lang="en-IN" dirty="0">
              <a:solidFill>
                <a:srgbClr val="002060"/>
              </a:solidFill>
              <a:latin typeface="Cambria" pitchFamily="18" charset="0"/>
              <a:ea typeface="Cambria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35346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C00000"/>
                </a:solidFill>
              </a:rPr>
              <a:t>Topics covered in previous modules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229600" cy="4953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/>
              <a:t>In Module-2 video-1 (M2V1)</a:t>
            </a:r>
          </a:p>
          <a:p>
            <a:r>
              <a:rPr lang="en-US" sz="2000" dirty="0" smtClean="0"/>
              <a:t>GSM –Overview</a:t>
            </a:r>
          </a:p>
          <a:p>
            <a:r>
              <a:rPr lang="en-US" sz="2000" dirty="0" smtClean="0"/>
              <a:t>GSM –Services</a:t>
            </a:r>
          </a:p>
          <a:p>
            <a:r>
              <a:rPr lang="en-US" sz="2000" dirty="0" smtClean="0"/>
              <a:t>GSM- Architecture</a:t>
            </a:r>
          </a:p>
          <a:p>
            <a:pPr>
              <a:buNone/>
            </a:pPr>
            <a:r>
              <a:rPr lang="en-US" sz="2000" dirty="0" smtClean="0"/>
              <a:t>In Module-2 video-2 (M2V2)</a:t>
            </a:r>
          </a:p>
          <a:p>
            <a:r>
              <a:rPr lang="en-US" sz="2000" dirty="0" smtClean="0"/>
              <a:t>Multiplexing techniques </a:t>
            </a:r>
          </a:p>
          <a:p>
            <a:pPr>
              <a:buNone/>
            </a:pPr>
            <a:r>
              <a:rPr lang="en-US" sz="2000" dirty="0" smtClean="0"/>
              <a:t>In Module-2 video-3 (M2V3)</a:t>
            </a:r>
          </a:p>
          <a:p>
            <a:r>
              <a:rPr lang="en-US" sz="2000" dirty="0" smtClean="0"/>
              <a:t>MTC_MOC</a:t>
            </a:r>
          </a:p>
          <a:p>
            <a:pPr>
              <a:buNone/>
            </a:pPr>
            <a:r>
              <a:rPr lang="en-US" sz="2000" dirty="0" smtClean="0"/>
              <a:t>In Module-2 video-4 (M2V4)</a:t>
            </a:r>
          </a:p>
          <a:p>
            <a:r>
              <a:rPr lang="en-US" sz="2000" dirty="0" smtClean="0"/>
              <a:t>GSM Frame structure</a:t>
            </a:r>
          </a:p>
          <a:p>
            <a:pPr lvl="1"/>
            <a:r>
              <a:rPr lang="en-US" sz="1600" dirty="0" smtClean="0"/>
              <a:t>Physical separation of medium into duplex channel </a:t>
            </a:r>
          </a:p>
          <a:p>
            <a:pPr lvl="1"/>
            <a:endParaRPr lang="en-US" sz="1600" dirty="0" smtClean="0"/>
          </a:p>
          <a:p>
            <a:endParaRPr lang="en-US" sz="2000" dirty="0" smtClean="0"/>
          </a:p>
        </p:txBody>
      </p:sp>
      <p:grpSp>
        <p:nvGrpSpPr>
          <p:cNvPr id="4" name="Group 3"/>
          <p:cNvGrpSpPr/>
          <p:nvPr/>
        </p:nvGrpSpPr>
        <p:grpSpPr>
          <a:xfrm>
            <a:off x="76200" y="65325"/>
            <a:ext cx="8991600" cy="6158741"/>
            <a:chOff x="0" y="65325"/>
            <a:chExt cx="8991600" cy="6158741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6" name="Group 4"/>
            <p:cNvGrpSpPr/>
            <p:nvPr/>
          </p:nvGrpSpPr>
          <p:grpSpPr>
            <a:xfrm>
              <a:off x="333635" y="685800"/>
              <a:ext cx="8505563" cy="5538266"/>
              <a:chOff x="211286" y="1131023"/>
              <a:chExt cx="13623320" cy="6982618"/>
            </a:xfrm>
          </p:grpSpPr>
          <p:grpSp>
            <p:nvGrpSpPr>
              <p:cNvPr id="7" name="Group 44"/>
              <p:cNvGrpSpPr/>
              <p:nvPr/>
            </p:nvGrpSpPr>
            <p:grpSpPr>
              <a:xfrm>
                <a:off x="211286" y="1586248"/>
                <a:ext cx="13623320" cy="6527393"/>
                <a:chOff x="211286" y="1586248"/>
                <a:chExt cx="13623320" cy="6527393"/>
              </a:xfrm>
            </p:grpSpPr>
            <p:sp>
              <p:nvSpPr>
                <p:cNvPr id="9" name="Half Frame 8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16200000">
                  <a:off x="272317" y="6175105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720674" y="6616438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8991600" cy="6792675"/>
            <a:chOff x="0" y="65325"/>
            <a:chExt cx="89916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685800"/>
              <a:ext cx="8839200" cy="6172200"/>
              <a:chOff x="-323094" y="1131023"/>
              <a:chExt cx="14157700" cy="7781879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586248"/>
                <a:ext cx="14157700" cy="7326654"/>
                <a:chOff x="-323094" y="1586248"/>
                <a:chExt cx="14157700" cy="7326654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6" name="Rectangle 15"/>
          <p:cNvSpPr/>
          <p:nvPr/>
        </p:nvSpPr>
        <p:spPr>
          <a:xfrm>
            <a:off x="609600" y="725269"/>
            <a:ext cx="69610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ea typeface="+mj-ea"/>
                <a:cs typeface="+mj-cs"/>
              </a:rPr>
              <a:t>Topics </a:t>
            </a:r>
            <a:r>
              <a:rPr lang="en-US" sz="3600" dirty="0" smtClean="0">
                <a:solidFill>
                  <a:srgbClr val="C00000"/>
                </a:solidFill>
                <a:ea typeface="+mj-ea"/>
                <a:cs typeface="+mj-cs"/>
              </a:rPr>
              <a:t>to be covered </a:t>
            </a:r>
            <a:r>
              <a:rPr lang="en-US" sz="3600" dirty="0">
                <a:solidFill>
                  <a:srgbClr val="C00000"/>
                </a:solidFill>
                <a:ea typeface="+mj-ea"/>
                <a:cs typeface="+mj-cs"/>
              </a:rPr>
              <a:t>in </a:t>
            </a:r>
            <a:r>
              <a:rPr lang="en-US" sz="3600" dirty="0" smtClean="0">
                <a:solidFill>
                  <a:srgbClr val="C00000"/>
                </a:solidFill>
                <a:ea typeface="+mj-ea"/>
                <a:cs typeface="+mj-cs"/>
              </a:rPr>
              <a:t>this module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838200" y="1828800"/>
            <a:ext cx="426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85750">
              <a:buFont typeface="Arial" pitchFamily="34" charset="0"/>
              <a:buChar char="•"/>
            </a:pPr>
            <a:r>
              <a:rPr lang="en-US" sz="2000" dirty="0" smtClean="0"/>
              <a:t>GSM Frame structure-II</a:t>
            </a:r>
          </a:p>
          <a:p>
            <a:pPr lvl="1" indent="285750">
              <a:buFont typeface="Arial" pitchFamily="34" charset="0"/>
              <a:buChar char="•"/>
            </a:pPr>
            <a:r>
              <a:rPr lang="en-US" sz="2000" dirty="0" smtClean="0"/>
              <a:t>Traffic channel</a:t>
            </a:r>
          </a:p>
          <a:p>
            <a:pPr lvl="1" indent="285750">
              <a:buFont typeface="Arial" pitchFamily="34" charset="0"/>
              <a:buChar char="•"/>
            </a:pPr>
            <a:r>
              <a:rPr lang="en-US" sz="2000" dirty="0" smtClean="0"/>
              <a:t>Control channel 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>
          <a:xfrm>
            <a:off x="76200" y="65325"/>
            <a:ext cx="9067800" cy="6855826"/>
            <a:chOff x="0" y="65325"/>
            <a:chExt cx="9067800" cy="6432478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504496"/>
              <a:ext cx="9067798" cy="5993307"/>
              <a:chOff x="-323093" y="902435"/>
              <a:chExt cx="14523851" cy="7556333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3" y="1357660"/>
                <a:ext cx="14523851" cy="7101108"/>
                <a:chOff x="-323093" y="1357660"/>
                <a:chExt cx="14523851" cy="7101108"/>
              </a:xfrm>
            </p:grpSpPr>
            <p:sp>
              <p:nvSpPr>
                <p:cNvPr id="9" name="Half Frame 8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16200000">
                  <a:off x="-262063" y="6520234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5400000">
                  <a:off x="12703555" y="1296630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186294" y="6961565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" name="Half Frame 7"/>
              <p:cNvSpPr/>
              <p:nvPr/>
            </p:nvSpPr>
            <p:spPr>
              <a:xfrm rot="5400000">
                <a:off x="12379305" y="794279"/>
                <a:ext cx="1341921" cy="1558233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4" name="Rectangle 13"/>
          <p:cNvSpPr/>
          <p:nvPr/>
        </p:nvSpPr>
        <p:spPr>
          <a:xfrm>
            <a:off x="2287932" y="533400"/>
            <a:ext cx="38842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ea typeface="+mj-ea"/>
                <a:cs typeface="+mj-cs"/>
              </a:rPr>
              <a:t>GSM Channel Types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384280"/>
            <a:ext cx="8458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There are two types of GSM logical </a:t>
            </a:r>
            <a:r>
              <a:rPr lang="en-US" dirty="0" smtClean="0"/>
              <a:t>channels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 T</a:t>
            </a:r>
            <a:r>
              <a:rPr lang="en-US" i="1" dirty="0" smtClean="0"/>
              <a:t>raffic channels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i="1" dirty="0" smtClean="0"/>
              <a:t> control/Signaling channels</a:t>
            </a:r>
            <a:endParaRPr lang="en-US" dirty="0" smtClean="0"/>
          </a:p>
          <a:p>
            <a:pPr indent="22860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Traffic </a:t>
            </a:r>
            <a:r>
              <a:rPr lang="en-US" dirty="0"/>
              <a:t>channels carry digitally encoded user speech or user data </a:t>
            </a:r>
            <a:r>
              <a:rPr lang="en-US" dirty="0" smtClean="0"/>
              <a:t>and have identical</a:t>
            </a:r>
          </a:p>
          <a:p>
            <a:pPr indent="228600">
              <a:lnSpc>
                <a:spcPct val="150000"/>
              </a:lnSpc>
            </a:pPr>
            <a:r>
              <a:rPr lang="en-US" dirty="0" smtClean="0"/>
              <a:t> functions </a:t>
            </a:r>
            <a:r>
              <a:rPr lang="en-US" dirty="0"/>
              <a:t>and formats on both the forward and reverse link. </a:t>
            </a:r>
            <a:endParaRPr lang="en-US" dirty="0" smtClean="0"/>
          </a:p>
          <a:p>
            <a:pPr indent="22860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Control channels carry </a:t>
            </a:r>
            <a:r>
              <a:rPr lang="en-US" dirty="0"/>
              <a:t>signaling and synchronizing commands between the base </a:t>
            </a:r>
            <a:endParaRPr lang="en-US" dirty="0" smtClean="0"/>
          </a:p>
          <a:p>
            <a:pPr indent="228600">
              <a:lnSpc>
                <a:spcPct val="150000"/>
              </a:lnSpc>
            </a:pPr>
            <a:r>
              <a:rPr lang="en-US" dirty="0" smtClean="0"/>
              <a:t>station </a:t>
            </a:r>
            <a:r>
              <a:rPr lang="en-US" dirty="0"/>
              <a:t>and the mobile station</a:t>
            </a:r>
            <a:r>
              <a:rPr lang="en-US" dirty="0" smtClean="0"/>
              <a:t>. </a:t>
            </a:r>
          </a:p>
          <a:p>
            <a:pPr lvl="1" indent="22860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Certain </a:t>
            </a:r>
            <a:r>
              <a:rPr lang="en-US" dirty="0"/>
              <a:t>types of control channels are defined for just the forward or reverse </a:t>
            </a:r>
            <a:r>
              <a:rPr lang="en-US" dirty="0" smtClean="0"/>
              <a:t>link.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026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52400" y="3881438"/>
              <a:ext cx="488950" cy="288925"/>
            </p14:xfrm>
          </p:contentPart>
        </mc:Choice>
        <mc:Fallback>
          <p:pic>
            <p:nvPicPr>
              <p:cNvPr id="1026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5919" y="3874961"/>
                <a:ext cx="501912" cy="3018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27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63600" y="2962275"/>
              <a:ext cx="1243013" cy="201613"/>
            </p14:xfrm>
          </p:contentPart>
        </mc:Choice>
        <mc:Fallback>
          <p:pic>
            <p:nvPicPr>
              <p:cNvPr id="1027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7120" y="2955875"/>
                <a:ext cx="1255972" cy="2144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28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740025" y="1874838"/>
              <a:ext cx="1763713" cy="381000"/>
            </p14:xfrm>
          </p:contentPart>
        </mc:Choice>
        <mc:Fallback>
          <p:pic>
            <p:nvPicPr>
              <p:cNvPr id="1028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33545" y="1868362"/>
                <a:ext cx="1776674" cy="3939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29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700213" y="4691063"/>
              <a:ext cx="1587" cy="17462"/>
            </p14:xfrm>
          </p:contentPart>
        </mc:Choice>
        <mc:Fallback>
          <p:pic>
            <p:nvPicPr>
              <p:cNvPr id="1029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71647" y="4684648"/>
                <a:ext cx="58719" cy="302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30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25425" y="2959100"/>
              <a:ext cx="1925638" cy="931863"/>
            </p14:xfrm>
          </p:contentPart>
        </mc:Choice>
        <mc:Fallback>
          <p:pic>
            <p:nvPicPr>
              <p:cNvPr id="1030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8944" y="2952621"/>
                <a:ext cx="1938600" cy="944821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>
          <a:xfrm>
            <a:off x="-76200" y="65325"/>
            <a:ext cx="9220198" cy="6855827"/>
            <a:chOff x="-152400" y="65325"/>
            <a:chExt cx="9220198" cy="6432479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-152400" y="504496"/>
              <a:ext cx="9220198" cy="5993308"/>
              <a:chOff x="-567191" y="902435"/>
              <a:chExt cx="14767949" cy="7556334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567191" y="1357660"/>
                <a:ext cx="14767949" cy="7101109"/>
                <a:chOff x="-567191" y="1357660"/>
                <a:chExt cx="14767949" cy="7101109"/>
              </a:xfrm>
            </p:grpSpPr>
            <p:sp>
              <p:nvSpPr>
                <p:cNvPr id="9" name="Half Frame 8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16200000">
                  <a:off x="-357792" y="6912703"/>
                  <a:ext cx="895335" cy="13141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5400000">
                  <a:off x="12703555" y="1296630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90569" y="7354037"/>
                  <a:ext cx="895335" cy="1314130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" name="Half Frame 7"/>
              <p:cNvSpPr/>
              <p:nvPr/>
            </p:nvSpPr>
            <p:spPr>
              <a:xfrm rot="5400000">
                <a:off x="12379305" y="794279"/>
                <a:ext cx="1341921" cy="1558233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" name="Group 12"/>
          <p:cNvGrpSpPr/>
          <p:nvPr/>
        </p:nvGrpSpPr>
        <p:grpSpPr>
          <a:xfrm>
            <a:off x="109538" y="63500"/>
            <a:ext cx="9034462" cy="6718300"/>
            <a:chOff x="109538" y="63500"/>
            <a:chExt cx="9034462" cy="6718300"/>
          </a:xfrm>
        </p:grpSpPr>
        <p:sp>
          <p:nvSpPr>
            <p:cNvPr id="14" name="Rectangle 2"/>
            <p:cNvSpPr>
              <a:spLocks noChangeArrowheads="1"/>
            </p:cNvSpPr>
            <p:nvPr/>
          </p:nvSpPr>
          <p:spPr bwMode="auto">
            <a:xfrm>
              <a:off x="2503175" y="63500"/>
              <a:ext cx="2297425" cy="39754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 b="1" dirty="0">
                  <a:solidFill>
                    <a:schemeClr val="bg1"/>
                  </a:solidFill>
                </a:rPr>
                <a:t>LOGICAL CHANNELS</a:t>
              </a:r>
            </a:p>
          </p:txBody>
        </p:sp>
        <p:sp>
          <p:nvSpPr>
            <p:cNvPr id="15" name="Line 3"/>
            <p:cNvSpPr>
              <a:spLocks noChangeShapeType="1"/>
            </p:cNvSpPr>
            <p:nvPr/>
          </p:nvSpPr>
          <p:spPr bwMode="auto">
            <a:xfrm>
              <a:off x="3608388" y="406400"/>
              <a:ext cx="0" cy="330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Rectangle 4"/>
            <p:cNvSpPr>
              <a:spLocks noChangeArrowheads="1"/>
            </p:cNvSpPr>
            <p:nvPr/>
          </p:nvSpPr>
          <p:spPr bwMode="auto">
            <a:xfrm>
              <a:off x="869950" y="1193800"/>
              <a:ext cx="1093788" cy="3460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600" b="1" dirty="0"/>
                <a:t>TRAFFIC</a:t>
              </a:r>
            </a:p>
          </p:txBody>
        </p:sp>
        <p:sp>
          <p:nvSpPr>
            <p:cNvPr id="17" name="Rectangle 5"/>
            <p:cNvSpPr>
              <a:spLocks noChangeArrowheads="1"/>
            </p:cNvSpPr>
            <p:nvPr/>
          </p:nvSpPr>
          <p:spPr bwMode="auto">
            <a:xfrm>
              <a:off x="5746750" y="1193800"/>
              <a:ext cx="2223110" cy="3359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600" b="1" dirty="0" smtClean="0"/>
                <a:t>CONTROL /SIGNALLING </a:t>
              </a:r>
              <a:endParaRPr lang="en-US" sz="1600" b="1" dirty="0"/>
            </a:p>
          </p:txBody>
        </p:sp>
        <p:sp>
          <p:nvSpPr>
            <p:cNvPr id="18" name="Line 6"/>
            <p:cNvSpPr>
              <a:spLocks noChangeShapeType="1"/>
            </p:cNvSpPr>
            <p:nvPr/>
          </p:nvSpPr>
          <p:spPr bwMode="auto">
            <a:xfrm>
              <a:off x="1373188" y="1530350"/>
              <a:ext cx="0" cy="2730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Rectangle 7"/>
            <p:cNvSpPr>
              <a:spLocks noChangeArrowheads="1"/>
            </p:cNvSpPr>
            <p:nvPr/>
          </p:nvSpPr>
          <p:spPr bwMode="auto">
            <a:xfrm>
              <a:off x="158750" y="2189163"/>
              <a:ext cx="1276350" cy="5143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/>
                <a:t>FULL RATE</a:t>
              </a:r>
            </a:p>
            <a:p>
              <a:pPr eaLnBrk="0" hangingPunct="0"/>
              <a:r>
                <a:rPr lang="en-US" sz="1400" b="1"/>
                <a:t>Bm  22.8 Kb/S</a:t>
              </a:r>
            </a:p>
          </p:txBody>
        </p:sp>
        <p:sp>
          <p:nvSpPr>
            <p:cNvPr id="20" name="Rectangle 8"/>
            <p:cNvSpPr>
              <a:spLocks noChangeArrowheads="1"/>
            </p:cNvSpPr>
            <p:nvPr/>
          </p:nvSpPr>
          <p:spPr bwMode="auto">
            <a:xfrm>
              <a:off x="1758950" y="2189163"/>
              <a:ext cx="1289050" cy="5270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/>
                <a:t>HALF RATE</a:t>
              </a:r>
            </a:p>
            <a:p>
              <a:pPr eaLnBrk="0" hangingPunct="0"/>
              <a:r>
                <a:rPr lang="en-US" sz="1400" b="1"/>
                <a:t>Lm  11.4 Kb/S</a:t>
              </a:r>
            </a:p>
          </p:txBody>
        </p:sp>
        <p:sp>
          <p:nvSpPr>
            <p:cNvPr id="21" name="Line 9"/>
            <p:cNvSpPr>
              <a:spLocks noChangeShapeType="1"/>
            </p:cNvSpPr>
            <p:nvPr/>
          </p:nvSpPr>
          <p:spPr bwMode="auto">
            <a:xfrm>
              <a:off x="6554788" y="1549400"/>
              <a:ext cx="0" cy="330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10"/>
            <p:cNvSpPr>
              <a:spLocks noChangeShapeType="1"/>
            </p:cNvSpPr>
            <p:nvPr/>
          </p:nvSpPr>
          <p:spPr bwMode="auto">
            <a:xfrm>
              <a:off x="4071938" y="1905000"/>
              <a:ext cx="42545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11"/>
            <p:cNvSpPr>
              <a:spLocks noChangeShapeType="1"/>
            </p:cNvSpPr>
            <p:nvPr/>
          </p:nvSpPr>
          <p:spPr bwMode="auto">
            <a:xfrm>
              <a:off x="4065588" y="1911350"/>
              <a:ext cx="0" cy="673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12"/>
            <p:cNvSpPr>
              <a:spLocks noChangeShapeType="1"/>
            </p:cNvSpPr>
            <p:nvPr/>
          </p:nvSpPr>
          <p:spPr bwMode="auto">
            <a:xfrm>
              <a:off x="5818188" y="1911350"/>
              <a:ext cx="0" cy="673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Line 13"/>
            <p:cNvSpPr>
              <a:spLocks noChangeShapeType="1"/>
            </p:cNvSpPr>
            <p:nvPr/>
          </p:nvSpPr>
          <p:spPr bwMode="auto">
            <a:xfrm>
              <a:off x="8332788" y="1911350"/>
              <a:ext cx="0" cy="673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Rectangle 14"/>
            <p:cNvSpPr>
              <a:spLocks noChangeArrowheads="1"/>
            </p:cNvSpPr>
            <p:nvPr/>
          </p:nvSpPr>
          <p:spPr bwMode="auto">
            <a:xfrm>
              <a:off x="3359150" y="2608263"/>
              <a:ext cx="1311275" cy="3143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/>
                <a:t>BROADCAST</a:t>
              </a:r>
            </a:p>
          </p:txBody>
        </p:sp>
        <p:sp>
          <p:nvSpPr>
            <p:cNvPr id="27" name="Rectangle 15"/>
            <p:cNvSpPr>
              <a:spLocks noChangeArrowheads="1"/>
            </p:cNvSpPr>
            <p:nvPr/>
          </p:nvSpPr>
          <p:spPr bwMode="auto">
            <a:xfrm>
              <a:off x="4806950" y="2608263"/>
              <a:ext cx="2052638" cy="3143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/>
                <a:t>COMMON CONTROL </a:t>
              </a:r>
            </a:p>
          </p:txBody>
        </p:sp>
        <p:sp>
          <p:nvSpPr>
            <p:cNvPr id="28" name="Rectangle 16"/>
            <p:cNvSpPr>
              <a:spLocks noChangeArrowheads="1"/>
            </p:cNvSpPr>
            <p:nvPr/>
          </p:nvSpPr>
          <p:spPr bwMode="auto">
            <a:xfrm>
              <a:off x="6864350" y="2608263"/>
              <a:ext cx="2208213" cy="3143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/>
                <a:t>DEDICATED CONTROL</a:t>
              </a:r>
            </a:p>
          </p:txBody>
        </p:sp>
        <p:sp>
          <p:nvSpPr>
            <p:cNvPr id="29" name="Line 17"/>
            <p:cNvSpPr>
              <a:spLocks noChangeShapeType="1"/>
            </p:cNvSpPr>
            <p:nvPr/>
          </p:nvSpPr>
          <p:spPr bwMode="auto">
            <a:xfrm>
              <a:off x="3532188" y="2901950"/>
              <a:ext cx="0" cy="520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18"/>
            <p:cNvSpPr>
              <a:spLocks noChangeShapeType="1"/>
            </p:cNvSpPr>
            <p:nvPr/>
          </p:nvSpPr>
          <p:spPr bwMode="auto">
            <a:xfrm>
              <a:off x="1862138" y="3429000"/>
              <a:ext cx="21971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19"/>
            <p:cNvSpPr>
              <a:spLocks noChangeShapeType="1"/>
            </p:cNvSpPr>
            <p:nvPr/>
          </p:nvSpPr>
          <p:spPr bwMode="auto">
            <a:xfrm>
              <a:off x="5818188" y="2978150"/>
              <a:ext cx="0" cy="520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Line 20"/>
            <p:cNvSpPr>
              <a:spLocks noChangeShapeType="1"/>
            </p:cNvSpPr>
            <p:nvPr/>
          </p:nvSpPr>
          <p:spPr bwMode="auto">
            <a:xfrm>
              <a:off x="4910138" y="3505200"/>
              <a:ext cx="18161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Line 21"/>
            <p:cNvSpPr>
              <a:spLocks noChangeShapeType="1"/>
            </p:cNvSpPr>
            <p:nvPr/>
          </p:nvSpPr>
          <p:spPr bwMode="auto">
            <a:xfrm>
              <a:off x="8180388" y="2978150"/>
              <a:ext cx="0" cy="1892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22"/>
            <p:cNvSpPr>
              <a:spLocks noChangeShapeType="1"/>
            </p:cNvSpPr>
            <p:nvPr/>
          </p:nvSpPr>
          <p:spPr bwMode="auto">
            <a:xfrm>
              <a:off x="6662738" y="4876800"/>
              <a:ext cx="18923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23"/>
            <p:cNvSpPr>
              <a:spLocks noChangeShapeType="1"/>
            </p:cNvSpPr>
            <p:nvPr/>
          </p:nvSpPr>
          <p:spPr bwMode="auto">
            <a:xfrm>
              <a:off x="1855788" y="3435350"/>
              <a:ext cx="0" cy="4445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Line 24"/>
            <p:cNvSpPr>
              <a:spLocks noChangeShapeType="1"/>
            </p:cNvSpPr>
            <p:nvPr/>
          </p:nvSpPr>
          <p:spPr bwMode="auto">
            <a:xfrm>
              <a:off x="3074988" y="3435350"/>
              <a:ext cx="0" cy="4445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Line 25"/>
            <p:cNvSpPr>
              <a:spLocks noChangeShapeType="1"/>
            </p:cNvSpPr>
            <p:nvPr/>
          </p:nvSpPr>
          <p:spPr bwMode="auto">
            <a:xfrm>
              <a:off x="4065588" y="3435350"/>
              <a:ext cx="0" cy="4445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Line 26"/>
            <p:cNvSpPr>
              <a:spLocks noChangeShapeType="1"/>
            </p:cNvSpPr>
            <p:nvPr/>
          </p:nvSpPr>
          <p:spPr bwMode="auto">
            <a:xfrm>
              <a:off x="4903788" y="3511550"/>
              <a:ext cx="0" cy="673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Line 27"/>
            <p:cNvSpPr>
              <a:spLocks noChangeShapeType="1"/>
            </p:cNvSpPr>
            <p:nvPr/>
          </p:nvSpPr>
          <p:spPr bwMode="auto">
            <a:xfrm>
              <a:off x="5818188" y="3511550"/>
              <a:ext cx="0" cy="4445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Line 28"/>
            <p:cNvSpPr>
              <a:spLocks noChangeShapeType="1"/>
            </p:cNvSpPr>
            <p:nvPr/>
          </p:nvSpPr>
          <p:spPr bwMode="auto">
            <a:xfrm>
              <a:off x="6732588" y="3511550"/>
              <a:ext cx="0" cy="673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Line 29"/>
            <p:cNvSpPr>
              <a:spLocks noChangeShapeType="1"/>
            </p:cNvSpPr>
            <p:nvPr/>
          </p:nvSpPr>
          <p:spPr bwMode="auto">
            <a:xfrm>
              <a:off x="6656388" y="4883150"/>
              <a:ext cx="0" cy="4445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Line 30"/>
            <p:cNvSpPr>
              <a:spLocks noChangeShapeType="1"/>
            </p:cNvSpPr>
            <p:nvPr/>
          </p:nvSpPr>
          <p:spPr bwMode="auto">
            <a:xfrm>
              <a:off x="7646988" y="4883150"/>
              <a:ext cx="0" cy="4445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Line 31"/>
            <p:cNvSpPr>
              <a:spLocks noChangeShapeType="1"/>
            </p:cNvSpPr>
            <p:nvPr/>
          </p:nvSpPr>
          <p:spPr bwMode="auto">
            <a:xfrm>
              <a:off x="8561388" y="4883150"/>
              <a:ext cx="0" cy="4445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Rectangle 32"/>
            <p:cNvSpPr>
              <a:spLocks noChangeArrowheads="1"/>
            </p:cNvSpPr>
            <p:nvPr/>
          </p:nvSpPr>
          <p:spPr bwMode="auto">
            <a:xfrm>
              <a:off x="1454150" y="3903663"/>
              <a:ext cx="684213" cy="301625"/>
            </a:xfrm>
            <a:prstGeom prst="rect">
              <a:avLst/>
            </a:prstGeom>
            <a:solidFill>
              <a:schemeClr val="accent1"/>
            </a:solidFill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/>
                <a:t>FCCH</a:t>
              </a:r>
            </a:p>
          </p:txBody>
        </p:sp>
        <p:sp>
          <p:nvSpPr>
            <p:cNvPr id="45" name="Rectangle 33"/>
            <p:cNvSpPr>
              <a:spLocks noChangeArrowheads="1"/>
            </p:cNvSpPr>
            <p:nvPr/>
          </p:nvSpPr>
          <p:spPr bwMode="auto">
            <a:xfrm>
              <a:off x="2749550" y="3903663"/>
              <a:ext cx="546100" cy="301625"/>
            </a:xfrm>
            <a:prstGeom prst="rect">
              <a:avLst/>
            </a:prstGeom>
            <a:solidFill>
              <a:schemeClr val="accent1"/>
            </a:solidFill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/>
                <a:t>SCH</a:t>
              </a:r>
            </a:p>
          </p:txBody>
        </p:sp>
        <p:sp>
          <p:nvSpPr>
            <p:cNvPr id="46" name="Rectangle 34"/>
            <p:cNvSpPr>
              <a:spLocks noChangeArrowheads="1"/>
            </p:cNvSpPr>
            <p:nvPr/>
          </p:nvSpPr>
          <p:spPr bwMode="auto">
            <a:xfrm>
              <a:off x="3663950" y="3903663"/>
              <a:ext cx="695325" cy="301625"/>
            </a:xfrm>
            <a:prstGeom prst="rect">
              <a:avLst/>
            </a:prstGeom>
            <a:solidFill>
              <a:schemeClr val="accent1"/>
            </a:solidFill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/>
                <a:t>BCCH</a:t>
              </a:r>
            </a:p>
          </p:txBody>
        </p:sp>
        <p:sp>
          <p:nvSpPr>
            <p:cNvPr id="47" name="Rectangle 35"/>
            <p:cNvSpPr>
              <a:spLocks noChangeArrowheads="1"/>
            </p:cNvSpPr>
            <p:nvPr/>
          </p:nvSpPr>
          <p:spPr bwMode="auto">
            <a:xfrm>
              <a:off x="4578350" y="4284663"/>
              <a:ext cx="555625" cy="301625"/>
            </a:xfrm>
            <a:prstGeom prst="rect">
              <a:avLst/>
            </a:prstGeom>
            <a:solidFill>
              <a:schemeClr val="accent1"/>
            </a:solidFill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/>
                <a:t>PCH</a:t>
              </a:r>
            </a:p>
          </p:txBody>
        </p:sp>
        <p:sp>
          <p:nvSpPr>
            <p:cNvPr id="48" name="Rectangle 36"/>
            <p:cNvSpPr>
              <a:spLocks noChangeArrowheads="1"/>
            </p:cNvSpPr>
            <p:nvPr/>
          </p:nvSpPr>
          <p:spPr bwMode="auto">
            <a:xfrm>
              <a:off x="5492750" y="4132263"/>
              <a:ext cx="704850" cy="301625"/>
            </a:xfrm>
            <a:prstGeom prst="rect">
              <a:avLst/>
            </a:prstGeom>
            <a:solidFill>
              <a:schemeClr val="accent1"/>
            </a:solidFill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/>
                <a:t>RACH</a:t>
              </a:r>
            </a:p>
          </p:txBody>
        </p:sp>
        <p:sp>
          <p:nvSpPr>
            <p:cNvPr id="49" name="Rectangle 37"/>
            <p:cNvSpPr>
              <a:spLocks noChangeArrowheads="1"/>
            </p:cNvSpPr>
            <p:nvPr/>
          </p:nvSpPr>
          <p:spPr bwMode="auto">
            <a:xfrm>
              <a:off x="6477000" y="4267200"/>
              <a:ext cx="714375" cy="301625"/>
            </a:xfrm>
            <a:prstGeom prst="rect">
              <a:avLst/>
            </a:prstGeom>
            <a:solidFill>
              <a:schemeClr val="accent1"/>
            </a:solidFill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/>
                <a:t>AGCH</a:t>
              </a:r>
            </a:p>
          </p:txBody>
        </p:sp>
        <p:sp>
          <p:nvSpPr>
            <p:cNvPr id="50" name="Rectangle 38"/>
            <p:cNvSpPr>
              <a:spLocks noChangeArrowheads="1"/>
            </p:cNvSpPr>
            <p:nvPr/>
          </p:nvSpPr>
          <p:spPr bwMode="auto">
            <a:xfrm>
              <a:off x="6254750" y="5413375"/>
              <a:ext cx="803275" cy="301625"/>
            </a:xfrm>
            <a:prstGeom prst="rect">
              <a:avLst/>
            </a:prstGeom>
            <a:solidFill>
              <a:schemeClr val="accent1"/>
            </a:solidFill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 dirty="0"/>
                <a:t>SDCCH</a:t>
              </a:r>
            </a:p>
          </p:txBody>
        </p:sp>
        <p:sp>
          <p:nvSpPr>
            <p:cNvPr id="51" name="Rectangle 39"/>
            <p:cNvSpPr>
              <a:spLocks noChangeArrowheads="1"/>
            </p:cNvSpPr>
            <p:nvPr/>
          </p:nvSpPr>
          <p:spPr bwMode="auto">
            <a:xfrm>
              <a:off x="7321550" y="5427663"/>
              <a:ext cx="803275" cy="301625"/>
            </a:xfrm>
            <a:prstGeom prst="rect">
              <a:avLst/>
            </a:prstGeom>
            <a:solidFill>
              <a:schemeClr val="accent1"/>
            </a:solidFill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/>
                <a:t>SACCH</a:t>
              </a:r>
            </a:p>
          </p:txBody>
        </p:sp>
        <p:sp>
          <p:nvSpPr>
            <p:cNvPr id="52" name="Rectangle 40"/>
            <p:cNvSpPr>
              <a:spLocks noChangeArrowheads="1"/>
            </p:cNvSpPr>
            <p:nvPr/>
          </p:nvSpPr>
          <p:spPr bwMode="auto">
            <a:xfrm>
              <a:off x="8235950" y="5427663"/>
              <a:ext cx="812800" cy="301625"/>
            </a:xfrm>
            <a:prstGeom prst="rect">
              <a:avLst/>
            </a:prstGeom>
            <a:solidFill>
              <a:schemeClr val="accent1"/>
            </a:solidFill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/>
                <a:t>FACCH</a:t>
              </a:r>
            </a:p>
          </p:txBody>
        </p:sp>
        <p:sp>
          <p:nvSpPr>
            <p:cNvPr id="53" name="Rectangle 41"/>
            <p:cNvSpPr>
              <a:spLocks noChangeArrowheads="1"/>
            </p:cNvSpPr>
            <p:nvPr/>
          </p:nvSpPr>
          <p:spPr bwMode="auto">
            <a:xfrm>
              <a:off x="795338" y="1225550"/>
              <a:ext cx="1282700" cy="292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Rectangle 42"/>
            <p:cNvSpPr>
              <a:spLocks noChangeArrowheads="1"/>
            </p:cNvSpPr>
            <p:nvPr/>
          </p:nvSpPr>
          <p:spPr bwMode="auto">
            <a:xfrm>
              <a:off x="3386138" y="2597150"/>
              <a:ext cx="1282700" cy="292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Rectangle 43"/>
            <p:cNvSpPr>
              <a:spLocks noChangeArrowheads="1"/>
            </p:cNvSpPr>
            <p:nvPr/>
          </p:nvSpPr>
          <p:spPr bwMode="auto">
            <a:xfrm>
              <a:off x="1785938" y="2216150"/>
              <a:ext cx="1282700" cy="4445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Rectangle 44"/>
            <p:cNvSpPr>
              <a:spLocks noChangeArrowheads="1"/>
            </p:cNvSpPr>
            <p:nvPr/>
          </p:nvSpPr>
          <p:spPr bwMode="auto">
            <a:xfrm>
              <a:off x="109538" y="2216150"/>
              <a:ext cx="1282700" cy="5207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Rectangle 45"/>
            <p:cNvSpPr>
              <a:spLocks noChangeArrowheads="1"/>
            </p:cNvSpPr>
            <p:nvPr/>
          </p:nvSpPr>
          <p:spPr bwMode="auto">
            <a:xfrm>
              <a:off x="5672138" y="1149350"/>
              <a:ext cx="2252662" cy="37465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Line 46"/>
            <p:cNvSpPr>
              <a:spLocks noChangeShapeType="1"/>
            </p:cNvSpPr>
            <p:nvPr/>
          </p:nvSpPr>
          <p:spPr bwMode="auto">
            <a:xfrm>
              <a:off x="6503988" y="768350"/>
              <a:ext cx="0" cy="368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Rectangle 47"/>
            <p:cNvSpPr>
              <a:spLocks noChangeArrowheads="1"/>
            </p:cNvSpPr>
            <p:nvPr/>
          </p:nvSpPr>
          <p:spPr bwMode="auto">
            <a:xfrm>
              <a:off x="6891338" y="2597150"/>
              <a:ext cx="2044700" cy="3683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Rectangle 48"/>
            <p:cNvSpPr>
              <a:spLocks noChangeArrowheads="1"/>
            </p:cNvSpPr>
            <p:nvPr/>
          </p:nvSpPr>
          <p:spPr bwMode="auto">
            <a:xfrm>
              <a:off x="4833938" y="2597150"/>
              <a:ext cx="1892300" cy="3683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Oval 49"/>
            <p:cNvSpPr>
              <a:spLocks noChangeArrowheads="1"/>
            </p:cNvSpPr>
            <p:nvPr/>
          </p:nvSpPr>
          <p:spPr bwMode="auto">
            <a:xfrm>
              <a:off x="1371600" y="3810000"/>
              <a:ext cx="901700" cy="444500"/>
            </a:xfrm>
            <a:prstGeom prst="ellipse">
              <a:avLst/>
            </a:prstGeom>
            <a:noFill/>
            <a:ln w="127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Oval 50"/>
            <p:cNvSpPr>
              <a:spLocks noChangeArrowheads="1"/>
            </p:cNvSpPr>
            <p:nvPr/>
          </p:nvSpPr>
          <p:spPr bwMode="auto">
            <a:xfrm>
              <a:off x="3657600" y="3810000"/>
              <a:ext cx="825500" cy="444500"/>
            </a:xfrm>
            <a:prstGeom prst="ellipse">
              <a:avLst/>
            </a:prstGeom>
            <a:noFill/>
            <a:ln w="127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Oval 51"/>
            <p:cNvSpPr>
              <a:spLocks noChangeArrowheads="1"/>
            </p:cNvSpPr>
            <p:nvPr/>
          </p:nvSpPr>
          <p:spPr bwMode="auto">
            <a:xfrm>
              <a:off x="2590800" y="3810000"/>
              <a:ext cx="825500" cy="444500"/>
            </a:xfrm>
            <a:prstGeom prst="ellipse">
              <a:avLst/>
            </a:prstGeom>
            <a:noFill/>
            <a:ln w="127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Oval 52"/>
            <p:cNvSpPr>
              <a:spLocks noChangeArrowheads="1"/>
            </p:cNvSpPr>
            <p:nvPr/>
          </p:nvSpPr>
          <p:spPr bwMode="auto">
            <a:xfrm>
              <a:off x="4452938" y="4197350"/>
              <a:ext cx="825500" cy="444500"/>
            </a:xfrm>
            <a:prstGeom prst="ellipse">
              <a:avLst/>
            </a:prstGeom>
            <a:noFill/>
            <a:ln w="127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65" name="Oval 53"/>
            <p:cNvSpPr>
              <a:spLocks noChangeArrowheads="1"/>
            </p:cNvSpPr>
            <p:nvPr/>
          </p:nvSpPr>
          <p:spPr bwMode="auto">
            <a:xfrm>
              <a:off x="6434138" y="4197350"/>
              <a:ext cx="825500" cy="444500"/>
            </a:xfrm>
            <a:prstGeom prst="ellipse">
              <a:avLst/>
            </a:prstGeom>
            <a:noFill/>
            <a:ln w="127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AutoShape 54"/>
            <p:cNvSpPr>
              <a:spLocks noChangeArrowheads="1"/>
            </p:cNvSpPr>
            <p:nvPr/>
          </p:nvSpPr>
          <p:spPr bwMode="auto">
            <a:xfrm>
              <a:off x="5367338" y="3968750"/>
              <a:ext cx="901700" cy="673100"/>
            </a:xfrm>
            <a:prstGeom prst="diamond">
              <a:avLst/>
            </a:prstGeom>
            <a:noFill/>
            <a:ln w="127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" name="AutoShape 55"/>
            <p:cNvSpPr>
              <a:spLocks noChangeArrowheads="1"/>
            </p:cNvSpPr>
            <p:nvPr/>
          </p:nvSpPr>
          <p:spPr bwMode="auto">
            <a:xfrm>
              <a:off x="6281738" y="5340350"/>
              <a:ext cx="749300" cy="368300"/>
            </a:xfrm>
            <a:prstGeom prst="octagon">
              <a:avLst>
                <a:gd name="adj" fmla="val 29282"/>
              </a:avLst>
            </a:prstGeom>
            <a:noFill/>
            <a:ln w="12700">
              <a:solidFill>
                <a:srgbClr val="CC33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AutoShape 56"/>
            <p:cNvSpPr>
              <a:spLocks noChangeArrowheads="1"/>
            </p:cNvSpPr>
            <p:nvPr/>
          </p:nvSpPr>
          <p:spPr bwMode="auto">
            <a:xfrm>
              <a:off x="7272338" y="5340350"/>
              <a:ext cx="749300" cy="368300"/>
            </a:xfrm>
            <a:prstGeom prst="octagon">
              <a:avLst>
                <a:gd name="adj" fmla="val 29282"/>
              </a:avLst>
            </a:prstGeom>
            <a:noFill/>
            <a:ln w="12700">
              <a:solidFill>
                <a:srgbClr val="CC33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" name="AutoShape 57"/>
            <p:cNvSpPr>
              <a:spLocks noChangeArrowheads="1"/>
            </p:cNvSpPr>
            <p:nvPr/>
          </p:nvSpPr>
          <p:spPr bwMode="auto">
            <a:xfrm>
              <a:off x="8186738" y="5340350"/>
              <a:ext cx="749300" cy="368300"/>
            </a:xfrm>
            <a:prstGeom prst="octagon">
              <a:avLst>
                <a:gd name="adj" fmla="val 29282"/>
              </a:avLst>
            </a:prstGeom>
            <a:noFill/>
            <a:ln w="12700">
              <a:solidFill>
                <a:srgbClr val="CC33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" name="Line 58"/>
            <p:cNvSpPr>
              <a:spLocks noChangeShapeType="1"/>
            </p:cNvSpPr>
            <p:nvPr/>
          </p:nvSpPr>
          <p:spPr bwMode="auto">
            <a:xfrm>
              <a:off x="642938" y="1828800"/>
              <a:ext cx="1739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" name="Line 59"/>
            <p:cNvSpPr>
              <a:spLocks noChangeShapeType="1"/>
            </p:cNvSpPr>
            <p:nvPr/>
          </p:nvSpPr>
          <p:spPr bwMode="auto">
            <a:xfrm>
              <a:off x="636588" y="1835150"/>
              <a:ext cx="0" cy="368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" name="Line 60"/>
            <p:cNvSpPr>
              <a:spLocks noChangeShapeType="1"/>
            </p:cNvSpPr>
            <p:nvPr/>
          </p:nvSpPr>
          <p:spPr bwMode="auto">
            <a:xfrm>
              <a:off x="2389188" y="1835150"/>
              <a:ext cx="0" cy="368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" name="Line 61"/>
            <p:cNvSpPr>
              <a:spLocks noChangeShapeType="1"/>
            </p:cNvSpPr>
            <p:nvPr/>
          </p:nvSpPr>
          <p:spPr bwMode="auto">
            <a:xfrm>
              <a:off x="1404938" y="762000"/>
              <a:ext cx="50927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" name="Line 62"/>
            <p:cNvSpPr>
              <a:spLocks noChangeShapeType="1"/>
            </p:cNvSpPr>
            <p:nvPr/>
          </p:nvSpPr>
          <p:spPr bwMode="auto">
            <a:xfrm>
              <a:off x="1398588" y="768350"/>
              <a:ext cx="0" cy="4445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" name="Rectangle 63"/>
            <p:cNvSpPr>
              <a:spLocks noChangeArrowheads="1"/>
            </p:cNvSpPr>
            <p:nvPr/>
          </p:nvSpPr>
          <p:spPr bwMode="auto">
            <a:xfrm>
              <a:off x="569912" y="4765675"/>
              <a:ext cx="5297488" cy="20161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 dirty="0"/>
                <a:t>FCCH  -- FREQUENCY CORRECTION CHANNEL</a:t>
              </a:r>
            </a:p>
            <a:p>
              <a:pPr eaLnBrk="0" hangingPunct="0"/>
              <a:r>
                <a:rPr lang="en-US" sz="1400" b="1" dirty="0"/>
                <a:t>SCH      --  SYNCHRONISATION CHANNEL</a:t>
              </a:r>
            </a:p>
            <a:p>
              <a:pPr eaLnBrk="0" hangingPunct="0"/>
              <a:r>
                <a:rPr lang="en-US" sz="1400" b="1" dirty="0"/>
                <a:t>BCCH   -- BROADCAST CONTROL CHANNEL</a:t>
              </a:r>
            </a:p>
            <a:p>
              <a:pPr eaLnBrk="0" hangingPunct="0"/>
              <a:r>
                <a:rPr lang="en-US" sz="1400" b="1" dirty="0"/>
                <a:t>PCH      -- PAGING CHANNEL</a:t>
              </a:r>
            </a:p>
            <a:p>
              <a:pPr eaLnBrk="0" hangingPunct="0"/>
              <a:r>
                <a:rPr lang="en-US" sz="1400" b="1" dirty="0"/>
                <a:t>RACH   -- RANDOM ACCESS  CHANNEL</a:t>
              </a:r>
            </a:p>
            <a:p>
              <a:pPr eaLnBrk="0" hangingPunct="0"/>
              <a:r>
                <a:rPr lang="en-US" sz="1400" b="1" dirty="0"/>
                <a:t>AGCH   -- ACCESS GRANTED  CHANNEL</a:t>
              </a:r>
            </a:p>
            <a:p>
              <a:pPr eaLnBrk="0" hangingPunct="0"/>
              <a:r>
                <a:rPr lang="en-US" sz="1400" b="1" dirty="0"/>
                <a:t>SDCCH -- STAND ALONE DEDICATED CONTROL CHANNEL</a:t>
              </a:r>
            </a:p>
            <a:p>
              <a:pPr eaLnBrk="0" hangingPunct="0"/>
              <a:r>
                <a:rPr lang="en-US" sz="1400" b="1" dirty="0"/>
                <a:t>SACCH -- SLOW ASSOCIATED CONTROL CHANNEL</a:t>
              </a:r>
            </a:p>
            <a:p>
              <a:pPr eaLnBrk="0" hangingPunct="0"/>
              <a:r>
                <a:rPr lang="en-US" sz="1400" b="1" dirty="0"/>
                <a:t>FACCH -- FAST ASSOCIATED CONTROL CHANNEL</a:t>
              </a:r>
            </a:p>
          </p:txBody>
        </p:sp>
        <p:sp>
          <p:nvSpPr>
            <p:cNvPr id="76" name="Oval 64"/>
            <p:cNvSpPr>
              <a:spLocks noChangeArrowheads="1"/>
            </p:cNvSpPr>
            <p:nvPr/>
          </p:nvSpPr>
          <p:spPr bwMode="auto">
            <a:xfrm>
              <a:off x="4876800" y="5873750"/>
              <a:ext cx="749300" cy="292100"/>
            </a:xfrm>
            <a:prstGeom prst="ellipse">
              <a:avLst/>
            </a:prstGeom>
            <a:noFill/>
            <a:ln w="127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" name="AutoShape 65"/>
            <p:cNvSpPr>
              <a:spLocks noChangeArrowheads="1"/>
            </p:cNvSpPr>
            <p:nvPr/>
          </p:nvSpPr>
          <p:spPr bwMode="auto">
            <a:xfrm>
              <a:off x="4800600" y="6254750"/>
              <a:ext cx="977900" cy="368300"/>
            </a:xfrm>
            <a:prstGeom prst="diamond">
              <a:avLst/>
            </a:prstGeom>
            <a:noFill/>
            <a:ln w="127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" name="AutoShape 66"/>
            <p:cNvSpPr>
              <a:spLocks noChangeArrowheads="1"/>
            </p:cNvSpPr>
            <p:nvPr/>
          </p:nvSpPr>
          <p:spPr bwMode="auto">
            <a:xfrm>
              <a:off x="7480300" y="6184900"/>
              <a:ext cx="520700" cy="292100"/>
            </a:xfrm>
            <a:prstGeom prst="octagon">
              <a:avLst>
                <a:gd name="adj" fmla="val 29282"/>
              </a:avLst>
            </a:prstGeom>
            <a:noFill/>
            <a:ln w="12700">
              <a:solidFill>
                <a:srgbClr val="CC33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" name="Rectangle 67"/>
            <p:cNvSpPr>
              <a:spLocks noChangeArrowheads="1"/>
            </p:cNvSpPr>
            <p:nvPr/>
          </p:nvSpPr>
          <p:spPr bwMode="auto">
            <a:xfrm>
              <a:off x="5791200" y="5867400"/>
              <a:ext cx="1776513" cy="305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 dirty="0" smtClean="0"/>
                <a:t>FORWARD </a:t>
              </a:r>
              <a:r>
                <a:rPr lang="en-US" sz="1400" b="1" dirty="0"/>
                <a:t>LINK ONLY</a:t>
              </a:r>
            </a:p>
          </p:txBody>
        </p:sp>
        <p:sp>
          <p:nvSpPr>
            <p:cNvPr id="80" name="Rectangle 68"/>
            <p:cNvSpPr>
              <a:spLocks noChangeArrowheads="1"/>
            </p:cNvSpPr>
            <p:nvPr/>
          </p:nvSpPr>
          <p:spPr bwMode="auto">
            <a:xfrm>
              <a:off x="5873750" y="6265863"/>
              <a:ext cx="1651222" cy="305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 dirty="0" smtClean="0"/>
                <a:t>REVERSE LINK </a:t>
              </a:r>
              <a:r>
                <a:rPr lang="en-US" sz="1400" b="1" dirty="0"/>
                <a:t>ONLY</a:t>
              </a:r>
            </a:p>
          </p:txBody>
        </p:sp>
        <p:sp>
          <p:nvSpPr>
            <p:cNvPr id="81" name="Rectangle 69"/>
            <p:cNvSpPr>
              <a:spLocks noChangeArrowheads="1"/>
            </p:cNvSpPr>
            <p:nvPr/>
          </p:nvSpPr>
          <p:spPr bwMode="auto">
            <a:xfrm>
              <a:off x="8076912" y="6172200"/>
              <a:ext cx="1067088" cy="305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 dirty="0"/>
                <a:t>BOTH </a:t>
              </a:r>
              <a:r>
                <a:rPr lang="en-US" sz="1400" b="1" dirty="0" smtClean="0"/>
                <a:t>LINKS</a:t>
              </a:r>
              <a:endParaRPr lang="en-US" sz="1400" b="1" dirty="0"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050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15925" y="1373188"/>
              <a:ext cx="214313" cy="119062"/>
            </p14:xfrm>
          </p:contentPart>
        </mc:Choice>
        <mc:Fallback>
          <p:pic>
            <p:nvPicPr>
              <p:cNvPr id="205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9496" y="1366713"/>
                <a:ext cx="227172" cy="1320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051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81025" y="2647950"/>
              <a:ext cx="261938" cy="49213"/>
            </p14:xfrm>
          </p:contentPart>
        </mc:Choice>
        <mc:Fallback>
          <p:pic>
            <p:nvPicPr>
              <p:cNvPr id="205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4549" y="2641484"/>
                <a:ext cx="274891" cy="621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052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61925" y="3130550"/>
              <a:ext cx="1004888" cy="1106488"/>
            </p14:xfrm>
          </p:contentPart>
        </mc:Choice>
        <mc:Fallback>
          <p:pic>
            <p:nvPicPr>
              <p:cNvPr id="205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5444" y="3124065"/>
                <a:ext cx="1017850" cy="11194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053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612900" y="3603625"/>
              <a:ext cx="730250" cy="327025"/>
            </p14:xfrm>
          </p:contentPart>
        </mc:Choice>
        <mc:Fallback>
          <p:pic>
            <p:nvPicPr>
              <p:cNvPr id="205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06418" y="3597142"/>
                <a:ext cx="743213" cy="3399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054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80988" y="3767138"/>
              <a:ext cx="5726112" cy="1733550"/>
            </p14:xfrm>
          </p:contentPart>
        </mc:Choice>
        <mc:Fallback>
          <p:pic>
            <p:nvPicPr>
              <p:cNvPr id="2054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4508" y="3760657"/>
                <a:ext cx="5739072" cy="17465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055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44475" y="4178300"/>
              <a:ext cx="3405188" cy="2125663"/>
            </p14:xfrm>
          </p:contentPart>
        </mc:Choice>
        <mc:Fallback>
          <p:pic>
            <p:nvPicPr>
              <p:cNvPr id="2055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7998" y="4171849"/>
                <a:ext cx="3418142" cy="21385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056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003675" y="4765675"/>
              <a:ext cx="477838" cy="1885950"/>
            </p14:xfrm>
          </p:contentPart>
        </mc:Choice>
        <mc:Fallback>
          <p:pic>
            <p:nvPicPr>
              <p:cNvPr id="2056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997189" y="4759195"/>
                <a:ext cx="490811" cy="18989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057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056188" y="4765675"/>
              <a:ext cx="238125" cy="1089025"/>
            </p14:xfrm>
          </p:contentPart>
        </mc:Choice>
        <mc:Fallback>
          <p:pic>
            <p:nvPicPr>
              <p:cNvPr id="2057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049704" y="4759195"/>
                <a:ext cx="251094" cy="11019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058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333500" y="1714500"/>
              <a:ext cx="6053138" cy="4479925"/>
            </p14:xfrm>
          </p:contentPart>
        </mc:Choice>
        <mc:Fallback>
          <p:pic>
            <p:nvPicPr>
              <p:cNvPr id="2058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327020" y="1708020"/>
                <a:ext cx="6066098" cy="44928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059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582988" y="882650"/>
              <a:ext cx="42862" cy="11113"/>
            </p14:xfrm>
          </p:contentPart>
        </mc:Choice>
        <mc:Fallback>
          <p:pic>
            <p:nvPicPr>
              <p:cNvPr id="2059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576505" y="875982"/>
                <a:ext cx="55829" cy="244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060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338388" y="833438"/>
              <a:ext cx="946150" cy="271462"/>
            </p14:xfrm>
          </p:contentPart>
        </mc:Choice>
        <mc:Fallback>
          <p:pic>
            <p:nvPicPr>
              <p:cNvPr id="2060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331908" y="826957"/>
                <a:ext cx="959111" cy="2844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061" name="Ink 1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525838" y="876300"/>
              <a:ext cx="868362" cy="206375"/>
            </p14:xfrm>
          </p:contentPart>
        </mc:Choice>
        <mc:Fallback>
          <p:pic>
            <p:nvPicPr>
              <p:cNvPr id="2061" name="Ink 1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519358" y="869817"/>
                <a:ext cx="881323" cy="2193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062" name="Ink 1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187575" y="2673350"/>
              <a:ext cx="276225" cy="11113"/>
            </p14:xfrm>
          </p:contentPart>
        </mc:Choice>
        <mc:Fallback>
          <p:pic>
            <p:nvPicPr>
              <p:cNvPr id="2062" name="Ink 1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181084" y="2666897"/>
                <a:ext cx="289207" cy="240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063" name="Ink 1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482850" y="1381125"/>
              <a:ext cx="542925" cy="314325"/>
            </p14:xfrm>
          </p:contentPart>
        </mc:Choice>
        <mc:Fallback>
          <p:pic>
            <p:nvPicPr>
              <p:cNvPr id="2063" name="Ink 1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76369" y="1374644"/>
                <a:ext cx="555886" cy="3272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064" name="Ink 1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955925" y="1042988"/>
              <a:ext cx="4286250" cy="496887"/>
            </p14:xfrm>
          </p:contentPart>
        </mc:Choice>
        <mc:Fallback>
          <p:pic>
            <p:nvPicPr>
              <p:cNvPr id="2064" name="Ink 1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949445" y="1036535"/>
                <a:ext cx="4299210" cy="5097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065" name="Ink 1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221163" y="2344738"/>
              <a:ext cx="331787" cy="120650"/>
            </p14:xfrm>
          </p:contentPart>
        </mc:Choice>
        <mc:Fallback>
          <p:pic>
            <p:nvPicPr>
              <p:cNvPr id="2065" name="Ink 1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214686" y="2338255"/>
                <a:ext cx="344742" cy="1336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066" name="Ink 1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329238" y="2409825"/>
              <a:ext cx="346075" cy="103188"/>
            </p14:xfrm>
          </p:contentPart>
        </mc:Choice>
        <mc:Fallback>
          <p:pic>
            <p:nvPicPr>
              <p:cNvPr id="2066" name="Ink 1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322756" y="2403095"/>
                <a:ext cx="359039" cy="1166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067" name="Ink 1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229475" y="2398713"/>
              <a:ext cx="381000" cy="136525"/>
            </p14:xfrm>
          </p:contentPart>
        </mc:Choice>
        <mc:Fallback>
          <p:pic>
            <p:nvPicPr>
              <p:cNvPr id="2067" name="Ink 1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222993" y="2392280"/>
                <a:ext cx="393964" cy="1493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068" name="Ink 2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043613" y="5100638"/>
              <a:ext cx="2949575" cy="1528762"/>
            </p14:xfrm>
          </p:contentPart>
        </mc:Choice>
        <mc:Fallback>
          <p:pic>
            <p:nvPicPr>
              <p:cNvPr id="2068" name="Ink 2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037133" y="5094159"/>
                <a:ext cx="2962535" cy="15417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069" name="Ink 2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805738" y="5122863"/>
              <a:ext cx="141287" cy="134937"/>
            </p14:xfrm>
          </p:contentPart>
        </mc:Choice>
        <mc:Fallback>
          <p:pic>
            <p:nvPicPr>
              <p:cNvPr id="2069" name="Ink 2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799250" y="5116403"/>
                <a:ext cx="154262" cy="1478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070" name="Ink 2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310563" y="5138738"/>
              <a:ext cx="138112" cy="146050"/>
            </p14:xfrm>
          </p:contentPart>
        </mc:Choice>
        <mc:Fallback>
          <p:pic>
            <p:nvPicPr>
              <p:cNvPr id="2070" name="Ink 2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304089" y="5132263"/>
                <a:ext cx="151060" cy="15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071" name="Ink 2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814763" y="3795713"/>
              <a:ext cx="15875" cy="6350"/>
            </p14:xfrm>
          </p:contentPart>
        </mc:Choice>
        <mc:Fallback>
          <p:pic>
            <p:nvPicPr>
              <p:cNvPr id="2071" name="Ink 2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808118" y="3789363"/>
                <a:ext cx="29166" cy="190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072" name="Ink 2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013450" y="3938588"/>
              <a:ext cx="53975" cy="41275"/>
            </p14:xfrm>
          </p:contentPart>
        </mc:Choice>
        <mc:Fallback>
          <p:pic>
            <p:nvPicPr>
              <p:cNvPr id="2072" name="Ink 2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006930" y="3932071"/>
                <a:ext cx="67016" cy="543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073" name="Ink 2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697413" y="1463675"/>
              <a:ext cx="1085850" cy="744538"/>
            </p14:xfrm>
          </p:contentPart>
        </mc:Choice>
        <mc:Fallback>
          <p:pic>
            <p:nvPicPr>
              <p:cNvPr id="2073" name="Ink 2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690729" y="1457191"/>
                <a:ext cx="1099219" cy="7575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074" name="Ink 2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055938" y="1793875"/>
              <a:ext cx="3073400" cy="4870450"/>
            </p14:xfrm>
          </p:contentPart>
        </mc:Choice>
        <mc:Fallback>
          <p:pic>
            <p:nvPicPr>
              <p:cNvPr id="2074" name="Ink 2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049458" y="1787395"/>
                <a:ext cx="3086360" cy="48834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075" name="Ink 2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815013" y="5492750"/>
              <a:ext cx="1535112" cy="1136650"/>
            </p14:xfrm>
          </p:contentPart>
        </mc:Choice>
        <mc:Fallback>
          <p:pic>
            <p:nvPicPr>
              <p:cNvPr id="2075" name="Ink 2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808533" y="5486269"/>
                <a:ext cx="1548073" cy="11496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076" name="Ink 2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087563" y="4305300"/>
              <a:ext cx="22225" cy="14288"/>
            </p14:xfrm>
          </p:contentPart>
        </mc:Choice>
        <mc:Fallback>
          <p:pic>
            <p:nvPicPr>
              <p:cNvPr id="2076" name="Ink 2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081111" y="4298870"/>
                <a:ext cx="35130" cy="271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077" name="Ink 2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730750" y="4524375"/>
              <a:ext cx="26988" cy="6350"/>
            </p14:xfrm>
          </p:contentPart>
        </mc:Choice>
        <mc:Fallback>
          <p:pic>
            <p:nvPicPr>
              <p:cNvPr id="2077" name="Ink 2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724185" y="4518025"/>
                <a:ext cx="40117" cy="190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2078" name="Ink 3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223000" y="3732213"/>
              <a:ext cx="122238" cy="242887"/>
            </p14:xfrm>
          </p:contentPart>
        </mc:Choice>
        <mc:Fallback>
          <p:pic>
            <p:nvPicPr>
              <p:cNvPr id="2078" name="Ink 3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216529" y="3725736"/>
                <a:ext cx="135181" cy="255841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>
          <a:xfrm>
            <a:off x="76200" y="65325"/>
            <a:ext cx="9067800" cy="6855826"/>
            <a:chOff x="0" y="65325"/>
            <a:chExt cx="9067800" cy="6432478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504496"/>
              <a:ext cx="9067798" cy="5993307"/>
              <a:chOff x="-323093" y="902435"/>
              <a:chExt cx="14523851" cy="7556333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3" y="1357660"/>
                <a:ext cx="14523851" cy="7101108"/>
                <a:chOff x="-323093" y="1357660"/>
                <a:chExt cx="14523851" cy="7101108"/>
              </a:xfrm>
            </p:grpSpPr>
            <p:sp>
              <p:nvSpPr>
                <p:cNvPr id="9" name="Half Frame 8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16200000">
                  <a:off x="-262063" y="6520234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5400000">
                  <a:off x="12703555" y="1296630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186294" y="6961565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" name="Half Frame 7"/>
              <p:cNvSpPr/>
              <p:nvPr/>
            </p:nvSpPr>
            <p:spPr>
              <a:xfrm rot="5400000">
                <a:off x="12379305" y="794279"/>
                <a:ext cx="1341921" cy="1558233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8000" y="1314450"/>
            <a:ext cx="8026400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ectangle 12"/>
          <p:cNvSpPr/>
          <p:nvPr/>
        </p:nvSpPr>
        <p:spPr>
          <a:xfrm>
            <a:off x="2953320" y="457200"/>
            <a:ext cx="395627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3600" dirty="0" smtClean="0">
                <a:solidFill>
                  <a:srgbClr val="C00000"/>
                </a:solidFill>
              </a:rPr>
              <a:t>Traffic Channel-TCH </a:t>
            </a:r>
            <a:endParaRPr lang="en-US" sz="36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074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4874875" y="27584400"/>
              <a:ext cx="0" cy="0"/>
            </p14:xfrm>
          </p:contentPart>
        </mc:Choice>
        <mc:Fallback>
          <p:pic>
            <p:nvPicPr>
              <p:cNvPr id="3074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874875" y="27584400"/>
                <a:ext cx="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075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6215638" y="6300788"/>
              <a:ext cx="0" cy="0"/>
            </p14:xfrm>
          </p:contentPart>
        </mc:Choice>
        <mc:Fallback>
          <p:pic>
            <p:nvPicPr>
              <p:cNvPr id="3075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215638" y="6300788"/>
                <a:ext cx="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076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543300" y="1127125"/>
              <a:ext cx="4076700" cy="1782763"/>
            </p14:xfrm>
          </p:contentPart>
        </mc:Choice>
        <mc:Fallback>
          <p:pic>
            <p:nvPicPr>
              <p:cNvPr id="3076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36820" y="1120645"/>
                <a:ext cx="4089660" cy="17957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077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037388" y="1397000"/>
              <a:ext cx="396875" cy="200025"/>
            </p14:xfrm>
          </p:contentPart>
        </mc:Choice>
        <mc:Fallback>
          <p:pic>
            <p:nvPicPr>
              <p:cNvPr id="3077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30905" y="1390536"/>
                <a:ext cx="409840" cy="2129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078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664450" y="1354138"/>
              <a:ext cx="677863" cy="201612"/>
            </p14:xfrm>
          </p:contentPart>
        </mc:Choice>
        <mc:Fallback>
          <p:pic>
            <p:nvPicPr>
              <p:cNvPr id="3078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657963" y="1347658"/>
                <a:ext cx="690836" cy="2145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079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648438" y="8983663"/>
              <a:ext cx="0" cy="0"/>
            </p14:xfrm>
          </p:contentPart>
        </mc:Choice>
        <mc:Fallback>
          <p:pic>
            <p:nvPicPr>
              <p:cNvPr id="3079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4648438" y="8983663"/>
                <a:ext cx="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080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470775" y="1560513"/>
              <a:ext cx="1327150" cy="338137"/>
            </p14:xfrm>
          </p:contentPart>
        </mc:Choice>
        <mc:Fallback>
          <p:pic>
            <p:nvPicPr>
              <p:cNvPr id="3080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464296" y="1554031"/>
                <a:ext cx="1340108" cy="351101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>
          <a:xfrm>
            <a:off x="76200" y="65325"/>
            <a:ext cx="9067800" cy="6855826"/>
            <a:chOff x="0" y="65325"/>
            <a:chExt cx="9067800" cy="6432478"/>
          </a:xfrm>
        </p:grpSpPr>
        <p:sp>
          <p:nvSpPr>
            <p:cNvPr id="3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0" y="504496"/>
              <a:ext cx="9067798" cy="5993307"/>
              <a:chOff x="-323093" y="902435"/>
              <a:chExt cx="14523851" cy="7556333"/>
            </a:xfrm>
          </p:grpSpPr>
          <p:grpSp>
            <p:nvGrpSpPr>
              <p:cNvPr id="5" name="Group 44"/>
              <p:cNvGrpSpPr/>
              <p:nvPr/>
            </p:nvGrpSpPr>
            <p:grpSpPr>
              <a:xfrm>
                <a:off x="-323093" y="1357660"/>
                <a:ext cx="14523851" cy="7101108"/>
                <a:chOff x="-323093" y="1357660"/>
                <a:chExt cx="14523851" cy="7101108"/>
              </a:xfrm>
            </p:grpSpPr>
            <p:sp>
              <p:nvSpPr>
                <p:cNvPr id="7" name="Half Frame 6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" name="Half Frame 7"/>
                <p:cNvSpPr/>
                <p:nvPr/>
              </p:nvSpPr>
              <p:spPr>
                <a:xfrm rot="16200000">
                  <a:off x="-262063" y="6520234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" name="Half Frame 8"/>
                <p:cNvSpPr/>
                <p:nvPr/>
              </p:nvSpPr>
              <p:spPr>
                <a:xfrm rot="5400000">
                  <a:off x="12703555" y="1296630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16200000">
                  <a:off x="186294" y="6961565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" name="Half Frame 5"/>
              <p:cNvSpPr/>
              <p:nvPr/>
            </p:nvSpPr>
            <p:spPr>
              <a:xfrm rot="5400000">
                <a:off x="12379305" y="794279"/>
                <a:ext cx="1341921" cy="1558233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228600" y="0"/>
            <a:ext cx="8229600" cy="1143000"/>
          </a:xfrm>
          <a:prstGeom prst="rect">
            <a:avLst/>
          </a:prstGeom>
        </p:spPr>
        <p:txBody>
          <a:bodyPr/>
          <a:lstStyle/>
          <a:p>
            <a:pPr marR="0" indent="0" algn="ctr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Control/signaling </a:t>
            </a:r>
            <a:r>
              <a:rPr lang="en-US" sz="3200" b="1" dirty="0">
                <a:solidFill>
                  <a:schemeClr val="bg1"/>
                </a:solidFill>
              </a:rPr>
              <a:t>Channel - </a:t>
            </a:r>
            <a:r>
              <a:rPr lang="en-US" sz="3200" b="1" dirty="0" smtClean="0">
                <a:solidFill>
                  <a:schemeClr val="bg1"/>
                </a:solidFill>
              </a:rPr>
              <a:t>CCH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81000" y="762000"/>
            <a:ext cx="8153400" cy="12095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228600" algn="just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AutoNum type="arabicPeriod"/>
              <a:tabLst/>
              <a:defRPr/>
            </a:pPr>
            <a:r>
              <a:rPr lang="en-US" sz="2800" b="1" dirty="0" smtClean="0">
                <a:solidFill>
                  <a:srgbClr val="C00000"/>
                </a:solidFill>
              </a:rPr>
              <a:t>Broadcast Channel</a:t>
            </a:r>
            <a:endParaRPr lang="en-US" sz="2800" b="1" dirty="0" smtClean="0"/>
          </a:p>
          <a:p>
            <a:pPr marR="0" lvl="0" indent="2286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0482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-954088" y="569913"/>
              <a:ext cx="19050" cy="128587"/>
            </p14:xfrm>
          </p:contentPart>
        </mc:Choice>
        <mc:Fallback>
          <p:pic>
            <p:nvPicPr>
              <p:cNvPr id="20482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960558" y="563393"/>
                <a:ext cx="31990" cy="1416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0483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010150" y="1373188"/>
              <a:ext cx="3338513" cy="174625"/>
            </p14:xfrm>
          </p:contentPart>
        </mc:Choice>
        <mc:Fallback>
          <p:pic>
            <p:nvPicPr>
              <p:cNvPr id="20483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03671" y="1366694"/>
                <a:ext cx="3351471" cy="1876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0484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93688" y="1509713"/>
              <a:ext cx="111125" cy="152400"/>
            </p14:xfrm>
          </p:contentPart>
        </mc:Choice>
        <mc:Fallback>
          <p:pic>
            <p:nvPicPr>
              <p:cNvPr id="20484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7236" y="1503213"/>
                <a:ext cx="124030" cy="1654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0485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98500" y="1487488"/>
              <a:ext cx="919163" cy="290512"/>
            </p14:xfrm>
          </p:contentPart>
        </mc:Choice>
        <mc:Fallback>
          <p:pic>
            <p:nvPicPr>
              <p:cNvPr id="20485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2027" y="1481040"/>
                <a:ext cx="932109" cy="3034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0486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901825" y="1465263"/>
              <a:ext cx="877888" cy="195262"/>
            </p14:xfrm>
          </p:contentPart>
        </mc:Choice>
        <mc:Fallback>
          <p:pic>
            <p:nvPicPr>
              <p:cNvPr id="20486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95351" y="1458730"/>
                <a:ext cx="890835" cy="2083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0487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059113" y="1347788"/>
              <a:ext cx="3305175" cy="463550"/>
            </p14:xfrm>
          </p:contentPart>
        </mc:Choice>
        <mc:Fallback>
          <p:pic>
            <p:nvPicPr>
              <p:cNvPr id="20487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52634" y="1341305"/>
                <a:ext cx="3318132" cy="4765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0488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588125" y="1014413"/>
              <a:ext cx="2297113" cy="835025"/>
            </p14:xfrm>
          </p:contentPart>
        </mc:Choice>
        <mc:Fallback>
          <p:pic>
            <p:nvPicPr>
              <p:cNvPr id="20488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581644" y="1007926"/>
                <a:ext cx="2310075" cy="8479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0489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922463" y="2009775"/>
              <a:ext cx="4230687" cy="79375"/>
            </p14:xfrm>
          </p:contentPart>
        </mc:Choice>
        <mc:Fallback>
          <p:pic>
            <p:nvPicPr>
              <p:cNvPr id="20489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915981" y="2003310"/>
                <a:ext cx="4243650" cy="923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0490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79388" y="2039938"/>
              <a:ext cx="266700" cy="141287"/>
            </p14:xfrm>
          </p:contentPart>
        </mc:Choice>
        <mc:Fallback>
          <p:pic>
            <p:nvPicPr>
              <p:cNvPr id="20490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2901" y="2033400"/>
                <a:ext cx="279675" cy="1543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0491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36613" y="2000250"/>
              <a:ext cx="303212" cy="288925"/>
            </p14:xfrm>
          </p:contentPart>
        </mc:Choice>
        <mc:Fallback>
          <p:pic>
            <p:nvPicPr>
              <p:cNvPr id="20491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0139" y="1993765"/>
                <a:ext cx="316161" cy="3018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0492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425575" y="1973263"/>
              <a:ext cx="974725" cy="336550"/>
            </p14:xfrm>
          </p:contentPart>
        </mc:Choice>
        <mc:Fallback>
          <p:pic>
            <p:nvPicPr>
              <p:cNvPr id="20492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419101" y="1966770"/>
                <a:ext cx="987673" cy="3495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0493" name="Ink 1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616200" y="2009775"/>
              <a:ext cx="822325" cy="361950"/>
            </p14:xfrm>
          </p:contentPart>
        </mc:Choice>
        <mc:Fallback>
          <p:pic>
            <p:nvPicPr>
              <p:cNvPr id="20493" name="Ink 1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609725" y="2003312"/>
                <a:ext cx="835275" cy="3748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0494" name="Ink 1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689350" y="2008188"/>
              <a:ext cx="390525" cy="400050"/>
            </p14:xfrm>
          </p:contentPart>
        </mc:Choice>
        <mc:Fallback>
          <p:pic>
            <p:nvPicPr>
              <p:cNvPr id="20494" name="Ink 1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682889" y="2001712"/>
                <a:ext cx="403447" cy="4130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0495" name="Ink 1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260850" y="1966913"/>
              <a:ext cx="1262063" cy="233362"/>
            </p14:xfrm>
          </p:contentPart>
        </mc:Choice>
        <mc:Fallback>
          <p:pic>
            <p:nvPicPr>
              <p:cNvPr id="20495" name="Ink 1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254385" y="1960431"/>
                <a:ext cx="1274993" cy="2463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0496" name="Ink 1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730875" y="1952625"/>
              <a:ext cx="1608138" cy="236538"/>
            </p14:xfrm>
          </p:contentPart>
        </mc:Choice>
        <mc:Fallback>
          <p:pic>
            <p:nvPicPr>
              <p:cNvPr id="20496" name="Ink 1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724391" y="1946135"/>
                <a:ext cx="1621107" cy="2495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0497" name="Ink 1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529513" y="1957388"/>
              <a:ext cx="1184275" cy="204787"/>
            </p14:xfrm>
          </p:contentPart>
        </mc:Choice>
        <mc:Fallback>
          <p:pic>
            <p:nvPicPr>
              <p:cNvPr id="20497" name="Ink 1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523042" y="1950921"/>
                <a:ext cx="1197218" cy="2177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0498" name="Ink 1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203325" y="2460625"/>
              <a:ext cx="6708775" cy="285750"/>
            </p14:xfrm>
          </p:contentPart>
        </mc:Choice>
        <mc:Fallback>
          <p:pic>
            <p:nvPicPr>
              <p:cNvPr id="20498" name="Ink 1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196845" y="2454131"/>
                <a:ext cx="6721735" cy="2987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0499" name="Ink 1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50888" y="2428875"/>
              <a:ext cx="7054850" cy="446088"/>
            </p14:xfrm>
          </p:contentPart>
        </mc:Choice>
        <mc:Fallback>
          <p:pic>
            <p:nvPicPr>
              <p:cNvPr id="20499" name="Ink 1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44409" y="2422400"/>
                <a:ext cx="7067809" cy="459039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>
          <a:xfrm>
            <a:off x="76200" y="65325"/>
            <a:ext cx="9067800" cy="6855826"/>
            <a:chOff x="0" y="65325"/>
            <a:chExt cx="9067800" cy="6432478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504496"/>
              <a:ext cx="9067798" cy="5993307"/>
              <a:chOff x="-323093" y="902435"/>
              <a:chExt cx="14523851" cy="7556333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3" y="1357660"/>
                <a:ext cx="14523851" cy="7101108"/>
                <a:chOff x="-323093" y="1357660"/>
                <a:chExt cx="14523851" cy="7101108"/>
              </a:xfrm>
            </p:grpSpPr>
            <p:sp>
              <p:nvSpPr>
                <p:cNvPr id="9" name="Half Frame 8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16200000">
                  <a:off x="-262063" y="6520234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5400000">
                  <a:off x="12703555" y="1296630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186294" y="6961565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" name="Half Frame 7"/>
              <p:cNvSpPr/>
              <p:nvPr/>
            </p:nvSpPr>
            <p:spPr>
              <a:xfrm rot="5400000">
                <a:off x="12379305" y="794279"/>
                <a:ext cx="1341921" cy="1558233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457200" y="655638"/>
            <a:ext cx="8229600" cy="1143000"/>
          </a:xfrm>
          <a:prstGeom prst="rect">
            <a:avLst/>
          </a:prstGeom>
        </p:spPr>
        <p:txBody>
          <a:bodyPr/>
          <a:lstStyle/>
          <a:p>
            <a:pPr marR="0" indent="0" algn="ctr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 smtClean="0">
                <a:solidFill>
                  <a:srgbClr val="C00000"/>
                </a:solidFill>
              </a:rPr>
              <a:t>Control/signaling </a:t>
            </a:r>
            <a:r>
              <a:rPr lang="en-US" sz="3200" b="1" dirty="0">
                <a:solidFill>
                  <a:srgbClr val="C00000"/>
                </a:solidFill>
              </a:rPr>
              <a:t>Channel - </a:t>
            </a:r>
            <a:r>
              <a:rPr lang="en-US" sz="3200" b="1" dirty="0" smtClean="0">
                <a:solidFill>
                  <a:srgbClr val="C00000"/>
                </a:solidFill>
              </a:rPr>
              <a:t>CCH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685800" y="1600200"/>
            <a:ext cx="7772400" cy="4495800"/>
          </a:xfrm>
          <a:prstGeom prst="rect">
            <a:avLst/>
          </a:prstGeom>
        </p:spPr>
        <p:txBody>
          <a:bodyPr/>
          <a:lstStyle/>
          <a:p>
            <a:pPr marR="0" lvl="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381000" y="1447800"/>
            <a:ext cx="8153400" cy="46997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228600" algn="just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b="1" dirty="0" smtClean="0">
                <a:solidFill>
                  <a:srgbClr val="C00000"/>
                </a:solidFill>
              </a:rPr>
              <a:t>1. Broadcast Channel</a:t>
            </a:r>
            <a:endParaRPr lang="en-US" sz="2800" b="1" dirty="0" smtClean="0"/>
          </a:p>
          <a:p>
            <a:pPr indent="228600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b="1" dirty="0" smtClean="0"/>
              <a:t>Broadcast control channel (BCCH) </a:t>
            </a:r>
            <a:r>
              <a:rPr lang="en-US" dirty="0" smtClean="0"/>
              <a:t>is a base to mobile channel which provides general information about the network, the cell in which the mobile is currently located and the adjacent cells</a:t>
            </a:r>
          </a:p>
          <a:p>
            <a:pPr marR="0" lvl="0" indent="2286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b="1" dirty="0" smtClean="0"/>
              <a:t>Frequency </a:t>
            </a:r>
            <a:r>
              <a:rPr lang="en-US" b="1" dirty="0"/>
              <a:t>correction channel (FCCH) </a:t>
            </a:r>
            <a:r>
              <a:rPr lang="en-US" dirty="0"/>
              <a:t>is a base to mobile channel which provides information for carrier synchronization</a:t>
            </a:r>
          </a:p>
          <a:p>
            <a:pPr indent="228600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b="1" dirty="0"/>
              <a:t>Synchronization channel (SCH) </a:t>
            </a:r>
            <a:r>
              <a:rPr lang="en-US" dirty="0"/>
              <a:t>is a base to mobile channel which carries information for frame synchronization and identification of the base station </a:t>
            </a:r>
            <a:r>
              <a:rPr lang="en-US" dirty="0" smtClean="0"/>
              <a:t>transceiver</a:t>
            </a:r>
          </a:p>
          <a:p>
            <a:pPr marR="0" lvl="0" indent="2286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1506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69950" y="1123950"/>
              <a:ext cx="1588" cy="1588"/>
            </p14:xfrm>
          </p:contentPart>
        </mc:Choice>
        <mc:Fallback>
          <p:pic>
            <p:nvPicPr>
              <p:cNvPr id="21506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66" y="1109658"/>
                <a:ext cx="58756" cy="301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1507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0163" y="1957388"/>
              <a:ext cx="9124950" cy="1808162"/>
            </p14:xfrm>
          </p:contentPart>
        </mc:Choice>
        <mc:Fallback>
          <p:pic>
            <p:nvPicPr>
              <p:cNvPr id="21507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684" y="1950906"/>
                <a:ext cx="9137909" cy="18211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1508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-163513" y="3365500"/>
              <a:ext cx="8347076" cy="1930400"/>
            </p14:xfrm>
          </p:contentPart>
        </mc:Choice>
        <mc:Fallback>
          <p:pic>
            <p:nvPicPr>
              <p:cNvPr id="21508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69992" y="3359022"/>
                <a:ext cx="8360035" cy="19433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1509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92138" y="3463925"/>
              <a:ext cx="2817812" cy="409575"/>
            </p14:xfrm>
          </p:contentPart>
        </mc:Choice>
        <mc:Fallback>
          <p:pic>
            <p:nvPicPr>
              <p:cNvPr id="21509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5659" y="3457475"/>
                <a:ext cx="2830769" cy="4224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1510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246688" y="5057775"/>
              <a:ext cx="2940050" cy="762000"/>
            </p14:xfrm>
          </p:contentPart>
        </mc:Choice>
        <mc:Fallback>
          <p:pic>
            <p:nvPicPr>
              <p:cNvPr id="21510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240210" y="5051311"/>
                <a:ext cx="2953007" cy="7749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1511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5806063" y="21607463"/>
              <a:ext cx="0" cy="0"/>
            </p14:xfrm>
          </p:contentPart>
        </mc:Choice>
        <mc:Fallback>
          <p:pic>
            <p:nvPicPr>
              <p:cNvPr id="21511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5806063" y="21607463"/>
                <a:ext cx="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1512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510088" y="3862388"/>
              <a:ext cx="2614612" cy="465137"/>
            </p14:xfrm>
          </p:contentPart>
        </mc:Choice>
        <mc:Fallback>
          <p:pic>
            <p:nvPicPr>
              <p:cNvPr id="21512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503605" y="3855903"/>
                <a:ext cx="2627579" cy="4781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1513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755063" y="4546600"/>
              <a:ext cx="279400" cy="563563"/>
            </p14:xfrm>
          </p:contentPart>
        </mc:Choice>
        <mc:Fallback>
          <p:pic>
            <p:nvPicPr>
              <p:cNvPr id="21513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748565" y="4540122"/>
                <a:ext cx="292395" cy="5765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1514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056438" y="4475163"/>
              <a:ext cx="1909762" cy="592137"/>
            </p14:xfrm>
          </p:contentPart>
        </mc:Choice>
        <mc:Fallback>
          <p:pic>
            <p:nvPicPr>
              <p:cNvPr id="21514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049957" y="4468688"/>
                <a:ext cx="1922724" cy="6050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1515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646988" y="4905375"/>
              <a:ext cx="552450" cy="360363"/>
            </p14:xfrm>
          </p:contentPart>
        </mc:Choice>
        <mc:Fallback>
          <p:pic>
            <p:nvPicPr>
              <p:cNvPr id="21515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640552" y="4898875"/>
                <a:ext cx="565323" cy="3733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1516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092450" y="5248275"/>
              <a:ext cx="239713" cy="293688"/>
            </p14:xfrm>
          </p:contentPart>
        </mc:Choice>
        <mc:Fallback>
          <p:pic>
            <p:nvPicPr>
              <p:cNvPr id="21516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085962" y="5241805"/>
                <a:ext cx="252690" cy="3066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1517" name="Ink 1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586163" y="5295900"/>
              <a:ext cx="895350" cy="206375"/>
            </p14:xfrm>
          </p:contentPart>
        </mc:Choice>
        <mc:Fallback>
          <p:pic>
            <p:nvPicPr>
              <p:cNvPr id="21517" name="Ink 1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579680" y="5289406"/>
                <a:ext cx="908316" cy="2193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1518" name="Ink 1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675188" y="5322888"/>
              <a:ext cx="369887" cy="190500"/>
            </p14:xfrm>
          </p:contentPart>
        </mc:Choice>
        <mc:Fallback>
          <p:pic>
            <p:nvPicPr>
              <p:cNvPr id="21518" name="Ink 1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668724" y="5316394"/>
                <a:ext cx="382815" cy="2034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1519" name="Ink 1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240338" y="5424488"/>
              <a:ext cx="284162" cy="111125"/>
            </p14:xfrm>
          </p:contentPart>
        </mc:Choice>
        <mc:Fallback>
          <p:pic>
            <p:nvPicPr>
              <p:cNvPr id="21519" name="Ink 1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233880" y="5418015"/>
                <a:ext cx="297078" cy="1240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1520" name="Ink 1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768975" y="5427663"/>
              <a:ext cx="165100" cy="120650"/>
            </p14:xfrm>
          </p:contentPart>
        </mc:Choice>
        <mc:Fallback>
          <p:pic>
            <p:nvPicPr>
              <p:cNvPr id="21520" name="Ink 1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762556" y="5421313"/>
                <a:ext cx="177937" cy="1333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1521" name="Ink 1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132513" y="5373688"/>
              <a:ext cx="207962" cy="160337"/>
            </p14:xfrm>
          </p:contentPart>
        </mc:Choice>
        <mc:Fallback>
          <p:pic>
            <p:nvPicPr>
              <p:cNvPr id="21521" name="Ink 1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126081" y="5367188"/>
                <a:ext cx="220826" cy="1733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1522" name="Ink 1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681788" y="5435600"/>
              <a:ext cx="284162" cy="179388"/>
            </p14:xfrm>
          </p:contentPart>
        </mc:Choice>
        <mc:Fallback>
          <p:pic>
            <p:nvPicPr>
              <p:cNvPr id="21522" name="Ink 1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675338" y="5429168"/>
                <a:ext cx="297062" cy="1922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1523" name="Ink 1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156450" y="5470525"/>
              <a:ext cx="271463" cy="201613"/>
            </p14:xfrm>
          </p:contentPart>
        </mc:Choice>
        <mc:Fallback>
          <p:pic>
            <p:nvPicPr>
              <p:cNvPr id="21523" name="Ink 1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150071" y="5464102"/>
                <a:ext cx="284221" cy="2144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1524" name="Ink 2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608888" y="5454650"/>
              <a:ext cx="454025" cy="231775"/>
            </p14:xfrm>
          </p:contentPart>
        </mc:Choice>
        <mc:Fallback>
          <p:pic>
            <p:nvPicPr>
              <p:cNvPr id="21524" name="Ink 2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602443" y="5448172"/>
                <a:ext cx="466915" cy="2447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1525" name="Ink 2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033838" y="1685925"/>
              <a:ext cx="1298575" cy="250825"/>
            </p14:xfrm>
          </p:contentPart>
        </mc:Choice>
        <mc:Fallback>
          <p:pic>
            <p:nvPicPr>
              <p:cNvPr id="21525" name="Ink 2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027352" y="1679466"/>
                <a:ext cx="1311546" cy="2637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1526" name="Ink 2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634038" y="1638300"/>
              <a:ext cx="1227137" cy="268288"/>
            </p14:xfrm>
          </p:contentPart>
        </mc:Choice>
        <mc:Fallback>
          <p:pic>
            <p:nvPicPr>
              <p:cNvPr id="21526" name="Ink 2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627557" y="1631818"/>
                <a:ext cx="1240100" cy="2812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1527" name="Ink 2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980613" y="2624138"/>
              <a:ext cx="23812" cy="6350"/>
            </p14:xfrm>
          </p:contentPart>
        </mc:Choice>
        <mc:Fallback>
          <p:pic>
            <p:nvPicPr>
              <p:cNvPr id="21527" name="Ink 2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973700" y="2618122"/>
                <a:ext cx="37638" cy="183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1528" name="Ink 2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970088" y="5095875"/>
              <a:ext cx="1908175" cy="109538"/>
            </p14:xfrm>
          </p:contentPart>
        </mc:Choice>
        <mc:Fallback>
          <p:pic>
            <p:nvPicPr>
              <p:cNvPr id="21528" name="Ink 2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963606" y="5089515"/>
                <a:ext cx="1921139" cy="122259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>
          <a:xfrm>
            <a:off x="76200" y="65325"/>
            <a:ext cx="9067800" cy="6855826"/>
            <a:chOff x="0" y="65325"/>
            <a:chExt cx="9067800" cy="6432478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504496"/>
              <a:ext cx="9067798" cy="5993307"/>
              <a:chOff x="-323093" y="902435"/>
              <a:chExt cx="14523851" cy="7556333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3" y="1357660"/>
                <a:ext cx="14523851" cy="7101108"/>
                <a:chOff x="-323093" y="1357660"/>
                <a:chExt cx="14523851" cy="7101108"/>
              </a:xfrm>
            </p:grpSpPr>
            <p:sp>
              <p:nvSpPr>
                <p:cNvPr id="9" name="Half Frame 8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16200000">
                  <a:off x="-262063" y="6520234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5400000">
                  <a:off x="12703555" y="1296630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186294" y="6961565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" name="Half Frame 7"/>
              <p:cNvSpPr/>
              <p:nvPr/>
            </p:nvSpPr>
            <p:spPr>
              <a:xfrm rot="5400000">
                <a:off x="12379305" y="794279"/>
                <a:ext cx="1341921" cy="1558233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447800"/>
            <a:ext cx="7315200" cy="403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ectangle 12"/>
          <p:cNvSpPr/>
          <p:nvPr/>
        </p:nvSpPr>
        <p:spPr>
          <a:xfrm>
            <a:off x="563836" y="609600"/>
            <a:ext cx="7531742" cy="5890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sz="2400" b="1" dirty="0" smtClean="0">
                <a:solidFill>
                  <a:srgbClr val="C00000"/>
                </a:solidFill>
              </a:rPr>
              <a:t>Common control multi-frame for forward and reverse link</a:t>
            </a:r>
            <a:endParaRPr lang="en-US" sz="24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2530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344613" y="4999038"/>
              <a:ext cx="390525" cy="127000"/>
            </p14:xfrm>
          </p:contentPart>
        </mc:Choice>
        <mc:Fallback>
          <p:pic>
            <p:nvPicPr>
              <p:cNvPr id="2253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38116" y="4992617"/>
                <a:ext cx="403518" cy="1398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2531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511300" y="6672263"/>
              <a:ext cx="301625" cy="15875"/>
            </p14:xfrm>
          </p:contentPart>
        </mc:Choice>
        <mc:Fallback>
          <p:pic>
            <p:nvPicPr>
              <p:cNvPr id="2253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04719" y="6665913"/>
                <a:ext cx="314787" cy="285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2532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606550" y="1350963"/>
              <a:ext cx="4821238" cy="2241550"/>
            </p14:xfrm>
          </p:contentPart>
        </mc:Choice>
        <mc:Fallback>
          <p:pic>
            <p:nvPicPr>
              <p:cNvPr id="2253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00084" y="1344480"/>
                <a:ext cx="4834169" cy="22545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2533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208088" y="2198688"/>
              <a:ext cx="712787" cy="211137"/>
            </p14:xfrm>
          </p:contentPart>
        </mc:Choice>
        <mc:Fallback>
          <p:pic>
            <p:nvPicPr>
              <p:cNvPr id="2253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01605" y="2192214"/>
                <a:ext cx="725753" cy="224086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>
          <a:xfrm>
            <a:off x="76200" y="65325"/>
            <a:ext cx="9067800" cy="6855826"/>
            <a:chOff x="0" y="65325"/>
            <a:chExt cx="9067800" cy="6432478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504496"/>
              <a:ext cx="9067798" cy="5993307"/>
              <a:chOff x="-323093" y="902435"/>
              <a:chExt cx="14523851" cy="7556333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3" y="1357660"/>
                <a:ext cx="14523851" cy="7101108"/>
                <a:chOff x="-323093" y="1357660"/>
                <a:chExt cx="14523851" cy="7101108"/>
              </a:xfrm>
            </p:grpSpPr>
            <p:sp>
              <p:nvSpPr>
                <p:cNvPr id="9" name="Half Frame 8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16200000">
                  <a:off x="-262063" y="6520234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5400000">
                  <a:off x="12703555" y="1296630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186294" y="6961565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" name="Half Frame 7"/>
              <p:cNvSpPr/>
              <p:nvPr/>
            </p:nvSpPr>
            <p:spPr>
              <a:xfrm rot="5400000">
                <a:off x="12379305" y="794279"/>
                <a:ext cx="1341921" cy="1558233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6" name="Rectangle 2"/>
          <p:cNvSpPr txBox="1">
            <a:spLocks noChangeArrowheads="1"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 Common Control Channel - CCH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>
          <a:xfrm>
            <a:off x="152400" y="1447800"/>
            <a:ext cx="84582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1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>
          <a:xfrm>
            <a:off x="76200" y="65325"/>
            <a:ext cx="9067800" cy="6855826"/>
            <a:chOff x="0" y="65325"/>
            <a:chExt cx="9067800" cy="6432478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504496"/>
              <a:ext cx="9067798" cy="5993307"/>
              <a:chOff x="-323093" y="902435"/>
              <a:chExt cx="14523851" cy="7556333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3" y="1357660"/>
                <a:ext cx="14523851" cy="7101108"/>
                <a:chOff x="-323093" y="1357660"/>
                <a:chExt cx="14523851" cy="7101108"/>
              </a:xfrm>
            </p:grpSpPr>
            <p:sp>
              <p:nvSpPr>
                <p:cNvPr id="9" name="Half Frame 8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16200000">
                  <a:off x="-262063" y="6520234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5400000">
                  <a:off x="12703555" y="1296630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186294" y="6961565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" name="Half Frame 7"/>
              <p:cNvSpPr/>
              <p:nvPr/>
            </p:nvSpPr>
            <p:spPr>
              <a:xfrm rot="5400000">
                <a:off x="12379305" y="794279"/>
                <a:ext cx="1341921" cy="1558233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6" name="Rectangle 2"/>
          <p:cNvSpPr txBox="1">
            <a:spLocks noChangeArrowheads="1"/>
          </p:cNvSpPr>
          <p:nvPr/>
        </p:nvSpPr>
        <p:spPr>
          <a:xfrm>
            <a:off x="457200" y="777875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 Common Control Channel - CCH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>
          <a:xfrm>
            <a:off x="152400" y="1447800"/>
            <a:ext cx="84582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Paging channel (PCH)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is a base to mobile channel used to alert a mobile to a call originating from the network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dirty="0" smtClean="0">
              <a:latin typeface="+mj-lt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Random access channel (RACH) 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is a mobile to base channel used to request for dedicated resources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3554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22613" y="622300"/>
              <a:ext cx="12700" cy="1588"/>
            </p14:xfrm>
          </p:contentPart>
        </mc:Choice>
        <mc:Fallback>
          <p:pic>
            <p:nvPicPr>
              <p:cNvPr id="23554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16082" y="615154"/>
                <a:ext cx="25763" cy="1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3555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670175" y="534988"/>
              <a:ext cx="46038" cy="46037"/>
            </p14:xfrm>
          </p:contentPart>
        </mc:Choice>
        <mc:Fallback>
          <p:pic>
            <p:nvPicPr>
              <p:cNvPr id="23555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63701" y="528514"/>
                <a:ext cx="58986" cy="589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3556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719388" y="1382713"/>
              <a:ext cx="1058862" cy="171450"/>
            </p14:xfrm>
          </p:contentPart>
        </mc:Choice>
        <mc:Fallback>
          <p:pic>
            <p:nvPicPr>
              <p:cNvPr id="23556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12907" y="1376230"/>
                <a:ext cx="1071823" cy="1844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3557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067175" y="1317625"/>
              <a:ext cx="1841500" cy="312738"/>
            </p14:xfrm>
          </p:contentPart>
        </mc:Choice>
        <mc:Fallback>
          <p:pic>
            <p:nvPicPr>
              <p:cNvPr id="23557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060695" y="1311147"/>
                <a:ext cx="1854461" cy="3256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3558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908300" y="1881188"/>
              <a:ext cx="1360488" cy="22225"/>
            </p14:xfrm>
          </p:contentPart>
        </mc:Choice>
        <mc:Fallback>
          <p:pic>
            <p:nvPicPr>
              <p:cNvPr id="23558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01797" y="1874736"/>
                <a:ext cx="1373493" cy="351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3559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162175" y="1919288"/>
              <a:ext cx="4722813" cy="395287"/>
            </p14:xfrm>
          </p:contentPart>
        </mc:Choice>
        <mc:Fallback>
          <p:pic>
            <p:nvPicPr>
              <p:cNvPr id="23559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155695" y="1912808"/>
                <a:ext cx="4735773" cy="4082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3560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73088" y="2555875"/>
              <a:ext cx="1966912" cy="534988"/>
            </p14:xfrm>
          </p:contentPart>
        </mc:Choice>
        <mc:Fallback>
          <p:pic>
            <p:nvPicPr>
              <p:cNvPr id="23560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66608" y="2549395"/>
                <a:ext cx="1979871" cy="5479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3561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103688" y="2747963"/>
              <a:ext cx="1435100" cy="363537"/>
            </p14:xfrm>
          </p:contentPart>
        </mc:Choice>
        <mc:Fallback>
          <p:pic>
            <p:nvPicPr>
              <p:cNvPr id="23561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097207" y="2741484"/>
                <a:ext cx="1448061" cy="3764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3562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663950" y="3179763"/>
              <a:ext cx="1206500" cy="1044575"/>
            </p14:xfrm>
          </p:contentPart>
        </mc:Choice>
        <mc:Fallback>
          <p:pic>
            <p:nvPicPr>
              <p:cNvPr id="23562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657469" y="3173284"/>
                <a:ext cx="1219462" cy="10575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3563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170488" y="3582988"/>
              <a:ext cx="603250" cy="228600"/>
            </p14:xfrm>
          </p:contentPart>
        </mc:Choice>
        <mc:Fallback>
          <p:pic>
            <p:nvPicPr>
              <p:cNvPr id="23563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164009" y="3576508"/>
                <a:ext cx="616208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3564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8497550" y="23977600"/>
              <a:ext cx="0" cy="0"/>
            </p14:xfrm>
          </p:contentPart>
        </mc:Choice>
        <mc:Fallback>
          <p:pic>
            <p:nvPicPr>
              <p:cNvPr id="23564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8497550" y="23977600"/>
                <a:ext cx="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3565" name="Ink 1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667000" y="4173538"/>
              <a:ext cx="5407025" cy="736600"/>
            </p14:xfrm>
          </p:contentPart>
        </mc:Choice>
        <mc:Fallback>
          <p:pic>
            <p:nvPicPr>
              <p:cNvPr id="23565" name="Ink 1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660520" y="4167058"/>
                <a:ext cx="5419985" cy="7495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3566" name="Ink 1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152525" y="4872038"/>
              <a:ext cx="4524375" cy="649287"/>
            </p14:xfrm>
          </p:contentPart>
        </mc:Choice>
        <mc:Fallback>
          <p:pic>
            <p:nvPicPr>
              <p:cNvPr id="23566" name="Ink 1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46046" y="4865556"/>
                <a:ext cx="4537334" cy="6622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3567" name="Ink 1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366838" y="5680075"/>
              <a:ext cx="904875" cy="26988"/>
            </p14:xfrm>
          </p:contentPart>
        </mc:Choice>
        <mc:Fallback>
          <p:pic>
            <p:nvPicPr>
              <p:cNvPr id="23567" name="Ink 1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360359" y="5673598"/>
                <a:ext cx="917833" cy="399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3568" name="Ink 1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377950" y="5664200"/>
              <a:ext cx="1244600" cy="365125"/>
            </p14:xfrm>
          </p:contentPart>
        </mc:Choice>
        <mc:Fallback>
          <p:pic>
            <p:nvPicPr>
              <p:cNvPr id="23568" name="Ink 1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371470" y="5657718"/>
                <a:ext cx="1257561" cy="3780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3569" name="Ink 1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889250" y="5594350"/>
              <a:ext cx="447675" cy="263525"/>
            </p14:xfrm>
          </p:contentPart>
        </mc:Choice>
        <mc:Fallback>
          <p:pic>
            <p:nvPicPr>
              <p:cNvPr id="23569" name="Ink 1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882762" y="5587870"/>
                <a:ext cx="460651" cy="2764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3570" name="Ink 1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570288" y="5600700"/>
              <a:ext cx="284162" cy="227013"/>
            </p14:xfrm>
          </p:contentPart>
        </mc:Choice>
        <mc:Fallback>
          <p:pic>
            <p:nvPicPr>
              <p:cNvPr id="23570" name="Ink 1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563805" y="5594224"/>
                <a:ext cx="297128" cy="2399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3571" name="Ink 1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211638" y="5595938"/>
              <a:ext cx="558800" cy="261937"/>
            </p14:xfrm>
          </p:contentPart>
        </mc:Choice>
        <mc:Fallback>
          <p:pic>
            <p:nvPicPr>
              <p:cNvPr id="23571" name="Ink 1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205190" y="5589444"/>
                <a:ext cx="571695" cy="2749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3572" name="Ink 2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987925" y="5757863"/>
              <a:ext cx="400050" cy="188912"/>
            </p14:xfrm>
          </p:contentPart>
        </mc:Choice>
        <mc:Fallback>
          <p:pic>
            <p:nvPicPr>
              <p:cNvPr id="23572" name="Ink 2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981444" y="5751386"/>
                <a:ext cx="413013" cy="2018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3573" name="Ink 2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594350" y="5643563"/>
              <a:ext cx="803275" cy="387350"/>
            </p14:xfrm>
          </p:contentPart>
        </mc:Choice>
        <mc:Fallback>
          <p:pic>
            <p:nvPicPr>
              <p:cNvPr id="23573" name="Ink 2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587869" y="5637083"/>
                <a:ext cx="816237" cy="40031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1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>
          <a:xfrm>
            <a:off x="76200" y="65325"/>
            <a:ext cx="9067800" cy="6855826"/>
            <a:chOff x="0" y="65325"/>
            <a:chExt cx="9067800" cy="6432478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504496"/>
              <a:ext cx="9067798" cy="5993307"/>
              <a:chOff x="-323093" y="902435"/>
              <a:chExt cx="14523851" cy="7556333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3" y="1357660"/>
                <a:ext cx="14523851" cy="7101108"/>
                <a:chOff x="-323093" y="1357660"/>
                <a:chExt cx="14523851" cy="7101108"/>
              </a:xfrm>
            </p:grpSpPr>
            <p:sp>
              <p:nvSpPr>
                <p:cNvPr id="9" name="Half Frame 8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16200000">
                  <a:off x="-262063" y="6520234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5400000">
                  <a:off x="12703555" y="1296630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186294" y="6961565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" name="Half Frame 7"/>
              <p:cNvSpPr/>
              <p:nvPr/>
            </p:nvSpPr>
            <p:spPr>
              <a:xfrm rot="5400000">
                <a:off x="12379305" y="794279"/>
                <a:ext cx="1341921" cy="1558233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6" name="Rectangle 2"/>
          <p:cNvSpPr txBox="1">
            <a:spLocks noChangeArrowheads="1"/>
          </p:cNvSpPr>
          <p:nvPr/>
        </p:nvSpPr>
        <p:spPr>
          <a:xfrm>
            <a:off x="457200" y="777875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 Common Control Channel - CCH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>
          <a:xfrm>
            <a:off x="152400" y="1447800"/>
            <a:ext cx="84582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Access grant channel (AGCH) 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is a base to mobile which is used to assign dedicated resources (SDCCH or TCH)</a:t>
            </a:r>
          </a:p>
          <a:p>
            <a:pPr marL="914400" indent="-342900">
              <a:lnSpc>
                <a:spcPct val="150000"/>
              </a:lnSpc>
              <a:buFont typeface="+mj-lt"/>
              <a:buAutoNum type="alphaLcParenR"/>
            </a:pPr>
            <a:r>
              <a:rPr lang="en-US" dirty="0" smtClean="0"/>
              <a:t>It carries data which instructs the mobile to operate in a particular physical   Channel (Time slot). </a:t>
            </a:r>
          </a:p>
          <a:p>
            <a:pPr marL="914400" indent="-342900">
              <a:lnSpc>
                <a:spcPct val="150000"/>
              </a:lnSpc>
              <a:buFont typeface="+mj-lt"/>
              <a:buAutoNum type="alphaLcParenR"/>
            </a:pPr>
            <a:r>
              <a:rPr lang="en-US" dirty="0" smtClean="0"/>
              <a:t>The AGCH is used by the network to grant, or deny, an MS access to the network by supplying it with details of a dedicated channel, i.e. TCH or SDCCH, to be used for subsequent communications</a:t>
            </a:r>
            <a:endParaRPr kumimoji="0" lang="en-US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4578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39775" y="3857625"/>
              <a:ext cx="15875" cy="1588"/>
            </p14:xfrm>
          </p:contentPart>
        </mc:Choice>
        <mc:Fallback>
          <p:pic>
            <p:nvPicPr>
              <p:cNvPr id="24578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3563" y="3854449"/>
                <a:ext cx="28299" cy="79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4579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50888" y="4486275"/>
              <a:ext cx="3976687" cy="569913"/>
            </p14:xfrm>
          </p:contentPart>
        </mc:Choice>
        <mc:Fallback>
          <p:pic>
            <p:nvPicPr>
              <p:cNvPr id="24579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4408" y="4479803"/>
                <a:ext cx="3989647" cy="5828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4580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067300" y="4465638"/>
              <a:ext cx="1244600" cy="334962"/>
            </p14:xfrm>
          </p:contentPart>
        </mc:Choice>
        <mc:Fallback>
          <p:pic>
            <p:nvPicPr>
              <p:cNvPr id="24580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60853" y="4459183"/>
                <a:ext cx="1257494" cy="3478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4581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811963" y="4422775"/>
              <a:ext cx="1525587" cy="304800"/>
            </p14:xfrm>
          </p:contentPart>
        </mc:Choice>
        <mc:Fallback>
          <p:pic>
            <p:nvPicPr>
              <p:cNvPr id="24581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805479" y="4416282"/>
                <a:ext cx="1538555" cy="3177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4582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5723850" y="27582813"/>
              <a:ext cx="0" cy="0"/>
            </p14:xfrm>
          </p:contentPart>
        </mc:Choice>
        <mc:Fallback>
          <p:pic>
            <p:nvPicPr>
              <p:cNvPr id="24582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5723850" y="27582813"/>
                <a:ext cx="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4583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95350" y="5195888"/>
              <a:ext cx="314325" cy="268287"/>
            </p14:xfrm>
          </p:contentPart>
        </mc:Choice>
        <mc:Fallback>
          <p:pic>
            <p:nvPicPr>
              <p:cNvPr id="24583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88884" y="5189441"/>
                <a:ext cx="327257" cy="2811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4584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423988" y="5072063"/>
              <a:ext cx="1211262" cy="384175"/>
            </p14:xfrm>
          </p:contentPart>
        </mc:Choice>
        <mc:Fallback>
          <p:pic>
            <p:nvPicPr>
              <p:cNvPr id="24584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17511" y="5065582"/>
                <a:ext cx="1224217" cy="3971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4585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397250" y="5040313"/>
              <a:ext cx="390525" cy="269875"/>
            </p14:xfrm>
          </p:contentPart>
        </mc:Choice>
        <mc:Fallback>
          <p:pic>
            <p:nvPicPr>
              <p:cNvPr id="24585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390777" y="5033862"/>
                <a:ext cx="403471" cy="2827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4586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049713" y="5048250"/>
              <a:ext cx="1531937" cy="431800"/>
            </p14:xfrm>
          </p:contentPart>
        </mc:Choice>
        <mc:Fallback>
          <p:pic>
            <p:nvPicPr>
              <p:cNvPr id="24586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043229" y="5041784"/>
                <a:ext cx="1544904" cy="4447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4587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946775" y="5157788"/>
              <a:ext cx="558800" cy="401637"/>
            </p14:xfrm>
          </p:contentPart>
        </mc:Choice>
        <mc:Fallback>
          <p:pic>
            <p:nvPicPr>
              <p:cNvPr id="24587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940298" y="5151316"/>
                <a:ext cx="571754" cy="4145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4588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726238" y="4964113"/>
              <a:ext cx="2097087" cy="647700"/>
            </p14:xfrm>
          </p:contentPart>
        </mc:Choice>
        <mc:Fallback>
          <p:pic>
            <p:nvPicPr>
              <p:cNvPr id="24588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719764" y="4957545"/>
                <a:ext cx="2110034" cy="6608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4589" name="Ink 1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719763" y="2703513"/>
              <a:ext cx="2257425" cy="1506537"/>
            </p14:xfrm>
          </p:contentPart>
        </mc:Choice>
        <mc:Fallback>
          <p:pic>
            <p:nvPicPr>
              <p:cNvPr id="24589" name="Ink 1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713279" y="2697033"/>
                <a:ext cx="2270392" cy="15194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4590" name="Ink 1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228725" y="2781300"/>
              <a:ext cx="3197225" cy="373063"/>
            </p14:xfrm>
          </p:contentPart>
        </mc:Choice>
        <mc:Fallback>
          <p:pic>
            <p:nvPicPr>
              <p:cNvPr id="24590" name="Ink 1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222244" y="2774843"/>
                <a:ext cx="3210187" cy="385977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1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>
          <a:xfrm>
            <a:off x="76200" y="65325"/>
            <a:ext cx="9067800" cy="6855826"/>
            <a:chOff x="0" y="65325"/>
            <a:chExt cx="9067800" cy="6432478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504496"/>
              <a:ext cx="9067798" cy="5993307"/>
              <a:chOff x="-323093" y="902435"/>
              <a:chExt cx="14523851" cy="7556333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3" y="1357660"/>
                <a:ext cx="14523851" cy="7101108"/>
                <a:chOff x="-323093" y="1357660"/>
                <a:chExt cx="14523851" cy="7101108"/>
              </a:xfrm>
            </p:grpSpPr>
            <p:sp>
              <p:nvSpPr>
                <p:cNvPr id="9" name="Half Frame 8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16200000">
                  <a:off x="-262063" y="6520234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5400000">
                  <a:off x="12703555" y="1296630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186294" y="6961565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" name="Half Frame 7"/>
              <p:cNvSpPr/>
              <p:nvPr/>
            </p:nvSpPr>
            <p:spPr>
              <a:xfrm rot="5400000">
                <a:off x="12379305" y="794279"/>
                <a:ext cx="1341921" cy="1558233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3" name="Rectangle 12"/>
          <p:cNvSpPr/>
          <p:nvPr/>
        </p:nvSpPr>
        <p:spPr>
          <a:xfrm>
            <a:off x="152400" y="762000"/>
            <a:ext cx="64099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+mj-lt"/>
              </a:rPr>
              <a:t>3. Dedicated Control Channel - DCCH</a:t>
            </a:r>
            <a:endParaRPr lang="en-US" sz="32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1447800"/>
            <a:ext cx="8229600" cy="503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b="1" dirty="0" smtClean="0">
                <a:latin typeface="+mj-lt"/>
              </a:rPr>
              <a:t>  Stand-alone dedicated control channel (SDCCH</a:t>
            </a:r>
            <a:r>
              <a:rPr lang="en-US" dirty="0" smtClean="0">
                <a:latin typeface="+mj-lt"/>
              </a:rPr>
              <a:t>) is a bi-directional channel allocated to a specific mobile for exchange of location update information and call set up information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b="1" dirty="0" smtClean="0">
                <a:latin typeface="+mj-lt"/>
              </a:rPr>
              <a:t>  Slow associated control channel (SACCH) </a:t>
            </a:r>
            <a:r>
              <a:rPr lang="en-US" dirty="0" smtClean="0">
                <a:latin typeface="+mj-lt"/>
              </a:rPr>
              <a:t>is a bi-directional channel used for exchanging control information between base and a mobile during the progress of a call set up procedure. The SACCH is associated with a particular traffic channel or stand alone dedicated control channel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b="1" dirty="0" smtClean="0">
                <a:latin typeface="+mj-lt"/>
              </a:rPr>
              <a:t>  Fast associated control channel (FACCH)</a:t>
            </a:r>
            <a:r>
              <a:rPr lang="en-US" dirty="0" smtClean="0">
                <a:latin typeface="+mj-lt"/>
              </a:rPr>
              <a:t> is a bi-directional channel which is used for exchange of time critical information between mobile and base station during the progress of a call. The FACCH transmits control information by stealing capacity from the associated TCH</a:t>
            </a:r>
          </a:p>
          <a:p>
            <a:pPr>
              <a:lnSpc>
                <a:spcPct val="150000"/>
              </a:lnSpc>
            </a:pPr>
            <a:endParaRPr lang="en-US" dirty="0" smtClean="0">
              <a:latin typeface="+mj-l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5602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08013" y="1841500"/>
              <a:ext cx="7192962" cy="996950"/>
            </p14:xfrm>
          </p:contentPart>
        </mc:Choice>
        <mc:Fallback>
          <p:pic>
            <p:nvPicPr>
              <p:cNvPr id="25602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1532" y="1835019"/>
                <a:ext cx="7205924" cy="10099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5603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933950" y="2406650"/>
              <a:ext cx="260350" cy="176213"/>
            </p14:xfrm>
          </p:contentPart>
        </mc:Choice>
        <mc:Fallback>
          <p:pic>
            <p:nvPicPr>
              <p:cNvPr id="25603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27459" y="2400190"/>
                <a:ext cx="273331" cy="1891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5604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483225" y="2295525"/>
              <a:ext cx="766763" cy="373063"/>
            </p14:xfrm>
          </p:contentPart>
        </mc:Choice>
        <mc:Fallback>
          <p:pic>
            <p:nvPicPr>
              <p:cNvPr id="25604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76751" y="2289043"/>
                <a:ext cx="779710" cy="3860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5605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092825" y="3919538"/>
              <a:ext cx="1433513" cy="166687"/>
            </p14:xfrm>
          </p:contentPart>
        </mc:Choice>
        <mc:Fallback>
          <p:pic>
            <p:nvPicPr>
              <p:cNvPr id="25605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86348" y="3913058"/>
                <a:ext cx="1446466" cy="1796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5606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286250" y="3925888"/>
              <a:ext cx="2411413" cy="296862"/>
            </p14:xfrm>
          </p:contentPart>
        </mc:Choice>
        <mc:Fallback>
          <p:pic>
            <p:nvPicPr>
              <p:cNvPr id="25606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79767" y="3919411"/>
                <a:ext cx="2424380" cy="3098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5607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881813" y="3944938"/>
              <a:ext cx="635000" cy="230187"/>
            </p14:xfrm>
          </p:contentPart>
        </mc:Choice>
        <mc:Fallback>
          <p:pic>
            <p:nvPicPr>
              <p:cNvPr id="25607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875374" y="3938444"/>
                <a:ext cx="647879" cy="243176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  <p:bldP spid="1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>
          <a:xfrm>
            <a:off x="76200" y="65325"/>
            <a:ext cx="9067800" cy="6855826"/>
            <a:chOff x="0" y="65325"/>
            <a:chExt cx="9067800" cy="6432478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504496"/>
              <a:ext cx="9067798" cy="5993307"/>
              <a:chOff x="-323093" y="902435"/>
              <a:chExt cx="14523851" cy="7556333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3" y="1357660"/>
                <a:ext cx="14523851" cy="7101108"/>
                <a:chOff x="-323093" y="1357660"/>
                <a:chExt cx="14523851" cy="7101108"/>
              </a:xfrm>
            </p:grpSpPr>
            <p:sp>
              <p:nvSpPr>
                <p:cNvPr id="9" name="Half Frame 8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16200000">
                  <a:off x="-262063" y="6520234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5400000">
                  <a:off x="12703555" y="1296630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186294" y="6961565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" name="Half Frame 7"/>
              <p:cNvSpPr/>
              <p:nvPr/>
            </p:nvSpPr>
            <p:spPr>
              <a:xfrm rot="5400000">
                <a:off x="12379305" y="794279"/>
                <a:ext cx="1341921" cy="1558233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3" name="Rectangle 12"/>
          <p:cNvSpPr/>
          <p:nvPr/>
        </p:nvSpPr>
        <p:spPr>
          <a:xfrm>
            <a:off x="152400" y="762000"/>
            <a:ext cx="64099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+mj-lt"/>
              </a:rPr>
              <a:t>3. Dedicated Control Channel - DCCH</a:t>
            </a:r>
            <a:endParaRPr lang="en-US" sz="32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1447800"/>
            <a:ext cx="8229600" cy="503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b="1" dirty="0" smtClean="0">
                <a:latin typeface="+mj-lt"/>
              </a:rPr>
              <a:t>  Stand-alone dedicated control channel (SDCCH</a:t>
            </a:r>
            <a:r>
              <a:rPr lang="en-US" dirty="0" smtClean="0">
                <a:latin typeface="+mj-lt"/>
              </a:rPr>
              <a:t>) is a bi-directional channel allocated to a specific mobile for exchange of location update information and call set up information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b="1" dirty="0" smtClean="0">
                <a:latin typeface="+mj-lt"/>
              </a:rPr>
              <a:t>  Slow associated control channel (SACCH) </a:t>
            </a:r>
            <a:r>
              <a:rPr lang="en-US" dirty="0" smtClean="0">
                <a:latin typeface="+mj-lt"/>
              </a:rPr>
              <a:t>is a bi-directional channel used for exchanging control information between base and a mobile during the progress of a call set up procedure. The SACCH is associated with a particular traffic channel or stand alone dedicated control channel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b="1" dirty="0" smtClean="0">
                <a:latin typeface="+mj-lt"/>
              </a:rPr>
              <a:t>  Fast associated control channel (FACCH)</a:t>
            </a:r>
            <a:r>
              <a:rPr lang="en-US" dirty="0" smtClean="0">
                <a:latin typeface="+mj-lt"/>
              </a:rPr>
              <a:t> is a bi-directional channel which is used for exchange of time critical information between mobile and base station during the progress of a call. The FACCH transmits control information by stealing capacity from the associated TCH</a:t>
            </a:r>
          </a:p>
          <a:p>
            <a:pPr>
              <a:lnSpc>
                <a:spcPct val="150000"/>
              </a:lnSpc>
            </a:pPr>
            <a:endParaRPr lang="en-US" dirty="0" smtClean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  <p:bldP spid="1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2"/>
          <p:cNvSpPr>
            <a:spLocks noChangeShapeType="1"/>
          </p:cNvSpPr>
          <p:nvPr/>
        </p:nvSpPr>
        <p:spPr bwMode="auto">
          <a:xfrm>
            <a:off x="1905000" y="457200"/>
            <a:ext cx="0" cy="6248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>
            <a:off x="7315200" y="457200"/>
            <a:ext cx="0" cy="6400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1905000" y="457200"/>
            <a:ext cx="5395913" cy="485775"/>
          </a:xfrm>
          <a:prstGeom prst="leftArrow">
            <a:avLst>
              <a:gd name="adj1" fmla="val 50000"/>
              <a:gd name="adj2" fmla="val 27769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dirty="0"/>
              <a:t>Mobile looks for BCCH after switching on</a:t>
            </a: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1905000" y="914400"/>
            <a:ext cx="5410200" cy="533400"/>
          </a:xfrm>
          <a:prstGeom prst="rightArrow">
            <a:avLst>
              <a:gd name="adj1" fmla="val 50000"/>
              <a:gd name="adj2" fmla="val 25357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RACH send channel request </a:t>
            </a: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auto">
          <a:xfrm>
            <a:off x="1905000" y="1447800"/>
            <a:ext cx="5395913" cy="485775"/>
          </a:xfrm>
          <a:prstGeom prst="leftArrow">
            <a:avLst>
              <a:gd name="adj1" fmla="val 50000"/>
              <a:gd name="adj2" fmla="val 27769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AGCH receive SDCCH</a:t>
            </a:r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1905000" y="2438400"/>
            <a:ext cx="5395913" cy="485775"/>
          </a:xfrm>
          <a:prstGeom prst="leftArrow">
            <a:avLst>
              <a:gd name="adj1" fmla="val 50000"/>
              <a:gd name="adj2" fmla="val 27769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SDCCH do the authentication and TMSI allocation</a:t>
            </a:r>
          </a:p>
        </p:txBody>
      </p:sp>
      <p:sp>
        <p:nvSpPr>
          <p:cNvPr id="11" name="AutoShape 8"/>
          <p:cNvSpPr>
            <a:spLocks noChangeArrowheads="1"/>
          </p:cNvSpPr>
          <p:nvPr/>
        </p:nvSpPr>
        <p:spPr bwMode="auto">
          <a:xfrm>
            <a:off x="1905000" y="3505200"/>
            <a:ext cx="5395913" cy="485775"/>
          </a:xfrm>
          <a:prstGeom prst="leftArrow">
            <a:avLst>
              <a:gd name="adj1" fmla="val 50000"/>
              <a:gd name="adj2" fmla="val 27769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SDCCH require traffic channel assignment</a:t>
            </a:r>
          </a:p>
        </p:txBody>
      </p:sp>
      <p:sp>
        <p:nvSpPr>
          <p:cNvPr id="12" name="AutoShape 9"/>
          <p:cNvSpPr>
            <a:spLocks noChangeArrowheads="1"/>
          </p:cNvSpPr>
          <p:nvPr/>
        </p:nvSpPr>
        <p:spPr bwMode="auto">
          <a:xfrm>
            <a:off x="1905000" y="1905000"/>
            <a:ext cx="5410200" cy="533400"/>
          </a:xfrm>
          <a:prstGeom prst="rightArrow">
            <a:avLst>
              <a:gd name="adj1" fmla="val 50000"/>
              <a:gd name="adj2" fmla="val 25357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SDCCH send call establishment request</a:t>
            </a:r>
          </a:p>
        </p:txBody>
      </p:sp>
      <p:sp>
        <p:nvSpPr>
          <p:cNvPr id="13" name="AutoShape 10"/>
          <p:cNvSpPr>
            <a:spLocks noChangeArrowheads="1"/>
          </p:cNvSpPr>
          <p:nvPr/>
        </p:nvSpPr>
        <p:spPr bwMode="auto">
          <a:xfrm>
            <a:off x="1905000" y="2971800"/>
            <a:ext cx="5410200" cy="533400"/>
          </a:xfrm>
          <a:prstGeom prst="rightArrow">
            <a:avLst>
              <a:gd name="adj1" fmla="val 50000"/>
              <a:gd name="adj2" fmla="val 25357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SDCCH send the setup message and desired number</a:t>
            </a:r>
          </a:p>
        </p:txBody>
      </p:sp>
      <p:sp>
        <p:nvSpPr>
          <p:cNvPr id="14" name="AutoShape 11"/>
          <p:cNvSpPr>
            <a:spLocks noChangeArrowheads="1"/>
          </p:cNvSpPr>
          <p:nvPr/>
        </p:nvSpPr>
        <p:spPr bwMode="auto">
          <a:xfrm>
            <a:off x="1905000" y="3962400"/>
            <a:ext cx="5410200" cy="533400"/>
          </a:xfrm>
          <a:prstGeom prst="rightArrow">
            <a:avLst>
              <a:gd name="adj1" fmla="val 50000"/>
              <a:gd name="adj2" fmla="val 25357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FACCH switch to traffic channel and send ack (steal bits)</a:t>
            </a:r>
          </a:p>
        </p:txBody>
      </p:sp>
      <p:sp>
        <p:nvSpPr>
          <p:cNvPr id="15" name="AutoShape 12"/>
          <p:cNvSpPr>
            <a:spLocks noChangeArrowheads="1"/>
          </p:cNvSpPr>
          <p:nvPr/>
        </p:nvSpPr>
        <p:spPr bwMode="auto">
          <a:xfrm>
            <a:off x="1905000" y="4572000"/>
            <a:ext cx="5395913" cy="485775"/>
          </a:xfrm>
          <a:prstGeom prst="leftArrow">
            <a:avLst>
              <a:gd name="adj1" fmla="val 50000"/>
              <a:gd name="adj2" fmla="val 27769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FACCH receive alert signal ringing sound</a:t>
            </a:r>
          </a:p>
        </p:txBody>
      </p:sp>
      <p:sp>
        <p:nvSpPr>
          <p:cNvPr id="16" name="AutoShape 13"/>
          <p:cNvSpPr>
            <a:spLocks noChangeArrowheads="1"/>
          </p:cNvSpPr>
          <p:nvPr/>
        </p:nvSpPr>
        <p:spPr bwMode="auto">
          <a:xfrm>
            <a:off x="1905000" y="5638800"/>
            <a:ext cx="5410200" cy="533400"/>
          </a:xfrm>
          <a:prstGeom prst="rightArrow">
            <a:avLst>
              <a:gd name="adj1" fmla="val 50000"/>
              <a:gd name="adj2" fmla="val 25357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/>
              <a:t>FACCH acknowledge connect message and use TCH</a:t>
            </a:r>
          </a:p>
        </p:txBody>
      </p:sp>
      <p:sp>
        <p:nvSpPr>
          <p:cNvPr id="17" name="AutoShape 14"/>
          <p:cNvSpPr>
            <a:spLocks noChangeArrowheads="1"/>
          </p:cNvSpPr>
          <p:nvPr/>
        </p:nvSpPr>
        <p:spPr bwMode="auto">
          <a:xfrm>
            <a:off x="1905000" y="6172200"/>
            <a:ext cx="5395913" cy="485775"/>
          </a:xfrm>
          <a:prstGeom prst="leftArrow">
            <a:avLst>
              <a:gd name="adj1" fmla="val 50000"/>
              <a:gd name="adj2" fmla="val 27769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/>
              <a:t>TCH conversation continues</a:t>
            </a:r>
          </a:p>
        </p:txBody>
      </p:sp>
      <p:sp>
        <p:nvSpPr>
          <p:cNvPr id="18" name="AutoShape 15"/>
          <p:cNvSpPr>
            <a:spLocks noChangeArrowheads="1"/>
          </p:cNvSpPr>
          <p:nvPr/>
        </p:nvSpPr>
        <p:spPr bwMode="auto">
          <a:xfrm>
            <a:off x="1905000" y="5181600"/>
            <a:ext cx="5395913" cy="485775"/>
          </a:xfrm>
          <a:prstGeom prst="leftArrow">
            <a:avLst>
              <a:gd name="adj1" fmla="val 50000"/>
              <a:gd name="adj2" fmla="val 27769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FACCH receive connect message</a:t>
            </a:r>
          </a:p>
        </p:txBody>
      </p:sp>
      <p:pic>
        <p:nvPicPr>
          <p:cNvPr id="19" name="Picture 16" descr="http://hem.passagen.se/dreed/help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752600"/>
            <a:ext cx="1371600" cy="3554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7"/>
          <p:cNvGrpSpPr>
            <a:grpSpLocks noChangeAspect="1"/>
          </p:cNvGrpSpPr>
          <p:nvPr/>
        </p:nvGrpSpPr>
        <p:grpSpPr bwMode="auto">
          <a:xfrm>
            <a:off x="7543800" y="1143000"/>
            <a:ext cx="1128713" cy="3910013"/>
            <a:chOff x="2138" y="965"/>
            <a:chExt cx="1018" cy="1386"/>
          </a:xfrm>
        </p:grpSpPr>
        <p:pic>
          <p:nvPicPr>
            <p:cNvPr id="21" name="Picture 18" descr="C:\__brads stuff\wireless.wmf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138" y="965"/>
              <a:ext cx="1018" cy="12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2" name="Text Box 19"/>
            <p:cNvSpPr txBox="1">
              <a:spLocks noChangeAspect="1" noChangeArrowheads="1"/>
            </p:cNvSpPr>
            <p:nvPr/>
          </p:nvSpPr>
          <p:spPr bwMode="auto">
            <a:xfrm>
              <a:off x="2560" y="2221"/>
              <a:ext cx="166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endParaRPr lang="en-US" sz="1800" b="1">
                <a:latin typeface="Arial" charset="0"/>
              </a:endParaRPr>
            </a:p>
          </p:txBody>
        </p:sp>
      </p:grpSp>
      <p:grpSp>
        <p:nvGrpSpPr>
          <p:cNvPr id="24" name="Group 3"/>
          <p:cNvGrpSpPr/>
          <p:nvPr/>
        </p:nvGrpSpPr>
        <p:grpSpPr>
          <a:xfrm>
            <a:off x="76200" y="65325"/>
            <a:ext cx="9067800" cy="6855826"/>
            <a:chOff x="0" y="65325"/>
            <a:chExt cx="9067800" cy="6432478"/>
          </a:xfrm>
        </p:grpSpPr>
        <p:sp>
          <p:nvSpPr>
            <p:cNvPr id="2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26" name="Group 4"/>
            <p:cNvGrpSpPr/>
            <p:nvPr/>
          </p:nvGrpSpPr>
          <p:grpSpPr>
            <a:xfrm>
              <a:off x="0" y="504496"/>
              <a:ext cx="9067798" cy="5993307"/>
              <a:chOff x="-323093" y="902435"/>
              <a:chExt cx="14523851" cy="7556333"/>
            </a:xfrm>
          </p:grpSpPr>
          <p:grpSp>
            <p:nvGrpSpPr>
              <p:cNvPr id="27" name="Group 44"/>
              <p:cNvGrpSpPr/>
              <p:nvPr/>
            </p:nvGrpSpPr>
            <p:grpSpPr>
              <a:xfrm>
                <a:off x="-323093" y="1357660"/>
                <a:ext cx="14523851" cy="7101108"/>
                <a:chOff x="-323093" y="1357660"/>
                <a:chExt cx="14523851" cy="7101108"/>
              </a:xfrm>
            </p:grpSpPr>
            <p:sp>
              <p:nvSpPr>
                <p:cNvPr id="29" name="Half Frame 28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Half Frame 29"/>
                <p:cNvSpPr/>
                <p:nvPr/>
              </p:nvSpPr>
              <p:spPr>
                <a:xfrm rot="16200000">
                  <a:off x="-262063" y="6520234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Half Frame 30"/>
                <p:cNvSpPr/>
                <p:nvPr/>
              </p:nvSpPr>
              <p:spPr>
                <a:xfrm rot="5400000">
                  <a:off x="12703555" y="1296630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Half Frame 31"/>
                <p:cNvSpPr/>
                <p:nvPr/>
              </p:nvSpPr>
              <p:spPr>
                <a:xfrm rot="16200000">
                  <a:off x="186294" y="6961565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8" name="Half Frame 27"/>
              <p:cNvSpPr/>
              <p:nvPr/>
            </p:nvSpPr>
            <p:spPr>
              <a:xfrm rot="5400000">
                <a:off x="12379305" y="794279"/>
                <a:ext cx="1341921" cy="1558233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33" name="TextBox 32"/>
          <p:cNvSpPr txBox="1"/>
          <p:nvPr/>
        </p:nvSpPr>
        <p:spPr>
          <a:xfrm>
            <a:off x="1981200" y="76200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Mobile Terminated Call scenario </a:t>
            </a:r>
            <a:endParaRPr lang="en-US" sz="24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6626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064000" y="3122613"/>
              <a:ext cx="14288" cy="12700"/>
            </p14:xfrm>
          </p:contentPart>
        </mc:Choice>
        <mc:Fallback>
          <p:pic>
            <p:nvPicPr>
              <p:cNvPr id="26626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57406" y="3115686"/>
                <a:ext cx="27477" cy="265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6627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658938" y="576263"/>
              <a:ext cx="701675" cy="5095875"/>
            </p14:xfrm>
          </p:contentPart>
        </mc:Choice>
        <mc:Fallback>
          <p:pic>
            <p:nvPicPr>
              <p:cNvPr id="26627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52464" y="569779"/>
                <a:ext cx="714622" cy="51088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6628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311400" y="5653088"/>
              <a:ext cx="1588" cy="1587"/>
            </p14:xfrm>
          </p:contentPart>
        </mc:Choice>
        <mc:Fallback>
          <p:pic>
            <p:nvPicPr>
              <p:cNvPr id="26628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82816" y="5647375"/>
                <a:ext cx="58756" cy="13013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8" grpId="0" animBg="1" autoUpdateAnimBg="0"/>
      <p:bldP spid="9" grpId="0" animBg="1" autoUpdateAnimBg="0"/>
      <p:bldP spid="10" grpId="0" animBg="1" autoUpdateAnimBg="0"/>
      <p:bldP spid="11" grpId="0" animBg="1" autoUpdateAnimBg="0"/>
      <p:bldP spid="12" grpId="0" animBg="1" autoUpdateAnimBg="0"/>
      <p:bldP spid="13" grpId="0" animBg="1" autoUpdateAnimBg="0"/>
      <p:bldP spid="14" grpId="0" animBg="1" autoUpdateAnimBg="0"/>
      <p:bldP spid="15" grpId="0" animBg="1" autoUpdateAnimBg="0"/>
      <p:bldP spid="16" grpId="0" animBg="1" autoUpdateAnimBg="0"/>
      <p:bldP spid="17" grpId="0" animBg="1" autoUpdateAnimBg="0"/>
      <p:bldP spid="18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1905000" y="457200"/>
            <a:ext cx="0" cy="6248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" name="Line 3"/>
          <p:cNvSpPr>
            <a:spLocks noChangeShapeType="1"/>
          </p:cNvSpPr>
          <p:nvPr/>
        </p:nvSpPr>
        <p:spPr bwMode="auto">
          <a:xfrm flipH="1">
            <a:off x="7315200" y="0"/>
            <a:ext cx="0" cy="6858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1905000" y="457200"/>
            <a:ext cx="5395913" cy="485775"/>
          </a:xfrm>
          <a:prstGeom prst="leftArrow">
            <a:avLst>
              <a:gd name="adj1" fmla="val 50000"/>
              <a:gd name="adj2" fmla="val 27769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dirty="0"/>
              <a:t>Mobile looks for BCCH after switching on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1905000" y="1876425"/>
            <a:ext cx="5395913" cy="485775"/>
          </a:xfrm>
          <a:prstGeom prst="leftArrow">
            <a:avLst>
              <a:gd name="adj1" fmla="val 50000"/>
              <a:gd name="adj2" fmla="val 27769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Receive signaling channel SDCCH on AGCH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1905000" y="5334000"/>
            <a:ext cx="5395913" cy="485775"/>
          </a:xfrm>
          <a:prstGeom prst="leftArrow">
            <a:avLst>
              <a:gd name="adj1" fmla="val 50000"/>
              <a:gd name="adj2" fmla="val 27769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dirty="0"/>
              <a:t>Receive alert signal and generate ringing on FACCH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1905000" y="2819400"/>
            <a:ext cx="5395913" cy="485775"/>
          </a:xfrm>
          <a:prstGeom prst="leftArrow">
            <a:avLst>
              <a:gd name="adj1" fmla="val 50000"/>
              <a:gd name="adj2" fmla="val 27769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Receive authentication request on SDCCH</a:t>
            </a:r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>
            <a:off x="1905000" y="1447800"/>
            <a:ext cx="5410200" cy="533400"/>
          </a:xfrm>
          <a:prstGeom prst="rightArrow">
            <a:avLst>
              <a:gd name="adj1" fmla="val 50000"/>
              <a:gd name="adj2" fmla="val 25357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dirty="0"/>
              <a:t>Generate Channel Request on RACH</a:t>
            </a:r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1905000" y="2362200"/>
            <a:ext cx="5410200" cy="533400"/>
          </a:xfrm>
          <a:prstGeom prst="rightArrow">
            <a:avLst>
              <a:gd name="adj1" fmla="val 50000"/>
              <a:gd name="adj2" fmla="val 25357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Answer paging message on SDCCH</a:t>
            </a:r>
          </a:p>
        </p:txBody>
      </p:sp>
      <p:sp>
        <p:nvSpPr>
          <p:cNvPr id="10" name="AutoShape 10"/>
          <p:cNvSpPr>
            <a:spLocks noChangeArrowheads="1"/>
          </p:cNvSpPr>
          <p:nvPr/>
        </p:nvSpPr>
        <p:spPr bwMode="auto">
          <a:xfrm>
            <a:off x="1905000" y="3276600"/>
            <a:ext cx="5410200" cy="533400"/>
          </a:xfrm>
          <a:prstGeom prst="rightArrow">
            <a:avLst>
              <a:gd name="adj1" fmla="val 50000"/>
              <a:gd name="adj2" fmla="val 25357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Authenticate on SDCCH</a:t>
            </a:r>
          </a:p>
        </p:txBody>
      </p:sp>
      <p:sp>
        <p:nvSpPr>
          <p:cNvPr id="11" name="AutoShape 11"/>
          <p:cNvSpPr>
            <a:spLocks noChangeArrowheads="1"/>
          </p:cNvSpPr>
          <p:nvPr/>
        </p:nvSpPr>
        <p:spPr bwMode="auto">
          <a:xfrm>
            <a:off x="1905000" y="3810000"/>
            <a:ext cx="5395913" cy="485775"/>
          </a:xfrm>
          <a:prstGeom prst="leftArrow">
            <a:avLst>
              <a:gd name="adj1" fmla="val 50000"/>
              <a:gd name="adj2" fmla="val 27769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Receive setup message on SDCCH</a:t>
            </a:r>
          </a:p>
        </p:txBody>
      </p:sp>
      <p:sp>
        <p:nvSpPr>
          <p:cNvPr id="12" name="AutoShape 12"/>
          <p:cNvSpPr>
            <a:spLocks noChangeArrowheads="1"/>
          </p:cNvSpPr>
          <p:nvPr/>
        </p:nvSpPr>
        <p:spPr bwMode="auto">
          <a:xfrm>
            <a:off x="1905000" y="6324600"/>
            <a:ext cx="5410200" cy="533400"/>
          </a:xfrm>
          <a:prstGeom prst="rightArrow">
            <a:avLst>
              <a:gd name="adj1" fmla="val 50000"/>
              <a:gd name="adj2" fmla="val 25357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/>
              <a:t>FACCH acknowledge connect message and switch to TCH</a:t>
            </a:r>
          </a:p>
        </p:txBody>
      </p:sp>
      <p:sp>
        <p:nvSpPr>
          <p:cNvPr id="13" name="AutoShape 13"/>
          <p:cNvSpPr>
            <a:spLocks noChangeArrowheads="1"/>
          </p:cNvSpPr>
          <p:nvPr/>
        </p:nvSpPr>
        <p:spPr bwMode="auto">
          <a:xfrm>
            <a:off x="1905000" y="5943600"/>
            <a:ext cx="5395913" cy="485775"/>
          </a:xfrm>
          <a:prstGeom prst="leftArrow">
            <a:avLst>
              <a:gd name="adj1" fmla="val 50000"/>
              <a:gd name="adj2" fmla="val 27769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/>
              <a:t>Receive connect message on FACCH</a:t>
            </a:r>
          </a:p>
        </p:txBody>
      </p:sp>
      <p:sp>
        <p:nvSpPr>
          <p:cNvPr id="14" name="AutoShape 14"/>
          <p:cNvSpPr>
            <a:spLocks noChangeArrowheads="1"/>
          </p:cNvSpPr>
          <p:nvPr/>
        </p:nvSpPr>
        <p:spPr bwMode="auto">
          <a:xfrm>
            <a:off x="1905000" y="4419600"/>
            <a:ext cx="5395913" cy="485775"/>
          </a:xfrm>
          <a:prstGeom prst="leftArrow">
            <a:avLst>
              <a:gd name="adj1" fmla="val 50000"/>
              <a:gd name="adj2" fmla="val 27769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Receive traffic channel assignment on SDCCH</a:t>
            </a:r>
          </a:p>
        </p:txBody>
      </p:sp>
      <p:pic>
        <p:nvPicPr>
          <p:cNvPr id="15" name="Picture 15" descr="http://hem.passagen.se/dreed/help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447800"/>
            <a:ext cx="1371600" cy="3554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6" name="Group 16"/>
          <p:cNvGrpSpPr>
            <a:grpSpLocks noChangeAspect="1"/>
          </p:cNvGrpSpPr>
          <p:nvPr/>
        </p:nvGrpSpPr>
        <p:grpSpPr bwMode="auto">
          <a:xfrm>
            <a:off x="7543800" y="1143000"/>
            <a:ext cx="1128713" cy="3910013"/>
            <a:chOff x="2138" y="965"/>
            <a:chExt cx="1018" cy="1386"/>
          </a:xfrm>
        </p:grpSpPr>
        <p:pic>
          <p:nvPicPr>
            <p:cNvPr id="17" name="Picture 17" descr="C:\__brads stuff\wireless.wmf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138" y="965"/>
              <a:ext cx="1018" cy="12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" name="Text Box 18"/>
            <p:cNvSpPr txBox="1">
              <a:spLocks noChangeAspect="1" noChangeArrowheads="1"/>
            </p:cNvSpPr>
            <p:nvPr/>
          </p:nvSpPr>
          <p:spPr bwMode="auto">
            <a:xfrm>
              <a:off x="2560" y="2221"/>
              <a:ext cx="166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endParaRPr lang="en-US" sz="1800" b="1">
                <a:latin typeface="Arial" charset="0"/>
              </a:endParaRPr>
            </a:p>
          </p:txBody>
        </p:sp>
      </p:grpSp>
      <p:sp>
        <p:nvSpPr>
          <p:cNvPr id="19" name="AutoShape 19"/>
          <p:cNvSpPr>
            <a:spLocks noChangeArrowheads="1"/>
          </p:cNvSpPr>
          <p:nvPr/>
        </p:nvSpPr>
        <p:spPr bwMode="auto">
          <a:xfrm>
            <a:off x="1905000" y="990600"/>
            <a:ext cx="5395913" cy="485775"/>
          </a:xfrm>
          <a:prstGeom prst="leftArrow">
            <a:avLst>
              <a:gd name="adj1" fmla="val 50000"/>
              <a:gd name="adj2" fmla="val 27769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dirty="0"/>
              <a:t>Mobile receives paging message on PCH</a:t>
            </a:r>
          </a:p>
        </p:txBody>
      </p:sp>
      <p:sp>
        <p:nvSpPr>
          <p:cNvPr id="20" name="AutoShape 20"/>
          <p:cNvSpPr>
            <a:spLocks noChangeArrowheads="1"/>
          </p:cNvSpPr>
          <p:nvPr/>
        </p:nvSpPr>
        <p:spPr bwMode="auto">
          <a:xfrm>
            <a:off x="1905000" y="4876800"/>
            <a:ext cx="5410200" cy="533400"/>
          </a:xfrm>
          <a:prstGeom prst="rightArrow">
            <a:avLst>
              <a:gd name="adj1" fmla="val 50000"/>
              <a:gd name="adj2" fmla="val 25357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FACCH switch to traffic channel and send ack (steal bits)</a:t>
            </a:r>
          </a:p>
        </p:txBody>
      </p:sp>
      <p:grpSp>
        <p:nvGrpSpPr>
          <p:cNvPr id="22" name="Group 3"/>
          <p:cNvGrpSpPr/>
          <p:nvPr/>
        </p:nvGrpSpPr>
        <p:grpSpPr>
          <a:xfrm>
            <a:off x="76200" y="65325"/>
            <a:ext cx="9067800" cy="6855826"/>
            <a:chOff x="0" y="65325"/>
            <a:chExt cx="9067800" cy="6432478"/>
          </a:xfrm>
        </p:grpSpPr>
        <p:sp>
          <p:nvSpPr>
            <p:cNvPr id="23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24" name="Group 4"/>
            <p:cNvGrpSpPr/>
            <p:nvPr/>
          </p:nvGrpSpPr>
          <p:grpSpPr>
            <a:xfrm>
              <a:off x="0" y="504496"/>
              <a:ext cx="9067798" cy="5993307"/>
              <a:chOff x="-323093" y="902435"/>
              <a:chExt cx="14523851" cy="7556333"/>
            </a:xfrm>
          </p:grpSpPr>
          <p:grpSp>
            <p:nvGrpSpPr>
              <p:cNvPr id="25" name="Group 44"/>
              <p:cNvGrpSpPr/>
              <p:nvPr/>
            </p:nvGrpSpPr>
            <p:grpSpPr>
              <a:xfrm>
                <a:off x="-323093" y="1357660"/>
                <a:ext cx="14523851" cy="7101108"/>
                <a:chOff x="-323093" y="1357660"/>
                <a:chExt cx="14523851" cy="7101108"/>
              </a:xfrm>
            </p:grpSpPr>
            <p:sp>
              <p:nvSpPr>
                <p:cNvPr id="27" name="Half Frame 26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8" name="Half Frame 27"/>
                <p:cNvSpPr/>
                <p:nvPr/>
              </p:nvSpPr>
              <p:spPr>
                <a:xfrm rot="16200000">
                  <a:off x="-262063" y="6520234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9" name="Half Frame 28"/>
                <p:cNvSpPr/>
                <p:nvPr/>
              </p:nvSpPr>
              <p:spPr>
                <a:xfrm rot="5400000">
                  <a:off x="12703555" y="1296630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Half Frame 29"/>
                <p:cNvSpPr/>
                <p:nvPr/>
              </p:nvSpPr>
              <p:spPr>
                <a:xfrm rot="16200000">
                  <a:off x="186294" y="6961565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6" name="Half Frame 25"/>
              <p:cNvSpPr/>
              <p:nvPr/>
            </p:nvSpPr>
            <p:spPr>
              <a:xfrm rot="5400000">
                <a:off x="12379305" y="794279"/>
                <a:ext cx="1341921" cy="1558233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31" name="TextBox 30"/>
          <p:cNvSpPr txBox="1"/>
          <p:nvPr/>
        </p:nvSpPr>
        <p:spPr>
          <a:xfrm>
            <a:off x="1981200" y="76200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Mobile Originated Call scenario </a:t>
            </a:r>
            <a:endParaRPr lang="en-US" sz="24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7650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629400" y="858838"/>
              <a:ext cx="0" cy="0"/>
            </p14:xfrm>
          </p:contentPart>
        </mc:Choice>
        <mc:Fallback>
          <p:pic>
            <p:nvPicPr>
              <p:cNvPr id="2765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29400" y="858838"/>
                <a:ext cx="0" cy="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  <p:bldP spid="5" grpId="0" animBg="1" autoUpdateAnimBg="0"/>
      <p:bldP spid="6" grpId="0" animBg="1" autoUpdateAnimBg="0"/>
      <p:bldP spid="7" grpId="0" animBg="1" autoUpdateAnimBg="0"/>
      <p:bldP spid="8" grpId="0" animBg="1" autoUpdateAnimBg="0"/>
      <p:bldP spid="9" grpId="0" animBg="1" autoUpdateAnimBg="0"/>
      <p:bldP spid="10" grpId="0" animBg="1" autoUpdateAnimBg="0"/>
      <p:bldP spid="11" grpId="0" animBg="1" autoUpdateAnimBg="0"/>
      <p:bldP spid="12" grpId="0" animBg="1" autoUpdateAnimBg="0"/>
      <p:bldP spid="13" grpId="0" animBg="1" autoUpdateAnimBg="0"/>
      <p:bldP spid="14" grpId="0" animBg="1" autoUpdateAnimBg="0"/>
      <p:bldP spid="19" grpId="0" animBg="1" autoUpdateAnimBg="0"/>
      <p:bldP spid="20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>
          <a:xfrm>
            <a:off x="76200" y="65325"/>
            <a:ext cx="9067800" cy="6855826"/>
            <a:chOff x="0" y="65325"/>
            <a:chExt cx="9067800" cy="6432478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504496"/>
              <a:ext cx="9067798" cy="5993307"/>
              <a:chOff x="-323093" y="902435"/>
              <a:chExt cx="14523851" cy="7556333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3" y="1357660"/>
                <a:ext cx="14523851" cy="7101108"/>
                <a:chOff x="-323093" y="1357660"/>
                <a:chExt cx="14523851" cy="7101108"/>
              </a:xfrm>
            </p:grpSpPr>
            <p:sp>
              <p:nvSpPr>
                <p:cNvPr id="9" name="Half Frame 8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16200000">
                  <a:off x="-262063" y="6520234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5400000">
                  <a:off x="12703555" y="1296630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186294" y="6961565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" name="Half Frame 7"/>
              <p:cNvSpPr/>
              <p:nvPr/>
            </p:nvSpPr>
            <p:spPr>
              <a:xfrm rot="5400000">
                <a:off x="12379305" y="794279"/>
                <a:ext cx="1341921" cy="1558233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6" name="image96.png"/>
          <p:cNvPicPr/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5892" y="1482242"/>
            <a:ext cx="6991913" cy="39285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8&quot; unique_id=&quot;13079&quot;&gt;&lt;/object&gt;&lt;object type=&quot;2&quot; unique_id=&quot;13080&quot;&gt;&lt;object type=&quot;3&quot; unique_id=&quot;13081&quot;&gt;&lt;property id=&quot;20148&quot; value=&quot;5&quot;/&gt;&lt;property id=&quot;20300&quot; value=&quot;Slide 1 - &amp;quot;Wireless and Mobile Communication (UEC 804) &amp;quot;&quot;/&gt;&lt;property id=&quot;20307&quot; value=&quot;257&quot;/&gt;&lt;/object&gt;&lt;object type=&quot;3&quot; unique_id=&quot;13082&quot;&gt;&lt;property id=&quot;20148&quot; value=&quot;5&quot;/&gt;&lt;property id=&quot;20300&quot; value=&quot;Slide 2&quot;/&gt;&lt;property id=&quot;20307&quot; value=&quot;258&quot;/&gt;&lt;/object&gt;&lt;object type=&quot;3&quot; unique_id=&quot;13083&quot;&gt;&lt;property id=&quot;20148&quot; value=&quot;5&quot;/&gt;&lt;property id=&quot;20300&quot; value=&quot;Slide 3 - &amp;quot;Topics covered in previous modules&amp;quot;&quot;/&gt;&lt;property id=&quot;20307&quot; value=&quot;259&quot;/&gt;&lt;/object&gt;&lt;object type=&quot;3&quot; unique_id=&quot;13084&quot;&gt;&lt;property id=&quot;20148&quot; value=&quot;5&quot;/&gt;&lt;property id=&quot;20300&quot; value=&quot;Slide 4&quot;/&gt;&lt;property id=&quot;20307&quot; value=&quot;260&quot;/&gt;&lt;/object&gt;&lt;object type=&quot;3&quot; unique_id=&quot;13085&quot;&gt;&lt;property id=&quot;20148&quot; value=&quot;5&quot;/&gt;&lt;property id=&quot;20300&quot; value=&quot;Slide 5&quot;/&gt;&lt;property id=&quot;20307&quot; value=&quot;261&quot;/&gt;&lt;/object&gt;&lt;object type=&quot;3&quot; unique_id=&quot;13086&quot;&gt;&lt;property id=&quot;20148&quot; value=&quot;5&quot;/&gt;&lt;property id=&quot;20300&quot; value=&quot;Slide 6&quot;/&gt;&lt;property id=&quot;20307&quot; value=&quot;263&quot;/&gt;&lt;/object&gt;&lt;object type=&quot;3&quot; unique_id=&quot;13087&quot;&gt;&lt;property id=&quot;20148&quot; value=&quot;5&quot;/&gt;&lt;property id=&quot;20300&quot; value=&quot;Slide 7&quot;/&gt;&lt;property id=&quot;20307&quot; value=&quot;264&quot;/&gt;&lt;/object&gt;&lt;object type=&quot;3&quot; unique_id=&quot;13088&quot;&gt;&lt;property id=&quot;20148&quot; value=&quot;5&quot;/&gt;&lt;property id=&quot;20300&quot; value=&quot;Slide 9&quot;/&gt;&lt;property id=&quot;20307&quot; value=&quot;265&quot;/&gt;&lt;/object&gt;&lt;object type=&quot;3&quot; unique_id=&quot;13089&quot;&gt;&lt;property id=&quot;20148&quot; value=&quot;5&quot;/&gt;&lt;property id=&quot;20300&quot; value=&quot;Slide 10&quot;/&gt;&lt;property id=&quot;20307&quot; value=&quot;266&quot;/&gt;&lt;/object&gt;&lt;object type=&quot;3&quot; unique_id=&quot;13090&quot;&gt;&lt;property id=&quot;20148&quot; value=&quot;5&quot;/&gt;&lt;property id=&quot;20300&quot; value=&quot;Slide 11&quot;/&gt;&lt;property id=&quot;20307&quot; value=&quot;267&quot;/&gt;&lt;/object&gt;&lt;object type=&quot;3&quot; unique_id=&quot;13091&quot;&gt;&lt;property id=&quot;20148&quot; value=&quot;5&quot;/&gt;&lt;property id=&quot;20300&quot; value=&quot;Slide 14&quot;/&gt;&lt;property id=&quot;20307&quot; value=&quot;268&quot;/&gt;&lt;/object&gt;&lt;object type=&quot;3&quot; unique_id=&quot;13092&quot;&gt;&lt;property id=&quot;20148&quot; value=&quot;5&quot;/&gt;&lt;property id=&quot;20300&quot; value=&quot;Slide 18&quot;/&gt;&lt;property id=&quot;20307&quot; value=&quot;262&quot;/&gt;&lt;/object&gt;&lt;object type=&quot;3&quot; unique_id=&quot;13337&quot;&gt;&lt;property id=&quot;20148&quot; value=&quot;5&quot;/&gt;&lt;property id=&quot;20300&quot; value=&quot;Slide 16&quot;/&gt;&lt;property id=&quot;20307&quot; value=&quot;269&quot;/&gt;&lt;/object&gt;&lt;object type=&quot;3&quot; unique_id=&quot;13338&quot;&gt;&lt;property id=&quot;20148&quot; value=&quot;5&quot;/&gt;&lt;property id=&quot;20300&quot; value=&quot;Slide 17&quot;/&gt;&lt;property id=&quot;20307&quot; value=&quot;270&quot;/&gt;&lt;/object&gt;&lt;object type=&quot;3&quot; unique_id=&quot;13435&quot;&gt;&lt;property id=&quot;20148&quot; value=&quot;5&quot;/&gt;&lt;property id=&quot;20300&quot; value=&quot;Slide 8&quot;/&gt;&lt;property id=&quot;20307&quot; value=&quot;271&quot;/&gt;&lt;/object&gt;&lt;object type=&quot;3&quot; unique_id=&quot;13436&quot;&gt;&lt;property id=&quot;20148&quot; value=&quot;5&quot;/&gt;&lt;property id=&quot;20300&quot; value=&quot;Slide 12&quot;/&gt;&lt;property id=&quot;20307&quot; value=&quot;272&quot;/&gt;&lt;/object&gt;&lt;object type=&quot;3&quot; unique_id=&quot;13437&quot;&gt;&lt;property id=&quot;20148&quot; value=&quot;5&quot;/&gt;&lt;property id=&quot;20300&quot; value=&quot;Slide 13&quot;/&gt;&lt;property id=&quot;20307&quot; value=&quot;273&quot;/&gt;&lt;/object&gt;&lt;object type=&quot;3&quot; unique_id=&quot;13438&quot;&gt;&lt;property id=&quot;20148&quot; value=&quot;5&quot;/&gt;&lt;property id=&quot;20300&quot; value=&quot;Slide 15&quot;/&gt;&lt;property id=&quot;20307&quot; value=&quot;274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</TotalTime>
  <Words>904</Words>
  <Application>Microsoft Office PowerPoint</Application>
  <PresentationFormat>On-screen Show (4:3)</PresentationFormat>
  <Paragraphs>120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Times New Roman</vt:lpstr>
      <vt:lpstr>Office Theme</vt:lpstr>
      <vt:lpstr>5G WIRELESS COMMUNICATION  (UEC 719) </vt:lpstr>
      <vt:lpstr>Topics covered in previous modules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Wireless and Mobile Communication (UEC 804) </dc:title>
  <dc:creator>Surbhi Sharma</dc:creator>
  <cp:lastModifiedBy>ti</cp:lastModifiedBy>
  <cp:revision>11</cp:revision>
  <dcterms:created xsi:type="dcterms:W3CDTF">2020-05-28T15:55:42Z</dcterms:created>
  <dcterms:modified xsi:type="dcterms:W3CDTF">2025-09-10T04:09:52Z</dcterms:modified>
</cp:coreProperties>
</file>