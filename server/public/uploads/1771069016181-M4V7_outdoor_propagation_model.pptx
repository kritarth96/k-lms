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1" r:id="rId4"/>
    <p:sldId id="257" r:id="rId5"/>
    <p:sldId id="262" r:id="rId6"/>
    <p:sldId id="263" r:id="rId7"/>
    <p:sldId id="258" r:id="rId8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C72FF-BB60-4417-80B7-96F943768A38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B07A8-2E7B-456B-A9A8-4E8981381B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36FFE-2F3A-436B-954A-C474EA63794B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B1B66-A9AA-4CA4-A408-33FC134B1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dirty="0" smtClean="0">
                <a:solidFill>
                  <a:srgbClr val="C00000"/>
                </a:solidFill>
              </a:rPr>
              <a:t>MODULE -IV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57200" y="990600"/>
            <a:ext cx="73052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covered  till now in this module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38200" y="18288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5750">
              <a:buFont typeface="Arial" pitchFamily="34" charset="0"/>
              <a:buChar char="•"/>
            </a:pPr>
            <a:r>
              <a:rPr lang="en-US" sz="2000" dirty="0" smtClean="0"/>
              <a:t>Propagation Basics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838200" y="38100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38200" y="2209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Antenna Basics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38200" y="2971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Two Ray Model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38200" y="26024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Reflection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38200" y="3276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Diffraction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914400" y="46482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Outdoor propagation model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51608" y="3581400"/>
            <a:ext cx="1358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Scattering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Outdoor propagation Models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838200"/>
            <a:ext cx="8077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Outdoor radio transmission takes place over an irregular terrain.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The terrain profile must be taken into consideration for estimating the path loss e.g. trees buildings and hills must be taken into consideration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 smtClean="0"/>
              <a:t>Some common models used are </a:t>
            </a:r>
          </a:p>
          <a:p>
            <a:pPr marL="800100" lvl="1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Longley Rice Model </a:t>
            </a:r>
          </a:p>
          <a:p>
            <a:pPr marL="800100" lvl="1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Okumura Model </a:t>
            </a:r>
          </a:p>
          <a:p>
            <a:pPr marL="800100" lvl="1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 smtClean="0"/>
              <a:t>Hata</a:t>
            </a:r>
            <a:r>
              <a:rPr lang="en-US" sz="2400" dirty="0" smtClean="0"/>
              <a:t> </a:t>
            </a:r>
            <a:r>
              <a:rPr lang="en-US" sz="2400" dirty="0" smtClean="0"/>
              <a:t>model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Longley Rice Model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0" y="685800"/>
            <a:ext cx="8229600" cy="6129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Longley Rice Model is applicable to point to point communication. </a:t>
            </a:r>
          </a:p>
          <a:p>
            <a:pPr marL="228600" indent="-2286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smtClean="0"/>
              <a:t>It covers 40MHz to 300 GHz </a:t>
            </a:r>
          </a:p>
          <a:p>
            <a:pPr marL="228600" indent="-2286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It can be used in wide range of terrain </a:t>
            </a:r>
          </a:p>
          <a:p>
            <a:pPr marL="228600" indent="-2286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Path geometry of terrain and the refractivity of troposphere is used for transmission path loss calculations </a:t>
            </a:r>
          </a:p>
          <a:p>
            <a:pPr marL="228600" indent="-2286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Geometrical optics is also used along with the two ray model for the calculation of signal strength. </a:t>
            </a:r>
          </a:p>
          <a:p>
            <a:pPr marL="685800" lvl="1" indent="-2286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Two modes </a:t>
            </a:r>
          </a:p>
          <a:p>
            <a:pPr marL="1143000" lvl="2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Point to point mode prediction</a:t>
            </a:r>
          </a:p>
          <a:p>
            <a:pPr marL="1143000" lvl="2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 Area mode prediction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Longley Rice Model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990600"/>
            <a:ext cx="8382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000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smtClean="0"/>
              <a:t>Longley Rice Model is normally available as a computer program which takes inputs as transmission frequency </a:t>
            </a:r>
          </a:p>
          <a:p>
            <a:pPr marL="8572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/>
              <a:t>	 Path length </a:t>
            </a:r>
          </a:p>
          <a:p>
            <a:pPr marL="8572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/>
              <a:t>	Polarization </a:t>
            </a:r>
          </a:p>
          <a:p>
            <a:pPr marL="8572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/>
              <a:t>	Antenna heights 	</a:t>
            </a:r>
          </a:p>
          <a:p>
            <a:pPr marL="8572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/>
              <a:t>	Surface reflectivity </a:t>
            </a:r>
          </a:p>
          <a:p>
            <a:pPr marL="8572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/>
              <a:t>	Ground conductivity and dialectic constant</a:t>
            </a:r>
          </a:p>
          <a:p>
            <a:pPr marL="8572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/>
              <a:t>Climate factors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smtClean="0"/>
              <a:t>A problem with Longley rice is that It doesn't take into account the buildings and multipath.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DATA" val="&lt;database version=&quot;11.0&quot;&gt;&lt;object type=&quot;1&quot; unique_id=&quot;10001&quot;&gt;&lt;object type=&quot;2&quot; unique_id=&quot;22994&quot;&gt;&lt;object type=&quot;3&quot; unique_id=&quot;22995&quot;&gt;&lt;property id=&quot;20148&quot; value=&quot;5&quot;/&gt;&lt;property id=&quot;20300&quot; value=&quot;Slide 1 - &amp;quot;Wireless and Mobile Communication (UEC 804) &amp;quot;&quot;/&gt;&lt;property id=&quot;20307&quot; value=&quot;259&quot;/&gt;&lt;/object&gt;&lt;object type=&quot;3&quot; unique_id=&quot;22996&quot;&gt;&lt;property id=&quot;20148&quot; value=&quot;5&quot;/&gt;&lt;property id=&quot;20300&quot; value=&quot;Slide 2&quot;/&gt;&lt;property id=&quot;20307&quot; value=&quot;260&quot;/&gt;&lt;/object&gt;&lt;object type=&quot;3&quot; unique_id=&quot;22997&quot;&gt;&lt;property id=&quot;20148&quot; value=&quot;5&quot;/&gt;&lt;property id=&quot;20300&quot; value=&quot;Slide 3&quot;/&gt;&lt;property id=&quot;20307&quot; value=&quot;261&quot;/&gt;&lt;/object&gt;&lt;object type=&quot;3&quot; unique_id=&quot;22998&quot;&gt;&lt;property id=&quot;20148&quot; value=&quot;5&quot;/&gt;&lt;property id=&quot;20300&quot; value=&quot;Slide 4&quot;/&gt;&lt;property id=&quot;20307&quot; value=&quot;257&quot;/&gt;&lt;/object&gt;&lt;object type=&quot;3&quot; unique_id=&quot;22999&quot;&gt;&lt;property id=&quot;20148&quot; value=&quot;5&quot;/&gt;&lt;property id=&quot;20300&quot; value=&quot;Slide 5&quot;/&gt;&lt;property id=&quot;20307&quot; value=&quot;262&quot;/&gt;&lt;/object&gt;&lt;object type=&quot;3&quot; unique_id=&quot;23000&quot;&gt;&lt;property id=&quot;20148&quot; value=&quot;5&quot;/&gt;&lt;property id=&quot;20300&quot; value=&quot;Slide 6&quot;/&gt;&lt;property id=&quot;20307&quot; value=&quot;263&quot;/&gt;&lt;/object&gt;&lt;object type=&quot;3&quot; unique_id=&quot;23001&quot;&gt;&lt;property id=&quot;20148&quot; value=&quot;5&quot;/&gt;&lt;property id=&quot;20300&quot; value=&quot;Slide 7&quot;/&gt;&lt;property id=&quot;20307&quot; value=&quot;258&quot;/&gt;&lt;/object&gt;&lt;/object&gt;&lt;object type=&quot;8&quot; unique_id=&quot;2301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218</Words>
  <Application>Microsoft Office PowerPoint</Application>
  <PresentationFormat>On-screen Show (4:3)</PresentationFormat>
  <Paragraphs>48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 </dc:title>
  <dc:creator>Surbhi Sharma</dc:creator>
  <cp:lastModifiedBy>Surbhi Sharma</cp:lastModifiedBy>
  <cp:revision>5</cp:revision>
  <dcterms:created xsi:type="dcterms:W3CDTF">2020-09-23T14:44:20Z</dcterms:created>
  <dcterms:modified xsi:type="dcterms:W3CDTF">2020-09-23T16:11:33Z</dcterms:modified>
</cp:coreProperties>
</file>