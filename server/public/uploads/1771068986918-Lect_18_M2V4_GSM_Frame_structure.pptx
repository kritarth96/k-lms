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0" r:id="rId3"/>
    <p:sldId id="257" r:id="rId4"/>
    <p:sldId id="258" r:id="rId5"/>
    <p:sldId id="259" r:id="rId6"/>
    <p:sldId id="260" r:id="rId7"/>
    <p:sldId id="272" r:id="rId8"/>
    <p:sldId id="273" r:id="rId9"/>
    <p:sldId id="261" r:id="rId10"/>
    <p:sldId id="274" r:id="rId11"/>
    <p:sldId id="275" r:id="rId12"/>
    <p:sldId id="262" r:id="rId13"/>
    <p:sldId id="271" r:id="rId14"/>
  </p:sldIdLst>
  <p:sldSz cx="9144000" cy="6858000" type="screen4x3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35:00.600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6 442,'0'0'0,"0"0"-9,0 0 3,0 0 6,0 0 1,0 0 0,0 0-1,0 5-3,0-3-1,7 1 4,7-1 2,1 0 1,1 0-3,0-1 1,-3-1-2,-2 0 3,-5 0-5,-3 0 6,-3 0 2,2 0 8,-2 0-6,0 0 0,0 0-5,0 0 3,0 0-5,0 0-8,0 0 7,-6 0-10,-12 0-62,-7-10-47,-11-3-90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36:13.36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309 1167 198,'0'0'22,"0"0"-17,0 0 9,0 0 8,0 0 4,0 0 14,0 0-25,3-40-6,-3 40 9,0 0-13,0 0-3,1 0-2,-1 0 0,2 0-1,-1 0 1,2 0-1,0 0-8,2 0 9,2 0 0,-4 3 1,2-1 1,-4 1-2,1 0 0,1 0-2,-2-1 4,1 1-2,-1 0 1,1 0-1,1 0 0,-3-2 3,1 0-1,1-1-2,-2 0 1,1 0 1,-1 0 2,0 0 2,0 0 1,0 0 0,0 0 0,0 0-7,0 0-4,0 0-34,0 0-5,0 0 0,-3 0-39,0 3-52</inkml:trace>
  <inkml:trace contextRef="#ctx0" brushRef="#br0" timeOffset="775">0 24 5,'0'0'14,"0"0"-11,0 0-3,0 0 0,0 0 1,89-24-1,-75 24-3,1 0-5,-6 0 1,-5 0 2</inkml:trace>
  <inkml:trace contextRef="#ctx0" brushRef="#br0" timeOffset="1479">1152 1298 105,'0'0'0,"0"0"-4,46-92 4,-32 69 2,-5 3 14,-2 5 49,-6 3-5,-1 3-24,0 0-8,0 2-24,0 0-2,-5 3-1,2 0 8,3 2-6,0 1-2,0-2 7,0-1-5,0-2 2,0-1-4,0 0 1,1-2-2,5 2 4,-2 3-3,1 1 0,-2 2 1,0 0-2,2-1-4,-2 1 4,4-2 2,6-1 0,11-3-1,9-3-1,12-2-1,8 0 1,10 0 0,4 4 0,6 1 0,-3 4 0,-7 2 0,-15 1 0,-13 0-3,-15 0 3,-8 1-3,-6 3-1,-5-1-4,1 0 4,-2-2 1,0 1 1,0-2-1,0 0-2,0 0 0,0 0-2,0 0-7,0 0-10,0 0 1,0 0 6,0 0-10,0 1-1,0 2 0,0 1 23,-3-1-7,0 0-21,-2-2-10</inkml:trace>
  <inkml:trace contextRef="#ctx0" brushRef="#br0" timeOffset="57487">3261 948 6,'0'0'19,"0"0"-7,0 0-4,0 0 1,0 0-9,0 0 1,0 0 1,0 0 1,0 0-1,0 0 9,0 0 3,0 0 11,0 0 2,0 0 0,0 0-6,0 0-16,0 0 6,0 0-10,0 0 0,0 0-1,0 0 3,0 0-1,0 0-1,0 0 1,0 0 2,0 0-3,2 0 4,-2 0-4,1 0-1,1 0 1,-1 0 2,2 0-3,4 0 0,0 0 0,3 0 0,2 0 0,3 0 1,-1 0 0,3 0-1,-3 0 5,-2 0-4,0 0-1,-2 0 1,1 0-1,2 1 0,-1 3 0,4-1 0,-2 0 1,4 0-1,0-2 0,3 0 1,-2 1-1,1-1 0,-3 0 0,-2 2 2,0-1-2,0 0 1,3 0 0,1-2 0,2 1 5,3 1-6,3-1 2,1 0 0,1-1 4,-3 0-4,-1 0-2,-3 2 4,-3-2-4,-4 0 4,-2 1-1,1-1-1,1 0-1,0 0-1,4 0 7,1 0-7,5 0 2,2 0 1,3 0 3,-1 0-2,0-1-2,-2-1 2,-2 1-2,-2 0-1,3-1 0,1 2 0,0-1 1,0-2-2,0 2-2,-1-4 2,-1 1 3,1 2 3,0-3 2,0 4-1,-2 0-4,-1-1-3,-2 1 2,-4 1-1,3 0-1,1 0 1,1 0-1,-2 0 0,-1 0 0,0 0 5,1 0-5,2 0 0,0 0 0,1 0 2,-1-2-2,2 1 4,0-3 1,0 1-4,0-1 0,4-1 0,-1 3 0,3-1-1,-2 1-2,-1 1 2,-6 1 2,-5 0-2,-5 0 0,-4 0-2,-1 0 2,-3 0-1,0 0 1,2-2 6,-2 1-6,4-2 0,2-1 0,0 1 2,0 0-2,1-1 4,-2 0-2,-1-1-2,-1 3 3,0-1 4,-3 1-5,-1 1 3,-2 1-2,0 0 0,1 0-1,1-1 0,2 1-2,2-2 2,2-1-2,2 3 0,-1-2-2,-1 2 1,-2 0 1,1-2 0,-4 2 0,1 0 0,-1-1 3,2-1-3,-1 0 2,1-4 15,5-4-10,-1-2-4,3-3-3,1-2 4,-2 2-3,-1-1 2,-1 2 1,0 2-2,-3-1 8,2 1 3,-4 0 0,-1-2-12,2-2 0,1-1 4,-2-1-4,3-2-1,-1 0 1,0-1-1,2 3 3,0-1-2,0 2 0,-3 2-1,-1-2 0,-1-1 6,0-5-5,-1-1 0,-1 0-1,-1 2 0,0 0-3,0 1 3,0 0 0,0 3 1,0-1 0,0 4-1,-1 2-5,-4 2 4,1 3-2,-2 1 0,0-2 0,-3 1-1,2 0 4,-1 0-2,0 1 4,0 1-4,-1 0-4,-3 2 1,-3 0 0,-2 1 5,-2-1-15,-5 1 12,-1 1 0,1-1-3,-3 0 5,2-1-8,-2 1 9,0 2 0,-3-2 0,-1 1-2,1 0 4,-1 0-2,1 1 0,0 1 0,2-2-2,-2 2 0,3-1 1,0 1 2,0-2-2,0 2 0,4 0 1,-4 0 0,1 0 0,1 0 0,-2 0-1,2-1 1,-2 1 0,0 0 1,-1-1-2,-2 1 2,-1 0 1,2 0-2,4 0 0,2 0-1,1 0 1,1 0 0,0 0 0,-3 0 1,-1 0 0,-3 0-1,-2 0 0,-3 0 0,-1 0 0,-1-2 0,2-1 0,4 3-2,3-1 2,4 1 3,4 0-3,0 0-1,1 0 1,-3 0 0,-1 3 0,-3 1 1,0 2-1,-1 1 0,-2-2-3,3 1 2,0 0 1,2-2-6,-5 0 6,2 0 0,1 0-4,0-1 4,6-2 0,-1 1 0,-1 1 0,-1-1-1,1 1 2,3 2-1,-1-3 0,1 1-2,1 2 1,3-3-3,0 0 3,0 2 1,3-1-1,0 1 2,1 2-2,-3 1 0,3 0-2,1 0 3,-1 0-5,-2 3 5,0 0-1,-1 1 1,0-1 1,3-1 1,1-2-4,3-2 4,0 1-4,2 1 2,0 0-3,0 3 1,-1 2 2,-1 4-2,1 0 1,-3-1 1,2-1-3,0 0 3,-1 0 2,2 0-2,-3 2 2,4 0-6,3-1 2,0 2 2,0 1-1,0 2 1,0 1 0,0 0 0,0 3 1,0-1-1,0 1 2,0-3 0,0-1-2,0-3 0,0-3 0,0-1 0,0-3 0,0-1 1,0 1-7,3 0 4,2 3 2,1-2 1,0 3-1,2-2 1,-2-1 0,3-1-1,-2-3 0,2 1 0,5-1 2,-1 0 0,5-1-1,0 0 2,6-2-3,0 0 1,-1-1 0,-1-3-1,-3 1 0,-4-1 2,-3 0 3,-6 0-4,-3 0-1,-2 0 5,-1 0-4,0 0 9,0-2-6,0-4-4,0 2-1,0-2-21,0 3-20,0-4-44,0-4-126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35:33.97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3549 3321 26,'0'0'36,"0"0"0,0 0 29,0 0-53,0 0-9,0 0 1,-4-2 1,4 2 19,0 0 3,0 0-3,0 0 7,0 0-12,0 1-8,0 13 3,0 10 14,0 7 16,0 5-14,0 3-3,0-1-8,0-2-19,0-1 11,0-4-6,0-2-5,0-3-5,0-4-3,0-3-7,0-6-23,0-3-25,4-4-10,1-6-94</inkml:trace>
  <inkml:trace contextRef="#ctx0" brushRef="#br0" timeOffset="382">3728 3389 157,'0'0'62,"0"0"-61,0 0 52,0 0-46,0 0-5,0 0 2,80-17 5,-57 17 4,0 3 15,-4 11-14,-6 5 12,-5 2-21,-7 1-1,-1 3 1,-3 1 0,-13-3 2,-5-3-5,-1-2 9,1-4-6,4-3 2,7-2-5,1-6 6,8-1-5,1-2-3,0 0-6,0 0 6,0 0-12,6 0 7,13 0 5,6 0 4,4 0 3,5 0-7,5-4-5,5-3-29,4-4-27,4-2-35,0-1-4,-4-3-14</inkml:trace>
  <inkml:trace contextRef="#ctx0" brushRef="#br0" timeOffset="788">4240 3355 157,'0'0'130,"0"0"-118,0 0-12,0 0 0,0 0-6,0 0 0,19-41 2,1 38 4,-7 1 15,-4 2-2,-6 0-13,0 0 0,-3 5-4,0 5 4,0 3 0,-7 0 7,-1-2-4,2-2 5,6 1-6,0-2-2,6 0-13,17-1-33,3 0 46,1 2 5,-4 1-5,-2 2 2,-6 3 8,-4 3 1,-5-3 8,-4 1-11,-2-2 5,0-2-6,-5 1 13,-11 0 6,-8 0 5,-14-2-30,-9-1-1,-10-4-24,1-6-5,2 0-113</inkml:trace>
  <inkml:trace contextRef="#ctx0" brushRef="#br0" timeOffset="74602">4043 4137 38,'0'0'57,"0"0"-22,0 0 34,0 0 1,0 0-26,0 0-4,0 0-2,15-51 10,-15 51-24,0 0-9,3 0-12,-3 0 5,0 0-3,1 0-5,-1 0-5,3 1 2,3 15 2,5 8 1,4 8 18,0 8 0,-1 5-7,-1 5-2,-6 0 4,-2 4-6,-3-2-2,-2-3 6,0 4-7,0-4-2,0-3 3,-5-5-4,-3-8-1,4-6 3,-2-6-3,1-3 3,-1-3-3,3-3 0,0-4 0,2-3-10,1-3-3,0-2-31,0 0-1,0 0-3,0-5 7,7-17-33,11-17-173</inkml:trace>
  <inkml:trace contextRef="#ctx0" brushRef="#br0" timeOffset="75043">4234 4061 41,'0'0'2,"-33"-74"-4,20 45 4,1 3 10,6 5 9,1 5 39,5 7 21,0 4-30,0 4-19,0 0-15,0 1-16,0 0-1,3 0-3,23 0 3,16 0 25,19 0-15,18 4 5,16 0-8,10-1 5,10-2-7,5 2-4,1 0 0,-5 0 2,-2-3-3,-2 0 0,-3 0 0,6 0 1,-3 0 1,-3 0-1,1 0-1,-5 0 3,-3 0-3,-6 0 1,-14 0-1,-14 0 0,-20 0 0,-15 0 1,-9 0 3,-6 0-2,-5 0 5,2 0-6,-4 2-1,-2 0 2,-2 1-4,-1 0 2,-3-2 0,-2 2 2,-1-2-2,0-1 0,0 3-6,0 0 0,0 3 6,2 4 0,-1 5 1,1 5 10,-2 5-11,0 6 2,0 7-1,0 6 4,-9 7 0,-4 8 4,2 5-2,-1 3-3,5 5-4,5 4 1,2-1 1,0-2 1,0-9-3,-3-10-2,-1-9 2,-4-7 2,-2-3 0,-1-2 0,1-5 5,-3-4-7,4-7 4,3-10 1,1-2-3,2-5 3,-6 0-3,-9 0 11,-13-8 12,-15-9-23,-11-3-2,-5 1-2,-1-1 1,0 3-1,-1 2 1,-6 2-6,-8 0 7,-10 2 0,-9 1 0,-7 0 0,-9 0 2,-4 3-2,0 0-1,0 0 1,5 3 1,10-1-1,14 3 0,18 0 3,14 2-3,10 0-3,7 0 3,4 0 0,4 0 2,-2 0 2,2 0-4,-4 3 0,-1 1-2,2-1 6,3 0-7,7 0 3,6-3-12,5 0-4,0 0 1,-4 0-16,-5-10-19,-5-7-19,-1-5 12,1-7-25,7-8-66</inkml:trace>
  <inkml:trace contextRef="#ctx0" brushRef="#br0" timeOffset="76694">3624 1972 139,'0'0'2,"0"0"13,0 0 35,0 0-7,0 0 1,0 0-11,0-20-1,0 19-6,0 1-10,0-1 5,0-2-8,0 2 13,0-2 1,0-1-19,0-2 0,0-1 1,0-2-2,0-2-7,2-2 0</inkml:trace>
  <inkml:trace contextRef="#ctx0" brushRef="#br0" timeOffset="76854">3640 1864 521,'11'-18'3,"5"-2"4,5-3-3,13-5-4,10-3 0,12-6-6,8-1 6,11-3 3,9 2-3,8 2-4,4 4 1,1 4 2,-6 6-5,-8 3-13,-13 5 0,-16 4 7,-15 4 10,-14 1-2,-10 3-8,-8 2 11,-4-1-8,-3 2 5,2 0-6,-2 0-21,0 0 2,0 0 8,0 10-7,0 1-13,-2 2-49,-14 1-27,-7-4 48</inkml:trace>
  <inkml:trace contextRef="#ctx0" brushRef="#br0" timeOffset="82472">5504 3571 6,'0'0'5,"0"0"3,0 0 10,0 0 15,0 0 2,0 0-17,0 0-13,0 0 1,-3 0 11,3 0 4,0 0 7,0 0 4,0 0 5,0 0-10,0 0-2,0 0-2,0-1-2,0 1-3,0 0 6,0-2 4,0-1-10,0-2-2,0-5-10,4-4 2,10-6 0,6-8-7,5-5-1,3-2 1,5-3-1,5 1-4,7 1 3,6-3 1,7 0-3,3-1-3,3 0-1,0 1 5,-1 4 0,0 4 1,-2 8-1,5 7-1,-1 3 0,3 6-9,0 3 11,-4 3 1,-7-1 0,-5 2-3,-10 0 5,-12 0-5,-11 0-2,-11 0 3,-7 0 2,-1 0-16,0 0-20,0 0-5,0 2 11,-10 4 3,-4 4-11,-8 3-27,-7-2-3,-5 0 14</inkml:trace>
  <inkml:trace contextRef="#ctx0" brushRef="#br0" timeOffset="83192">5420 3059 62,'0'0'42,"0"0"-5,0 0-36,0 0-1,0 0-11,0 0 3,17 28 8,-13-6 0,-2 7 5,-2 2-3,0 3 2,-14 4 6,-8 4 6,-5 5 5,1 5 1,-1-1-14,5-5-3,5-5 1,3-8-4,2-8-1,3-2 4,2-6-5,4-4 0,1-3 1,2-2-2,0-1 3,0-2-2,5 1 4,15 1 2,15 0 1,13 0-2,10 0-1,9 2 0,3-1-3,0 0 2,-3-1-1,-4 2 0,-3 0-1,-5-2-1,-9 1 2,-4-2-2,-14 0 0,-11-2 0,-11-3 0,-5 1 1,-1-2 4,0 1 3,0-1-7,0 1-2,0-1 1,0 0-2,0 0 0,0 0-8,0 2-13,0-1-26,-4-1-4,-7 0-38</inkml:trace>
  <inkml:trace contextRef="#ctx0" brushRef="#br0" timeOffset="87280">3946 4726 119,'0'0'10,"0"0"-8,0 0 14,0 0-10,0 0 16,0 0 17,0 0-15,-55-32-18,44 32-2,-3 0 3,-6 0-5,-2 2 4,-1 0 5,-3 1-3,-7-1-2,-8 1-1,-6-1 6,-6 3-10,-5-1 0,-1-1 0,-6-2 0,-4-1-1,-6 0 1,-7 0 2,-2 0 0,-7-8-1,-3-1-1,-6 1 8,-1-1-6,-4 2-2,-2 0 1,2 0-2,4 2 0,0 0 0,-1 4 1,-3 1 4,-6 0-1,-3-1-1,1 1-2,4-3 5,4 0-6,6 2 2,3 1-2,5-2 1,9 1-1,6-2 0,7 0 0,2-1-3,-2-2 3,0-1 5,3-3 3,3-2 5,1 1-8,0 2-5,0-1 3,2 3-2,5 0-1,8 4 0,5 3-1,3 0-1,3 0 1,3 0-2,5 1 3,4 5-3,4-3-4,4 0 4,7 0-7,4-2 7,5-1 3,0 0-9,0 0-1,0 0-2,0 0-7,2 3-11,5-1 25,2 1-20,3 1-20,2-2 9,3-2-29,2 0-34</inkml:trace>
  <inkml:trace contextRef="#ctx0" brushRef="#br0" timeOffset="129144">3220 238 22,'0'0'33,"0"0"23,0 0-19,0 0-1,0 0-2,0 0 0,0 0-3,0 0-26,-3-51 1,13 47-8,9 1 3,10-1-1,8 0 1,9 0 1,5-1 1,10 0-3,11-1 1,10 0-1,14-2 2,12-2-4,13-2 3,12 3-1,10-2 0,9 1 1,-1-1 2,-2-1-3,-2 1-3,-4-1 3,-9 1-1,-6 3-1,-5-1 2,-5 4 2,-5 2-2,-9 2-3,-4-1 3,-16 2 3,-10-1-3,-10 1 0,-7 0 0,-4 0 0,2 0 0,0 0 0,-3 0 0,-1 0 1,-5 1-3,-6 3 2,-2-1 0,-1 1 0,-9-2 0,-4 0 0,-6 0-1,-11-1 2,-3-1-1,-3 0 2,-1 0 1,0 0 1,0 2 5,0-2-4,0 0-5,0 2-3,0 1-9,0 7 2,0 6-3,0 9 13,2 9 2,4 3 7,2 1-6,0-2 5,-2 1-7,3 0 6,0 4 5,-2 2-9,4 4 1,0 1-4,0-1 0,0-2 9,-1-3-8,-4-1-1,-2-1 0,-1-5 1,-3-3 0,2-5 2,-1-7-2,-1-9-1,0-4-4,0-4-9,0-3 1,-15 0 12,-12 0 6,-10 0 4,-6-10-9,1 0 8,0 1 18,-1-3-22,-3 4-3,-9-1 4,-11 2-4,-13 0-4,-9 3 12,-4-2-24,-2 3 23,4 0-9,3 3 0,2 0 6,2 0 6,2 0-12,4 0 0,-2 0-4,7 3 12,0 1-8,2 1 0,-1-1 0,-1 2 0,3-1 2,1 3-2,7 0 0,1 3 0,-1 1-2,-3-3-3,-4 0 3,-2-2 1,-4-3-9,-1-3-7,0-1 17,1 0 8,-1 0-8,2 0-2,2 0-5,-4 0 14,-4 0-11,-6 0 4,1 0-5,1 6 5,4 0 1,10 1 3,8 1-4,6 4 0,8-1 4,4 0-4,4 0 0,4 1 2,2-2-2,1 1 3,6-1-2,5-1-2,6-1 0,7-1 0,3-3-5,2 0-4,1-2 4,2-1-3,0-1-1,0 0 9,0 0 1,0 0 4,0 0-3,0 0 7,0-5 15,2-7-11,2-2-9,5-1-3,0-1 0,1-2 0,2-2 1,-1-1 4,-2 1 5,-2-3-6,-1 1 3,-3-3 2,-2-3-6,1 0 2,-1 2-4,-1-1 7,2-2-8,-1 0-1,1-2-2,-2-3-1,0 2-2,0-3 4,0 3-9,0-2 1,-9 3 10,0 2 7,-3 2 1,5 3-4,-1 3-2,2 3 1,0 2-3,2 2 0,1 5 0,1 2 3,2 4-3,-1 3 0,1-1-4,0 1 0,0-2-4,0 2 0,0 0 0,0 0 6,0 0-1,0 0 3,0 0-1,0 0-3,0 0-3,0 0 1,0 0-5,6 0 9,8 6-4,6 3 6,9-2 3,12 1-2,15 1-1,18-5 4,11 0-4,9-2-2,3-2 0,1 1-4,-2 2 6,-11 0-11,-12 2-71,-19-5-10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38:39.65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5 7 30,'0'0'20,"0"0"-11,0 0 29,0 0-15,0 0-2,0 0 11,0 0-13,0 0 0,0-1-12,0 1-2,0 0-4,0 0 3,0 0 1,0 0-2,0 0-2,0 0-1,0 0 1,0 0 2,0 0-3,0 0 4,0 0-1,0 0 11,0 0 0,0 0-4,0 0-8,0 0-2,0 0 5,0 0-5,0 0-17,0 0-18,0 0-39,-5-6-93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35:38.53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5 658 147,'0'0'9,"0"0"10,0 0 38,0 0-26,0 0-17,0 0 10,-4-4 26,4 4 2,0-1 6,0-2-17,0-4-11,1-7-4,13-10-24,6-10-2,7-7 1,6-6 0,5 1 2,5-1-1,-2 2-4,4 1 5,1 4-6,1 0 4,2 3-2,6 1-2,5 0-5,4 3 6,2 1-11,-4 8-2,-8 9 6,-9 7-4,-12 8-7,-8 0-26,-4 0 4,-9 8-24,1 3-5,-4 0-13,-3 2 30,-1 0 15,-5 0-16</inkml:trace>
  <inkml:trace contextRef="#ctx0" brushRef="#br0" timeOffset="548">65 422 55,'0'0'73,"0"0"-6,0 0-12,0 0-23,0 0-6,0 0-11,0-5-6,0 5 3,-2 0-12,1 13 0,-4 14 0,-2 9 6,0 5 23,-4 0-8,2-7 2,-1-9-6,5-3-10,2-8-1,3-4-6,0-5 0,0-2 1,0-1-1,0-2 0,0 0 0,0 0 6,0 3-6,8-2 3,6 0 1,9-1-3,7 0 3,10 0-1,3-4 1,2-3-1,-2 0-2,-2 1-1,-7 1-1,-4 2 1,-6 1 4,-10 1-3,-6 1-2,-7 0-3,-1 0-2,0 0 5,0 0-6,0 0-5,0 0-16,0 4 2,0 5-5,0 2-31,0 0-24,0-1-49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35:40.350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1367 1159 67,'0'0'53,"0"0"-45,0 0 15,0 0-13,0 0-7,0 0 18,0 24 10,0-17-2,0 1 1,0 1-6,0 2 7,0 3-3,0 3-11,-2 4-1,1 6 13,-1 4-13,1 7-3,-1 2 4,-1 3-3,0 4-12,0 1 7,-2 3-9,1 1 10,1 0-2,0-1-8,-1-3 0,1-1 2,-2-4 2,-1-3-1,-1-4-3,2 0 1,-1-2-4,3-3 3,-1-6 0,2-2 2,1-5 1,1-4-3,0-1 0,0-3 0,0-2-1,0 0 1,0-1-1,0-2 1,0 1-4,0-2 4,0 0-1,0-1-2,0-2 3,0 1 1,0-2-1,0 0 2,0 0-1,0 0 0,0 0 1,0 0 2,0 0-2,0 0 2,0 0-1,0 0-3,0 0-12,0-3-27,0-10-71,7-3-60,4-4-11</inkml:trace>
  <inkml:trace contextRef="#ctx0" brushRef="#br0" timeOffset="900">1811 1186 25,'0'0'42,"0"0"11,0 0-5,0 0-21,0 0-3,0 0-10,0-3 4,0 3 5,0 0-14,0 5 3,0 11 17,0 5 3,0 4-9,0 5-8,-2 1 13,1 1-1,-1 4-18,0-1 9,-1 5-9,0 2 9,1 0 10,2 5-23,0 1-2,0-1-2,0-1 3,0 1-3,0-2 0,0-2 2,0 0-1,0-2 0,3-3 8,0-4-8,1-3 0,-2-3 5,-1-2-7,1-3 8,-1 0-7,1-3 1,-1 0 0,-1-4 5,0 0-7,0-3 0,0 1 0,0-1 1,0 1 3,0-2-2,0-2-2,0 0 0,0-3 0,0-1 2,0-5-2,0 0 1,0-1 2,0 0-2,0 0-1,0 0 0,0 0-5,0-4-13,-4-10-84,2-4-50,2-5-118</inkml:trace>
  <inkml:trace contextRef="#ctx0" brushRef="#br0" timeOffset="1770">2133 1250 11,'0'0'65,"0"0"-24,0 0-13,0 0 38,0 0-34,0 0-19,-1-12 4,1 12 18,0 0 3,0 0-10,0 0-13,0 0-9,0 0 3,0 3-9,-2 9 16,1 7 9,1 3 12,-2 2-18,1 3 4,-1 4-3,-1 2 3,0 5-2,3 3-7,0 4-8,0 4-1,0 2 7,0 1-8,0 1-3,0-6 1,0 0-2,0-5 2,0-1 1,-3-2 3,2-3-3,1-3-3,-3-6 0,3 1 0,0-2 0,-1-2 2,1-1 0,-2-3-2,2 0-1,-1-4 1,-1-2 1,2-4-1,-1-3 1,1-4 1,0-1-2,0-2 0,0 0 0,0 0 0,0 0-9,0 0-5,0 0-16,-2 0-23,-4-3-48,-2-9-126</inkml:trace>
  <inkml:trace contextRef="#ctx0" brushRef="#br0" timeOffset="2558">2563 1160 5,'0'0'4,"0"0"-4,0 0 5,0 0 31,0 0 51,0 0-17,-3-24-26,3 24-13,0 0-9,0 0 0,0 0-16,-1 0-5,1 3-1,-2 8 10,2 7 15,0 4 2,0 4 5,0 4-9,0 4 10,-1 7 3,-3 3-13,1 1 0,0 3-21,-1 0 10,3 4-9,-1 0 0,1 2-2,-1-3 2,1-7 0,1-4 2,-3-4 0,0-3-1,-2 3-2,-1-4 6,3-1 1,-2-1-7,1-3-2,1-3 5,2-2-5,-2-2 0,1-6 0,2-2 0,0-4 0,0-3 0,0 0-3,0-4-11,0 0 1,0-1 4,0 2-17,0-2-1,0 1-5,0-1-23,0 0-14,0 0-3,0-8-68</inkml:trace>
  <inkml:trace contextRef="#ctx0" brushRef="#br0" timeOffset="3165">2893 1299 66,'0'0'14,"0"0"-13,0 0 37,0 0-13,0 0 47,0 0-19,0-46-21,0 46-29,0 0-3,0 0 2,0 11 3,0 12 23,-2 7 14,-2 4 9,-3 5-8,2 3-7,2 5-11,1 7-14,2 5 0,0 5 1,0-2-3,0-5-8,0-1-1,3-4 1,2 0 8,5 2-6,1-2-3,-1-3 1,3-7-1,-3-5 2,-3-6-3,0-6 1,-2-3-2,-4-7 2,1-3 0,-2-2-3,0-5-2,0-2-5,0-3-13,0 0-3,0 0-13,0-13-44,-3-9-184</inkml:trace>
  <inkml:trace contextRef="#ctx0" brushRef="#br0" timeOffset="3766">3363 1279 0,'0'0'68,"0"0"-66,0 0 48,0 0-23,0 0-11,0 0 22,-22-2-8,22 2-4,0 0-4,0 0-9,0 0-1,0 0-4,0 0-3,0 0 4,0 2 4,0 8 20,0 5-10,0 6-2,0 9 5,0 7 7,0 12 4,-2 12 2,-6 11-4,-1 8-22,2 1 2,4-7-15,3-6 0,0-6 0,0-5 0,0-4 0,0-6 0,0-8 1,3-8-1,-3-6-9,0-10 2,0-5-3,0-6-25,0-1-16,0-3-13,0 0 12,1 0-10,4-16-84</inkml:trace>
  <inkml:trace contextRef="#ctx0" brushRef="#br0" timeOffset="4276">3764 1304 217,'0'0'15,"0"0"-3,0 0 30,0 0-21,0 0 8,0 0-9,0-11-20,0 15 0,0 19 4,0 8 37,0 8-13,0 8 10,-1 4 4,-5 8-17,1 6-4,0 1-10,1 2-4,3-6-6,1-4 2,0-4-3,0-5 0,4-2 0,2-7-3,-1-3 2,-4-7 1,-1-7-10,0-5-2,0-7-15,0-5-29,0-6-46,0 0 25,3-19-30</inkml:trace>
  <inkml:trace contextRef="#ctx0" brushRef="#br0" timeOffset="4816">4253 1257 128,'0'0'36,"0"0"-22,0 0 56,0 0-25,0 0-7,0 0-9,-3-5-13,3 5-11,0 8-3,-3 15 21,-4 10 19,-3 6-17,-1 8 8,0 9 21,-2 12-22,4 6-15,-2 7-6,1-5-7,3-5-3,4-1 1,1-2 2,2-3 1,0-3-2,0-9 0,5-4-3,2-10 0,0-11 0,0-8-7,-4-10-10,-2-6-26,-1-4-6,2 0 31,-2-11-30,0-9-161,0-2-38</inkml:trace>
  <inkml:trace contextRef="#ctx0" brushRef="#br0" timeOffset="10019">176 823 3,'0'0'83,"0"0"-71,0 0-4,0 0 8,0 0 0,0 0-10,0 0-5,0 7 8,9-3 43,-2 0-14,3 1-3,0-2-9,2-1 1,4 0-6,4-2 3,5 0 1,5 0-6,3 0 2,4-3-14,3-1 3,-1 1-9,-3 1-1,-6 1 0,-4 1 1,-5 0-1,-4 0 0,0 0-1,-6 0 1,-3 0-2,-1 0-8,-6 0-6,1 0-10,-2 0-10,0 0 0,0 0-23,0 0-36,-3 0-55</inkml:trace>
  <inkml:trace contextRef="#ctx0" brushRef="#br0" timeOffset="10440">559 696 137,'0'0'63,"0"0"19,0 0-55,0 0-25,0 0-2,0 0-2,35-3 2,-18 5 0,2 9 0,1 0 2,0 3 0,-2-1-1,1 0 2,-4 0-2,-2-2 0,-2 1-2,-7 0-5,-1-1 2,-3 0-2,0 2-9,-4 1 15,-16 3 8,-7 0-8,-1 0-28,-6-5-104</inkml:trace>
  <inkml:trace contextRef="#ctx0" brushRef="#br0" timeOffset="10920">104 548 22,'0'0'41,"0"0"-19,0 0-22,0 0 3,0 0 14,0 0 8,-35 72 7,25-41 28,-3 1-5,3-3-37,1-4 4,-1-2-11,3-3 0,3-4-3,-1-3-6,4-6 1,1-5-3,0 0-2,0-2 1,0 0-4,0 1 0,0 1 4,0-1 1,0 2 1,0 1 2,6 2-2,5 1 1,8 3 0,4-1 0,7 1 4,5-2 2,1 0-5,-2 2 2,-4-2-4,-5 1 1,-4 0-2,-5-2 0,-2-3-12,-7 2-11,-4-2-34,-1-1-32,-2 0-4</inkml:trace>
  <inkml:trace contextRef="#ctx0" brushRef="#br0" timeOffset="11536">271 280 243,'0'0'1,"0"0"6,0 0 55,0 0-58,0 0-3,88-62 28,-55 54-12,1 7-3,-2 1-9,-7 0-4,-7 16-1,-6 4-7,-8 2 0,-4 2 3,0 0 4,-4-1 4,-12-2 4,-2-2-4,3 0 5,0-4-8,5 0 8,2-5-8,3-5-1,4-1 2,1-4-2,0 0 0,0 0-3,0 0 6,0 0-1,3 0 1,9 0-2,4 0 8,4-4 1,-1-6-7,2 0-3,-1-1-3,3-2-28,0 0-53,-4 2-46</inkml:trace>
  <inkml:trace contextRef="#ctx0" brushRef="#br0" timeOffset="11969">688 208 185,'0'0'2,"0"0"3,0 0 6,0 0-7,0 0 11,-47 94-9,47-72 11,0-3-12,0-2-5,0-4 1,9-6 4,2-3-1,4-4 7,-2 0 1,2-4 7,-1-10-8,-3-3-3,-3-1-2,-2-1 0,-6 2-1,0 3 0,0 3-2,-2 1-3,-5 2 0,-3 1-2,-1 1-9,0 2-27,0 1-29,3 0-50</inkml:trace>
  <inkml:trace contextRef="#ctx0" brushRef="#br0" timeOffset="12346">858 136 161,'0'0'14,"0"0"37,0 0-41,0 0-10,0 0-3,0 0 3,-32 52 6,29-28-6,3-3 8,0-4 3,0-3-5,0-4-6,9-4 5,0-4-5,2-2 5,1 0 6,-2 0 4,5-12-2,-3-5-7,-4-3 1,-3-1-1,-5 1 0,0 3-2,0 5 9,-4 2 11,-8 3-5,0 1-19,-1 3-1,1 2 0,0 1-6,3 0-37,1 0-26,4 0-38</inkml:trace>
  <inkml:trace contextRef="#ctx0" brushRef="#br0" timeOffset="12742">1007 12 222,'0'0'67,"0"0"33,0 0-48,0 0-51,0 0-1,0 0-20,7 16 20,1 10 0,-2 1 20,0-1-2,0 3-17,-3-2 10,0-3-9,0-5-2,-2-2-2,2-4-18,-1-3 1,1-1-23,0-4-13,1-5-83,2 0-60</inkml:trace>
  <inkml:trace contextRef="#ctx0" brushRef="#br0" timeOffset="13118">1296 0 16,'0'0'78,"0"0"-55,0 0 21,0 0-17,0 0-7,0 0-4,-59 17-1,47-9-4,-3 1 0,-2 2-3,-3 4 3,-4-2-10,0 1 5,0-2-1,0 1-3,3-4-2,6-1 1,2-3-1,7-2 0,3-1 0,1-2 0,2 0 0,0 0-3,0 0-25,0 0 22,6 0 6,2 0 0,1 0 2,-2 0-1,-1 0-1,3 0 1,6 0 0,0 0 4,1 5-3,0 4-1,0 2-1,-4 2 0,2 2 0,0 1 0,1-2 0,1-3-2,4-4-13,-1-4-54,2-3-29</inkml:trace>
  <inkml:trace contextRef="#ctx0" brushRef="#br0" timeOffset="13581">1417 3 235,'0'0'19,"0"0"7,0 0-10,0 0-16,0 0-3,0 0 3,0 62 7,3-31-2,0 0-2,-1-1-3,-2-5-3,0-4-25,1-5-26,-1-6-37</inkml:trace>
  <inkml:trace contextRef="#ctx0" brushRef="#br0" timeOffset="13817">1432 169 7,'0'0'0,"0"0"0,0 0 6,0 0 15,0 0 69,81-84-38,-81 73 7,0 0-37,0 1-5,-5 0 3,-1 4-1,2 2-8,1 1 4,2 3-3,1 0-12,0 0-2,0 0-8,0 0-9,0 15 17,5 5 2,1 4 1,-1 0 1,-1 0 2,1 0 3,-1 0 3,-1-3-5,1 0-5,-1-2-5,2-3 2,1-3-28,3-1-79,1-4-18</inkml:trace>
  <inkml:trace contextRef="#ctx0" brushRef="#br0" timeOffset="14181">1659 153 36,'0'0'120,"0"0"-85,0 0 30,0 0-51,0 0-14,0 0 6,70-36-2,-51 36 1,-4 0-4,-1 10-1,-8 6-6,-6 4 1,0 2-2,-5 2 7,-14-1 6,-3-5 6,0-1-6,0-3-4,1-3 2,6-2-1,1-5-3,5-1 1,4-3 2,3 0 1,2 0-4,0-2-1,0-5-27,5 2 18,7 2-21,4 3 24,-4 0 5,3 0 2,-6 5 5,-1 7-2,-5 2 6,-3 2 1,0 2-10,0-1 0,-9 1 12,-6 1-11,-3-4-1,0-2 4,3-3-2,0-6 2,2-1-3,-3-3 4,3 0-2,4 0 3,3-3-6,4-6-2,2 1 1,0-2-2,0 0 0,4 0 6,8 2-3,2 2 3,3 0-2,1 5 2,-3 1 8,0 0-1,0 0 1,3 7-6,-2 6 17,5 4-2,0 1-6,-2 5-6,2-1 3,-4-3-11,-3-4 0,-3-6 0,-3-4-4,-1 1 0,-1-3-27,1-1-21,1-2-47,-1 0-57</inkml:trace>
  <inkml:trace contextRef="#ctx0" brushRef="#br0" timeOffset="53052">4186 1232 35,'0'0'69,"0"0"-44,0 0-25,0 0 6,0 0 12,0 0 3,58-22-3,-44 20-11,5 2-3,8 0-2,9 0 5,6 0-5,7 0-2,-1 0 2,1 6-4,1 0 4,-2-1 0,5-2-2,-2-1 0,-1-1 0,-2-1 0,-5 1 4,-4-1-3,-1 0 0,-3 0 0,-5 0 3,-6 0-4,-6 3 1,-9-2 2,-8 2-1,-1-1 11,0-1 0,0 0-8,0 1 5,0-1-5,0 2-4,0-3-1,0 1-1,0-1-5,0 2 5,0 2-2,0 3-2,0 4 2,0 2 2,-1 3 1,-1 1 0,-1 2 0,0 4 4,0 1-4,-1 1-2,0 1 2,3-2 2,-1 1 2,1-2-4,-2 1 1,2-2 2,-4 4-1,2-1-1,-1 3 2,-1 1-2,1 0-1,1 1 0,1 0 0,2-1 0,-1-1 1,1 1-1,-3-1 0,2-3 0,-1 2 1,-1-2 1,2-1-2,-3-1 0,1 0-2,2-4 2,-1 1 3,2 0-1,0-3-4,0 0 5,0-3-3,0-2 0,0 0 4,0-1-9,0 0 5,0-1-1,0 2 1,0-2 2,0-2-2,0-1 3,0-4-2,-1-1-1,-1 0-4,-1-2 4,-5 0 5,-6 0-1,-7 0 2,-1 0 4,-2-6-7,0-2 0,-1 0-3,-2-2 1,-3 0-1,0 1 2,-2 1-2,2-1 2,-2 2-2,3 1 1,3 1 0,1 2-1,2 0-4,1 2 4,2 1 0,1-2 1,0 2-1,2 0 1,-4 0-1,3 0 1,-5 0-3,-1 0 4,0 0-1,3 0-1,2 0-1,8 0 1,2 0 0,6 0-3,2 0-11,-2-1-41,-2-5-82</inkml:trace>
  <inkml:trace contextRef="#ctx0" brushRef="#br0" timeOffset="54634">3706 1302 5,'0'0'21,"0"0"12,0 0-6,0 0-4,0 0-18,0 0-5,27 0 4,-11 1-4,2 0 0,4 1 0,5-1 5,-3-1 0,-4 0-1,-3 0 1,-3 0 2,-1 0-2,-1 0-3,4 0 1,-2 0-2,4 0 1,-5-3 0,0 2-2,-2-2 8,0 2 9,-2-1-13,-1 1 1,-3 1-3,-3 0 1,-2 0-3,0 0-1,0 0 1,1 0 0,4 0 1,-1 0-1,2 0 3,-2 0-1,-2 0-4,-2 0-2,0 0-4,0 0 4,0 0 0,0 0 4,0 0 1,0 0 5,0 0-2,-3 4 3,-3 3 0,0 0 1,2 3-3,-2 1-1,2 0-4,1 1 0,0 3 0,-1-2 5,0 1-3,-1-1 10,1-1-3,-1 2-2,2 2-7,-1 1 3,0 3 2,-1 1 3,0-4-6,1-2 1,1-2-1,-2-3 2,1-1 3,0-1 1,1 0 6,0-1-13,0 0 2,-2 0-1,1 3 1,-1 2-5,-1 1 4,-1 2 1,2 2-2,-2 1 2,1-1-3,0 0 1,-1 0 0,2-1 0,-1-1-1,1 2 0,1 2 0,-2-1 0,2 3 3,1-2 0,0 3-2,-2-1-1,1 0 0,-3-1-1,0-2 0,1 2 1,0-1 4,0-3-4,2 1 3,-2 0-3,2 2-1,0-1 1,1 2-1,0-4 3,0 0-2,2-2 1,-2-1-1,1-2-3,1 0 2,-2-1 2,1 1 0,-2-1 1,1-1-2,2 0-1,-1-4 1,1-1 0,-1 1 0,2-2 0,-1-2 2,1-1 0,0 0-2,0 0 0,0 0 1,0 0 0,-2 0-1,-4 0-17,-6 0-40,-3-16-113</inkml:trace>
  <inkml:trace contextRef="#ctx0" brushRef="#br0" timeOffset="56082">3254 1320 4,'0'0'53,"0"0"-16,0 0-7,0 0-6,0 0-9,0 0-12,35-17-2,-19 16-1,1 1 3,-2 0-3,3 0 0,-1 0 4,4 0-4,1 0 1,2 0-1,0 0 3,3 0-3,1 0-2,-3 0 2,-4 0 3,-7 0-2,-7 0-1,-4 0 2,-3 0 3,0 0 8,0 0 11,0 0-4,0 0-8,0 0-11,0 0-1,2 0 1,-2 0-2,0 0-5,2 0-3,-2 0 6,3 2 2,-1 3 1,1 2-1,0 0 1,-2 0-2,1 4-1,-2 1 2,0 3-1,0 2-1,0 0 3,0-1 3,0 3-2,0 2 4,0 0-5,0 2 6,0 2 2,0 1-7,0 1 4,0-1-4,-2 2 1,-2-2-2,-1 0 0,0 0 4,2-2-2,-2-3 2,4-1-3,-1-2 0,1 2 0,-2 0 2,-4 1-2,1 0-1,-1-1 5,3 1-3,-2-3-2,1 3 1,1-1 5,-3 0 0,4 0-1,-2-3-4,2-1 0,-2 0 2,2 0-3,2-2 0,-2 0 2,-2 0-2,1-2 1,0 3 3,1-2-2,0-1 1,3 1-2,0 0 0,0-1 4,0-1-2,0-1-2,0 0 1,0-2 0,0-1-1,0-2-1,0 0 1,0 0-1,0-2 6,1 0-6,-1 0 0,0-2 0,0-1 2,0 1-2,0-1 2,0 0 3,0 0 5,0 0 5,0 0-4,0 0-5,0 0 0,0 0-6,0 0 1,0 0 2,0 0-2,0 0 0,0 0 5,0 0 0,0 0 8,0 0-3,0 0-3,0 0 4,0 0-2,0 0 1,0 0-1,0 0 4,0 0-6,0 0-1,0 0-5,0 0-2,2 0 3,-2-1-7,0 1-2,1 0-20,-1 0-11,0 0-24,0 0-47,0 0-126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35:30.35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949 40 28,'0'0'178,"0"0"-160,0 0 9,0 0 9,0 0-36,0 0 1,-3-13 7,3 13 10,0-1 2,0 1 8,0 0-16,0 0 3,0 0-3,0 0 3,0 0-9,0 0 2,0 0-5,0 0-1,0 0-1,0 0-1,0 0 1,0 0-1,0 5-4,-1 5 4,1 1 2,0 6 0,-3 1 0,2 5 0,1 3 2,-2 0-2,1 4 0,-1-2 7,-1 2-8,2-2 1,1 0-2,0 0 0,0-1 2,0-1-2,0 0 4,0 0-9,0 4 10,0-1-5,0 2 1,0 1-1,0-3 0,0 1 2,0-3 0,0-4-2,0-2 2,-2-5-2,1-3 1,-1-3 0,1 0-1,-1-1 0,1 1 2,-1 1-1,-1 1 0,2-1-2,-1 0 2,1 1-1,1-4 0,0-1 0,0-1 0,0-2 0,0-3 0,0-1-1,0 0 1,0 0 2,0 0-1,0 0 13,0 0 3,0 0-10,0 0 1,0 0-8,0 0-2,0 2 1,0-1-4,0 1 3,0 2 2,0 4 0,0 5 0,0 4 0,0 5 0,0 0 1,0-3-1,0-2-1,0-4-1,0-4 2,0-3 2,0-5-2,1 0 0,1-1 6,-1 0-3,-1 0-1,2 0 15,-2 0-3,0 0 0,0 0-14,0 0 6,0 0-6,0 0 0,0 0 0,0 0 0,0 0 1,0 0 0,0 0 3,0 0-1,0 0 4,0 0 0,0 0-6,0 0 9,0 0-8,0 0-2,0 0-10,0 0-15,0-2-32,0-4-38,0-3-71</inkml:trace>
  <inkml:trace contextRef="#ctx0" brushRef="#br0" timeOffset="1742">1043 1108 166,'0'0'7,"0"0"20,0 0 1,0 0-20,0 0-2,0 0 8,-47 0-8,42 0 6,-1 9 7,0 7 3,-1 3 0,0 3-1,1 1-4,1-1-4,2 1-13,1-3 0,2 1 8,0-2-7,0 3 2,5-4 0,6-2 2,3-2-5,-2-3 0,1-1 0,0-5-6,0-2 12,3-3-6,0 0 8,1 0-3,0-10 3,2-5 3,0-3-5,-5-2 3,-1-3 9,-5 0-9,-2 1 12,-5-2-3,-1 0-3,0 1-4,0 5 1,-3 1 9,-9 3 3,-1 1-12,-2 5-4,-1 1-7,2 2 9,-2 4-8,2 0 0,1 1-2,1 0 0,1 0-22,0 2 6,0 10-16,4-1-24,-2 3-10,4-1 0,2-1 3,3-5-61,0-3-70</inkml:trace>
  <inkml:trace contextRef="#ctx0" brushRef="#br0" timeOffset="5905">1403 40 1,'0'0'38,"0"0"-1,0 0-6,0 0 6,0 0 13,0 0 5,4-2-9,-4 2-21,0 0-8,0 0-14,0 0-3,0 0 0,0 0-4,0 6 2,0 6 2,0 7 6,0 2-3,0 6 5,0 2-6,0 5 7,0 3 0,0 1-4,0 0 1,0-3-3,0-1-3,5 0 6,-1 1-3,-2 0-1,3-3-1,-2 0 0,-2-2-1,1-2 0,-2 0 0,0 4-3,0 1 8,0 4-11,0 0 13,0-4-12,0-4 10,0-5-4,0-9 0,0-4 6,0-5-3,0-3-4,0-3 0,0 0 8,0 0 0,0 0-6,0 0-2,0 0-6,0 0 2,0 0-9,0 0-9,0 0 5,0 0-6,-2 0-12,-1 0-9,-3-1-20,0-7-105</inkml:trace>
  <inkml:trace contextRef="#ctx0" brushRef="#br0" timeOffset="6932">1809 0 29,'0'0'56,"0"0"-6,0 0-23,0 0-1,0 0-8,0 0-7,0 0 7,0 0 4,0 0 0,0 0-1,0 0-4,0 0-6,0 0-8,0 0-2,0 0 6,0 9-3,0 5 9,0 3 0,0 5 1,0 1-6,1 5 2,-1 2 3,0 5-5,0 2 12,0-1-8,0 3-11,0-5 0,0 3 5,0 3 4,0 2-9,3-1 7,3-2-8,0 1-1,2-8 0,-1 0 2,-1-4 6,0-3-6,0-1-2,-1-2 3,-1-4 1,0 0-3,-2 0 0,-1 1-1,1-2 1,-2 0 3,0-2-3,0-2 6,0-1-6,0 0 5,0-1-5,0 2 2,0-2-1,0 3 2,0-1-1,0-1 4,0 3-4,0-4-1,-2-2 2,2-4-3,0-3 0,0-2 1,0 0 1,0 0 16,0 0-15,0 0 3,0 1-6,0-1 0,0 0 0,-1 2-3,1-2-3,0 0-1,0 0 6,0 0 1,-2 0 1,2 0-1,0 0-1,0 0-2,0 0-1,0 0-9,0 0-5,-4 0-40,-2 0-52,-1 0 7</inkml:trace>
  <inkml:trace contextRef="#ctx0" brushRef="#br0" timeOffset="56383">95 2034 7,'0'0'23,"0"0"-10,0 0 14,0 0-11,92-53-11,-64 39 18,2-1-3,2-1-1,8-2 1,11-2-17,16-7-3,12-4 2,9-5-1,5-4-2,-2 0 1,-8 4 0,-14 6 2,-20 7-1,-19 11 0,-20 5 1,-8 4-2,-2 3-5,0 0-21,-11 0-3,-11 13 16,-3 3-7,-5 7-11,-6 4-12</inkml:trace>
  <inkml:trace contextRef="#ctx0" brushRef="#br0" timeOffset="56945">5 2863 34,'0'0'11,"0"0"17,0 0 4,0 0 0,0 0-7,0 0-12,-1-11-9,1 11-4,0 0 2,0 0 6,0 0 14,0 0 17,0 0-2,0-1-11,0-1-24,0-2 10,15-6-2,23-4-9,16-7-1,22-5 0,20-2 6,23-5-4,20 0 1,19-2-3,0 0 2,-18 8 0,-23 7-2,-35 10 5,-28 5-4,-19 5-1,-14 0 0,-8 0-1,-3 0 1,-6 0 4,-2 0-2,-1 0 9,-1 0 18,0 0-5,0 0-18,0 0-6,0 0 2,0 0-4,0 0 1,0 0-2,0 0 3,0 0 0,0 0 2,0 0-2,0 0-6,-1 0-25,-7 0-6,-3 0-15,-2 0-28,0 0 9,-4 0-25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36:28.790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 36 24,'0'0'19,"0"0"-1,0 0-1,0 0-8,0 0 3,0 0-4,2-35-8,-1 34 0,-1 1 2,2 0-4,-2 0 2,0 0-1,0 0 1,0 0-1,0 0-3,0 0 4,2 0 3,-2 0-1,1 0 5,-1 0 3,2 0-8,-2 0 3,0 0 8,0 0-5,0 0 1,0 0-7,0 0-2,1 1-11,4 3-20,-1-1-21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36:16.35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0 1,'0'0'35,"0"0"3,0 0-5,0 0-5,0 0-1,0 0-8,0 0 1,0 0-10,0 0 3,0 0-1,0 0-3,0 0-3,9 0 28,6 5 4,4 1-21,2 1 0,2 2-2,3-1-3,6 2 4,6-2 6,4 0-10,5 0-1,5-2-4,1 0 1,4-4-2,-3-2-5,-2 2 0,-6-2 1,-7 0 0,-2 1 2,1-1-1,2 0 4,0 0 6,5 0-9,1 0 2,-1-3-1,1-2 5,-5-2-9,2-1 6,-6 4-3,-1 1 0,-3 2-4,-5 1 0,0 0 0,-2 0 0,-5 0 0,0 0 0,-5 1 0,-4 2 0,-2 1 0,2-2 0,0 2 0,6 0 1,3 4-1,6-1-1,4 0 1,2 0 1,0 0 4,-2-2-5,-2 1-4,-3-1 4,-5 1 0,-3 1-1,-3-3 1,-7 1-7,-4-4 1,-1 1 6,-1-2-1,-2 0 1,0 0 0,0 0 1,0 0 7,0 0 5,0 0 10,0 0 5,0 0 0,0 0-8,0 0-10,0 0-10,0 0-8,0 0-1,0 0-17,0 0-26,0 0-30,0 0-48,0 0-26</inkml:trace>
  <inkml:trace contextRef="#ctx0" brushRef="#br0" timeOffset="24708">416 711 5,'0'0'24,"0"0"-12,0 0-12,0 0 2,0 0 10,0 0 0,0 0 6,6-2-18,-4 2-5,1 0-46,4 0 25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35:28.13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10000 38 6,'0'0'61,"0"0"-12,0 0 35,0 0-11,0 0-23,0 0-14,0 0-10,0 0 2,0-1 0,0 1-10,0 0 2,0 0 1,0 0 1,0 0-8,0 0-14,0 0 2,0 0 1,0 0-2,0 0-1,0 0-1,0 0 1,0 0 5,0 0-2,0 0 4,3 0-7,5 0 0,7 0 2,5 3 1,3 1 6,3-1-6,4 1-2,1-1 1,5 0 1,-2-2-2,5 1 5,3-1-6,2-1 7,1 1-6,1 1 4,1-1 2,0 0-7,3-1 2,4 0-2,1 2 1,4-2 0,1 0-1,0 0-1,-2 0 1,0 1 0,1 1 0,0 2 0,4 0 2,0 0 0,-1 0-1,3-1-1,0 2 0,0-3 2,6 0-3,2 1 2,3-2-1,0 2 4,6 0-3,0 1-1,-3 0 0,-3 1-1,-7-3-1,-5 3-1,2-2 5,1-2-2,4 0 0,2-1 0,1 0 0,0 0 0,-4 0 1,-1 0-1,-6-4-1,-7 0 1,-5 1 0,-8 3 1,-1 0-1,-3 0 0,3 0 0,2 0-1,6-1 5,3-1-4,1-2 0,-2 0-3,-6-1 2,-2 1 0,0 1 1,0 0 0,0-1 0,4 3 0,1-5 2,3 2 3,1-2 0,1-1 4,-2 2 10,-4-2-16,1 0 2,-3 1 5,2 0-10,1 1 0,-4-2 0,-2-1 1,-7 4 1,-8 0-2,-8 1 9,-7 2-8,-9-1 1,-4 2-1,0 0-1,0 0-3,0 0 0,0 0 3,0 0 0,0 0 9,0 0 1,0 0-5,0 0-5,0 0-1,0 0-13,0 0-13,0 0-26,0 0-49,0-1-47,0-2-70</inkml:trace>
  <inkml:trace contextRef="#ctx0" brushRef="#br0" timeOffset="151713">299 4906 4,'0'0'51,"0"0"6,0 0 6,0 0-9,0 0-31,0 0-9,-12-11-1,12 11 2,0 0-9,0 0-5,0 11 3,0 5 17,0 4 3,0 4-15,0 8 4,0 11 4,0 10 4,0 9-5,0 3-2,3 0-11,0-4-3,2-3 4,2-5-5,0 0 2,2-5 0,0-6-1,0-3 0,-3-5 0,-3-2-3,-3-3-3,0-4 1,0-2 0,0-5-10,0-4-11,0-4 8,0-4 8,0-3 3,0-3-7,0 0 6,0 0-6,-4 0-15,-4-2-30,-2-12-122</inkml:trace>
  <inkml:trace contextRef="#ctx0" brushRef="#br0" timeOffset="153445">57 7812 212,'0'0'14,"0"0"-4,0 0-10,0 0-1,0 0-4,0 0 4,48-24 2,-24 23 10,1 1 3,5 0-2,4 3 1,5 6-12,9 4 5,3 0 7,7-2-11,9-1 5,18-4-3,15-3 7,13-2-4,17-1 5,7 0-3,5 0 2,7 0 3,-1-3-4,-2 3-5,-1 0 6,1 0 0,-1 0-10,4 3 3,-4 1-2,1-1 0,6 0 1,-7 1-1,-2-1-2,5 1 0,-4 0 1,4 2-1,-3-2 1,-6 1-1,-6 3 0,-5-1 0,-6 1 0,-1-1 4,6 1-1,5-4 6,3 0-6,9-1 1,-2-2 5,1 2-9,1-1 1,-4 0 2,0 1-3,2 0 1,4-2 1,5 1-2,2-2-1,-2 0 1,0 0 2,-4 1 0,-9 1 0,-5-1-2,-1 2 6,-5-2-4,1 0-1,-2 1 2,1-1 2,0 1-5,-2-2 1,0 1 1,-4 0-2,-2 1 1,1 1 9,-1-1-10,-1 3 0,0-3 0,0 0 2,-2-2 0,3 0 2,-1 0-3,1 0 5,-1 0-1,0 0-5,5 0 2,-4 0 5,2 0 1,-3 0-6,-1 0 6,1 0-7,2 0 0,3 0 3,1 0-3,5 0-1,8 0 2,5 0 0,7 0 3,6 0 0,5 0-5,4 0 1,1 0-1,0 1 1,3 4 3,5-3-4,5 1 0,-2 2 0,-3-3 0,-5 3 2,-10-2-2,-1-2 1,-2-1 4,1 0-2,2 0-3,0 0 2,-4-6-2,-4-1 0,-10 0 1,-14 1-2,-14-1 3,-14 0-2,-10 0 2,-9 0-2,-13-1 0,-5-2 0,0 0-2,3-1-3,4-2 2,-1 3 3,-2 1 0,-8 4-1,-11 1 1,-11 2-2,-12 1 4,-7 1-1,-5 0-1,0-1 1,-4 1-1,-1 0 1,0 0-2,-5 0 1,-1 0-11,0 0 5,0 0 4,0 0 2,0 0 11,0 0-11,0 4-10,0 10 10,0 6 0,0 7 6,-4 3-2,-5 9-1,0 3 1,-1 6 5,-5 1 0,0 4-9,-1 1 0,0 6 5,3 5-4,1 4 2,-1 0 0,1 1-3,-4 3 0,-1 2 2,-4 1 0,0 1 1,-4-3-1,0-1 0,-2-4-4,2-2 5,5-5-3,2-5 0,4-3 0,1-2 2,4 2-2,3-2 1,-2-1-4,0-4 2,0-4-1,-2-3 2,-3-4-2,0 0 1,0-4 1,1-1 2,2-3 1,1-1-3,1-2-5,2-3 5,2-1 3,1-2-3,-1-4-3,1-1-1,0-2 3,-2 1 1,1-3-6,-2 0 4,-2-1-3,-2-4 5,-1 1-1,-2 0 1,-5-4 3,-6 2 2,-7-1-1,-14 1-4,-9-1 0,-13-1 0,-9-1 2,-6 0 4,-8 2-8,-2-1 4,-8-2-4,-3 1 8,-5 0-12,-8 1 12,-3 1-5,-6 0 0,-7 1 2,-2 2-3,-2-2-3,-4 0 3,1 0 0,-2-2 0,2-2-1,5 0 1,2 0 3,1-6-2,-2-1-1,0-2 2,-4 2 3,0 2-6,-2 0 5,-3 1-4,5 1 0,0 2 0,-1-2 2,4 0-3,0 1 1,0-4 0,-3 1 1,-1-2 0,-8-3 3,3-2-4,1 1 0,-4-1 7,4 1-7,0 1-1,1 1-1,2 0 4,-3 1-4,3 1 5,1-2-3,0 2 1,0 0-1,-1 1 1,-3 0-2,-1 1 1,4-1 0,-2-1 5,-3-2-4,6-1-1,0-2 1,1 2-1,6 1 1,1 0 0,3 0 2,-1 2-2,1 0 1,-1-1-2,-2 1-1,1-1 1,4-1 0,1 1 3,5-1-3,4 2 0,3 0 3,6 0-2,2 0 2,0 0-3,0 0-1,0 1 1,3 1 0,2-1 2,2 2 1,6-2-3,3 2-1,5-2-1,6 2 1,2 1 0,1 2 1,-3 1 2,2 0-2,-5 0 0,3 0 2,-1 0-5,0 0 4,0 0-2,4 1 0,2 2 1,4 3 0,6-2 4,1 2-2,2-2-2,0-1 0,5-1-5,1 1 4,2-1 1,3-1 0,-1 0 2,0-1-2,1 0 0,2 0-1,3 0 2,2 0 4,4 0-5,-2 0-2,2 0-2,0 2 3,1 3 0,-2 1 1,4 1 0,0-2 0,1 4-1,-1-2 2,-7 3-1,-3-1 1,-1 2-1,-3-1 0,-1 1-3,-3 0 3,-2-1 0,5-1 3,1-2-3,5 0 0,4-2 0,0 3-3,2-1-3,0-2 6,-5 2-2,-4-1 2,-5-2-3,2-1 1,-2-2 1,6-1 1,2 0 3,4 0-2,3 0-2,0 0 1,2-4 0,1 3 0,2-1-1,-3 1 1,8 1-2,-1 0-1,5 0 2,1 0-7,3 0 5,-1-1 1,2-2-10,-3 0 6,-4-1-1,-1 0 2,-2-2 5,-5 0-5,1 2 5,-2 1-1,0 0-2,2 3 3,-2 0 0,0 0-8,-1 0 4,4 0-1,0 0 2,2 0 3,4 0-2,3 0 3,0 0-4,4 0 6,0 0-3,-1 0 1,3 0 0,2 0 0,4 0 0,3 0-1,-2 0 2,1 0-1,-2 0 1,0 0 0,0-4-2,-3 0-2,2-1 2,-2 1 5,0-2-5,1 1 0,0-1 0,-2 2 4,3 1-2,-3 0-4,-1 2 5,5 0-6,0-1 0,5 2-2,-1-1 5,4 1 1,-1 0 1,1-2 3,-1 2-2,1 0-3,-2 0-5,-3 0 3,-3 0 1,-6 0-11,-4 0 11,-5 0-2,-3 3 3,2 0-3,-1 0 3,5-2-4,4-1 3,3 0-2,8 0-44,4 0-49,2-7-41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37:19.338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1658 787 1,'0'0'33,"0"0"-7,0 0 24,0 0 12,0 0-14,0 0-23,0 0-1,0-8-16,0 8 0,0 0-4,0 0 2,0 0-6,0 0-8,0 3 7,0 11 1,0 7 10,0 5-7,0 7 11,0 3-2,-4 4-9,-1 4-1,2 0 5,0-6-7,-1-4 0,1-4 3,-3-4-3,2-2-1,1-4 1,0-4 3,1-7-3,1-2 0,-1-4 1,2-1 0,0-2-1,0 0 3,0 0 5,0 0 0,0 0-1,0 0 12,0 0 19,0-7-10,0-9-17,-2-8-9,2-3 0,0-5-2,0-5-5,0 2-1,0 2 2,0 9-10,0 9 12,0 6 2,0 8-23,0 1-16,0 0-70,2 12-102</inkml:trace>
  <inkml:trace contextRef="#ctx0" brushRef="#br0" timeOffset="997">1509 1306 6,'0'0'39,"0"0"4,0 0-2,0 0-4,0 0 0,0 0 9,10-27-21,-10 27-6,0 0-6,0 0-13,0 0-4,0 0-5,0 10 3,0 3 6,0 1 8,0 5 4,0 0-10,-3 1 13,0 1-11,3 1-1,0-4-2,0 0 1,0-2 4,0-5-6,10-2 0,-4-5-1,1-3 1,3-1 4,1 0 2,3-14 7,3-9-12,1-4 4,-4-2-2,-5 1-3,-2 5 0,-4 6 0,-2 5 4,-1 6-3,0 3 10,0 3-11,0 0 0,0 0-6,0 0-6,0 7 3,0 13 2,0 6 7,0 6 3,0 1-3,-1 1 1,1-1-1,0-5 0,0-3-13,0-3 3,0-7-6,0-1-21,0-4-58,0-6-37</inkml:trace>
  <inkml:trace contextRef="#ctx0" brushRef="#br0" timeOffset="1573">1889 1292 61,'0'0'0,"0"0"21,0 0 14,0 0-2,0 0-2,0 0-31,0 0-2,-19-8 2,15 25-3,2 1 3,2 2-1,0-2 1,3-1-2,12-1 1,0-3 1,4-4 1,-2 0 5,-1-2-6,-1 0 2,-2 0 2,0 1 0,-4-1 6,1 2-8,-7-1-2,-3 2-4,0 0 2,0 0 4,-10 0 1,-10-2 9,-7 0 9,-3-2-3,1 0-18,-1-3 0,4-3-32,4 0-74</inkml:trace>
  <inkml:trace contextRef="#ctx0" brushRef="#br0" timeOffset="1958">1840 1235 118,'0'0'55,"0"0"-6,0 0 2,0 0-35,0 0-16,118-36-2,-76 36 2,3 0 5,-8 0-3,-1 1-1,-6 8-1,-9-3-1,-9-2-8,-9-1-1,-3-3-22,0 0-6,-3 0 21,-16 1-10,-4 2-4,-1 1-5,3 1-14</inkml:trace>
  <inkml:trace contextRef="#ctx0" brushRef="#br0" timeOffset="2632">2369 1337 87,'0'0'36,"0"0"0,0 0-32,0 0 0,0 0 1,0 0 35,22 66-5,-21-43-24,-1 0 1,0-3-2,0-2 2,0-5-8,0-5-1,-1-5-2,-1-2 3,2-1 0,0 0 9,0 0 8,0-9 5,0-13-26,6-6 0,11-2-3,-2 4 3,-1 4 0,-3 8 0,-5 6 3,-3 4-3,-1 4 0,-1 0-4,3 0-7,2 4-2,-3 10 12,2 2 1,-2-1-1,-2-2-3,1-5 4,-1-2-1,1-5 1,-2-1-5,2 0 5,3 0 5,3-9 2,1-10-7,0-1-1,1 0 1,-4 6 0,-1 3 4,-4 4-4,1 3 0,-2 3 1,0-1-1,0 2 2,0 0-2,0 0-7,0 0 4,0 0-5,0 0 3,0 9 1,0-2-3,0 1-7,0 0-32,-5 1-36,-1-1 3</inkml:trace>
  <inkml:trace contextRef="#ctx0" brushRef="#br0" timeOffset="5768">0 24 10,'0'0'62,"0"0"-15,0 0-10,0 0-12,0 0 14,0 0 2,11-23-27,-9 22-2,-2 1-4,1 0-5,7 0-3,2 0-6,10 4 6,6 7 4,6 6-1,7 3-2,8 4 7,10 6-8,8 5 5,9 7 1,6 7-4,8 4 0,3 2 1,2-3-3,-2 0 1,-8-3-1,-2 0 1,-6-4 1,-3-3-2,-1-3 0,-1-2-2,-3-5 2,-3-2 3,-4-5 0,-5-6-1,-10-4-2,-14-2 0,-10-1 0,-8-4-3,-7-2 3,-3-3 0,-1-3-2,-1 0 2,-1 0 0,0 0 0,0 1 0,0-1 3,0 0-3,0 0 0,0 0-2,0 0 0,-3 0-27,-10 0-25,-8 0-11,-4-1-42</inkml:trace>
  <inkml:trace contextRef="#ctx0" brushRef="#br0" timeOffset="6308">1394 607 59,'0'0'25,"0"0"23,0 0 11,0 0 5,0 0-23,0 0-41,-18-35-11,28 48 5,9 9 6,8 4 1,2 5 1,4 3-1,0 0 2,-2-2-2,-4-2 4,-5-5-5,-9-2 0,-9-2-3,-4-4 6</inkml:trace>
  <inkml:trace contextRef="#ctx0" brushRef="#br0" timeOffset="6468">1607 911 294,'-25'14'11,"-5"2"-2,-1 0 2,-2-1-8,0 2-1,2 2 1,0 4-3,1 1-5,6 4-16,3 2-36,8 0-48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35:02.152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77 34 189,'0'0'2,"0"0"8,0 0 32,0 0-16,0 0 9,0 0-7,-14-15-10,14 15-13,0 0 3,0 0 0,0 0-4,0 0-2,0-2 8,0 2 27,0 0-33,0 0-3,0 0 4,0 0 6,0 0-1,0 0 0,0 0-6,0 0 2,0 0-1,6 0-5,5 0 3,5 0 7,6 0-4,-1 0-2,5 0-2,0 0 2,3 0 0,2 0-3,2 0-1,1 0 0,2 0 4,4 0-2,-1 0-2,2 0 0,-1 0 0,0 0 0,-4 0 0,-5 2 0,-1 2-1,1 0 1,1 0 0,2-1 0,3-1 3,5-2 0,1 0-3,8 0 3,1 0-3,2 0-2,-2-2 2,-4 2 0,-3 0 3,-3 0-6,-4 0 3,2 0 0,1 0 1,1 0 1,2 0-2,1 0 0,3 0 2,-3 0 2,1 0-4,-3 0 1,2 0-1,-2 0 0,-4 0-1,-2 0-5,-6 0 6,-3 0 2,-2 0-1,3 0-1,-1 0 0,0 0 0,-1 0 0,1 0 0,-1 0 3,-1 0-2,-4 0-1,-1 0 0,-2 0 2,-1 0-4,3 0 2,0 3 0,-1-2 0,2 2 3,-1-3-6,-2 2 6,2-2-6,0 1 7,-2-1-3,4 0 2,0 0-3,0 0 5,2 0-3,1 0 1,2 0 4,3 0 1,4-1-7,2 1 5,2 0-5,-4-2-1,0 2 0,-5 0 0,1 0 2,-3 0 4,1 0-6,0 0 3,0 0 2,1 0-3,1 0 0,2 0 1,3 0-1,-1 0-1,-2 0 0,-3 0-1,-5-1 0,4-2 0,-2 0 4,1 0-1,-1-1-1,0 1-1,-2-1 1,2 1-2,-2-1 2,1 0-2,-7 1 0,-1 1 2,-9 1 0,-4 1-3,-2 0 2,-3 0 1,0 0 2,0 0-1,0 0-2,0 0-1,0 0-1,0 0-12,0 0-37,-3 0-44,-11 0 9,-8 0-160</inkml:trace>
  <inkml:trace contextRef="#ctx0" brushRef="#br0" timeOffset="1778">0 1107 119,'0'0'10,"0"0"-10,0 0 0,0 0 2,0 0-1,0 0 3,0 0-2,2 0 15,-2 0 13,0 0-3,0 0-4,0 0 4,0 0-2,1 0 1,-1 0-11,2 0 2,-2 0 3,0 0-3,0 0-2,0 0-4,0 0-4,0 0-5,1 0 2,4 0-4,4 1 0,6 3 13,4 1-4,4-1 1,4 0-2,4 0 0,2-1 5,3-2-7,2 2 7,1-3-9,4 0 4,2 1 1,-2 1-4,3-1-5,-5 2 0,-2 0 2,-3 0 1,-4 1-3,1 0 4,-4-1 1,2-1 2,-1-2-1,4 0-4,0 0 1,0 0-1,1 0 7,-5 0-4,-2 0-3,-1 0 2,-3 0 1,1 0-4,-1 0 6,1 0-4,2 0 6,0 0-1,0 0-6,4 0-1,3 0 9,-1 0-7,0 0-2,0 0-1,1 0 1,1 0 3,1 0-4,-1 0 2,2 0-1,1 0 3,1 1-4,3 2 0,4-2 0,4 4 0,1-3 2,3 3-2,-1-2 0,-5-1 5,0 3-9,-5-4 8,2 2-5,0-2 1,2 1 0,1-1 0,0-1 2,-3 0-2,-1 0-2,-2 0 2,0 0 6,-2 0-6,-1 0 0,-1 0 0,-1 0 0,0 0 0,-3 0-2,4 0 2,-4 0 3,2 0-2,0 0-2,1-3 1,-1-1 0,-5 1 4,-1 0-2,-6 1-2,-2 2 0,2-2 0,-3 2 0,-5-1-2,-1-1-1,-6 2 3,-1-1 0,-4 1 0,2 0 6,-2 0-6,-2 0-6,1 0 6,-3 0 0,1 0 2,1 0-1,1 0 1,2 0-2,2 0 0,2 0 1,-2 0 1,-1 0-2,-1 0 0,-4 0 1,-1 0 0,0 0 3,0 0 9,0 0-2,0 0 8,0 0-4,0 0-4,0 0-2,0 0 0,0 0-6,0 0-3,0 0 0,0 0 0,0 0 0,0 0 0,0 0 0,0 0 0,0 0-1,0 0 1,0 0 0,0 0 0,0 0-3,0 0 3,0 0 1,0 0-1,0 0-6,0 0-4,0 0-9,0 0-20,0 0-23,0 0-2,0 0-18,0-3-39,9-7-84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35:15.030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6 155,'0'0'24,"0"0"-16,0 0 0,0 0 1,0 0-5,0 0-2,-5-12 2,5 12 0,0 0 15,0 0-1,0 0 6,0 0-7,0 0-7,0 0-2,0 0-4,0 0 3,11 0 10,5 1 3,5 5-4,4-2-4,4 2-2,2-1 5,5 3-6,3-1 0,8 0 1,7 0-1,3 0-2,6-1-4,-2-2 5,-2 0-6,-3 0 0,-3-1 3,-5 0-4,-2 1-1,-4 0 3,-2 0 0,-3 2-2,1-2-1,1 1 4,4 0 1,0-2 7,2 0-8,-3 1-3,1-1 1,3 0 3,-4 0-5,-2-2 2,0 1-2,-2 1 0,-4 1 5,-1-1-4,-2-1-1,2 1-1,0-1 1,6 0 1,2 0 0,4 1 1,4-2-2,2 2 0,-3-3 0,1 1 0,1 2 0,0-3 0,2 3-2,1-2 2,0 1 0,-1 0 6,-1 0-10,-4-1 5,-4 0-1,1 1 0,-3-2 0,-2 0 0,-1 1 0,-3-1 2,-1 0-2,-1 0 0,-2 2 0,-3-2 1,-4 0 0,-3 1 3,-3-1-4,-4 0 1,-1 0-1,-4 0 0,-1 0 0,-1 0 10,-1 0-5,-2 0 4,1 0-6,-1 0-2,-1 0 6,-1 0-7,-1 0 0,-1 0 1,0 0 4,0 0 7,0 0-9,0 0 9,0 0-7,0 0 5,0 0-6,0 0 3,0 0 6,0 0 3,0 0 1,0 0-6,0 0 1,0 0-2,0 0-5,0 0-3,0 0-2,0 0 1,0 0-1,0 0 0,0 0 0,0 0 1,0 0 0,0 0 4,0 0-2,0 0-2,0 0 6,0 0-6,0 0 3,0 0-2,0 0-2,0 0 0,0 0 2,0 0-1,0 0-1,0 0 0,0 0-1,0 0-1,0 0 2,0 0 0,0 0 0,0 0-2,0 0 2,0 0-3,0 0 3,0 1 0,0-1-2,0 0 1,0 0 1,0 0-3,0 0-3,0 0-2,0 0 1,0 2-4,0-2 1,0 0-10,0 0-16,0 0-22,0 0-20,0 0-11,-1 0 9,-4 0-56,-5 0-45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35:16.964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2061 251 29,'0'0'32,"0"0"-15,0 0-4,0 0 0,0 0 2,0 0 2,0-2 4,0 2 0,0 0 17,0 0 1,0-1-9,0-1-9,0 0-18,-5-3 2,-3 0 0,1 0-3,-2-2 0,3 3 3,0 0 6,0 0 0,0 1-5,-1-1-3,1-1 2,1 3 2,-1-1-4,-4-1-1,1 0 0,-2-1-1,-3 0-1,-1-1 0,-3 0 0,-2-2 2,1 0-2,0 0 8,-1-2-1,-1 3 1,-1 0-2,2 0 10,0 2-8,2-1-2,4 0-1,2 2-2,1-2-3,0 2 2,2 0 0,-3 0-1,0 1-1,-3 0 0,-1-3-1,-3 3 3,-1-2-1,-1 2-1,-1 0 0,1 0 0,1 0 3,0-1-3,0 1 0,-1-1 0,1 2 0,0-3 1,-1 1-1,0 1 1,3-1-1,-1 1 1,5 2-1,-2-2 0,4 2-1,-1-1 1,1 2 0,-3 0 0,0 0-2,-3 0 2,2 0 0,-4 2 0,0 2 1,1 0-2,-1 0 1,0-1 0,4 1 0,0 1 3,2-3-2,2 2-1,-1-1 1,2 0-1,-1 0 0,0 0 0,0-1 2,-2 1 2,-3 1-8,-2-1 8,-1 2-3,1-1-1,1 0 0,1-1 0,3 0-1,2 1 2,-3-1-1,4 0 0,1-2 2,0 2-4,-1 1 2,2 1-1,-3 0 0,-1 2 0,-4 0 1,2 2-2,-2-1 2,0 0 0,-1-1 1,2 2-2,-4-3 1,1-2 0,1 2 0,-1-2 2,-4 0 1,1 2-3,-5-2-3,-3 0 3,2 0 1,3-1 0,1 0 0,7 0-1,1-2 2,2 1-2,4 0 0,1 0 0,0 1 0,1-2 1,-2 0-2,3 2 2,1 0-2,1 0 1,-1 0 0,2 0 1,-2-1-1,0 1 0,1 3-1,-1-2-1,-1 2 2,0 1-1,-3-1 1,0-1 3,-3 0-2,1 2-1,0-3 0,3 0 1,1 0 0,1-1 0,0 1 2,-1-1 1,0 1 1,1 2-2,-3-1-2,2 1-1,1 0 1,2 0-3,-2-1 2,2 0 0,2-1 0,0-1-3,2 0 2,-1 1 0,-1-1 1,2 1 2,-1-2-2,1 1 3,-2 1-3,-3 2 0,2 1 0,-1-1 1,2-1-1,0-2 1,1 1-1,1 2-2,-1 1 2,1 0-2,-1-1 1,1 0 0,-1-1 1,1 1 0,1-2 1,0 0 2,0 1-3,0-3-8,-3 1 8,3 1-1,0 0 0,0 3 1,0 2 0,0 0 0,0 1 0,0 0 1,0 0-1,0-2 1,0 0-1,0 1 0,0-2 0,0 2 2,4 1 1,-1 0-2,0 0 4,2-1-3,-4-1-2,1 1 0,1-1 6,0 2-3,0-2-2,0-1 1,1 0-2,1 1 5,-2-3-10,0 2 3,-2 0 2,2-1 0,0 1 0,2 0 6,2 0-5,-1 2-1,0-1-2,0 0 2,0 1 3,1-2-3,1 0 1,-2 2-2,3-1 2,0-1-2,-2 0 1,1 0 0,-1-1 2,4 2-2,-2-1-3,-2 3 3,2-1 7,1 2-7,1 0-1,1-1 1,0 2 1,3-1 1,0 0-4,3-1 2,-2 0-2,5 0 4,-2-2-1,1 1-1,0-2 0,-1 3 4,1-3-4,4 1-3,-3-1 3,0 1 0,4-1 0,-5 1 2,2-3-2,2 0 2,-2 0-1,1 0-1,-2-3 1,-1 3 2,0-1 0,1 0 1,-2 0-3,-1-1 1,3 0-1,-2 0-1,2 0 2,3-2 1,0 0 8,1-1-10,1 2 2,4 1 5,0-2-6,1 2 2,0-1 2,3 0-3,-4 1-3,-3-1 3,0 0 1,-3 1-3,-2 0 0,-1-2-1,2 2 1,-1 0-1,2-2 0,-2-1 4,2 2-3,0-2 2,1 1-3,-4-1 0,0 0 0,0 0 0,-5 1 3,1 1-3,-1 2 1,2-2-1,0-1 1,1-1 0,2 0 0,3 0 2,3 0-2,-3 0 2,1 0-2,0 0-1,-2 1 2,-1 2-2,5-1 0,-1 0 0,-3 0-2,1 2 2,-3-2 3,2-2-2,0 0-1,3 0 0,-1 0 0,2 0-1,1 0 1,2 0 0,0 0 3,0-2 0,-2 1-2,-1-2 0,-2 0-1,-1 0 2,-3 0 1,0 2-3,-2-2 3,-1 3-2,2-1-1,-2-2 3,1 1-2,0 0-1,-2-1 1,1 0 0,-3 0-1,1-1 2,-2 1 0,0-1 0,1 1-2,2-3 0,-2 1 5,-1-1-2,0 1 2,-3-1-3,0 0-1,0 2 0,-2 0 6,0 1-6,-2-1 6,-1 2-7,-1-1 0,-4 3 3,1-2-1,2-1-2,-1-2 6,1-2-2,2-1 7,1-2-2,-1-4-3,1 0 1,0-3 0,1-1-7,-2-2 1,3 0 0,-2-1-2,-1-2 2,0 1 2,0 1-3,0 1 0,-3 3 7,-2 1 11,1 1-1,-1 1-16,-1-1 7,0 0-4,0 0 1,0-1-4,0 0 0,0 1 4,0 0-5,-1 1 4,-4-2 1,-2 0-2,1-1 2,0 2-2,2 1-1,-2 1 14,1-1-15,-2 0 1,2-2-1,1 1 1,-2 0 0,1-1-4,-3-1 5,0 0-7,0 0 9,-1 0-9,2 0 7,0 3-3,1 1 1,-2 0 2,1 2-3,-1 0 1,1 0-2,-1 0 1,-2-1-1,0-1 1,-1 1 1,-2 0-1,2 0 2,-1 1 0,-1-1-2,2 1 2,1 1 2,1 0-4,1 1 2,1 4 8,0 1-3,1 0-5,0 1-1,-2 0-1,-1-1-4,-1 1 4,-2 0 2,-3 0-1,1 1 4,-2-1-1,1-1-2,-3-1 1,0 0-2,-4 0 0,-2 3-1,-3-3 0,-5 4-1,-9-1 0,-11 2-4,-18 0 1,-24 6-56,-26 16-64,-14 7-68,-9 5-34,9-6 93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38:18.794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341 527 36,'0'0'57,"0"0"-14,0 0-7,0 0-21,0 0-9,0 0-5,0 0 2,0 0 0,0 0-3,0 0 0,-2 9 6,-8 8 45,-1 5-15,-4 5-1,-4 4-20,3 2-8,-2 0 6,-3 0 2,3-4-12,0-2 5,2-2 4,2-3-10,-1 3-2,2 7 0,-4 0 3,1 4-3,2 1-5,1-3-19,4-3-15,3-4-35,3-6-48,3-8-20</inkml:trace>
  <inkml:trace contextRef="#ctx0" brushRef="#br0" timeOffset="429">17 835 10,'0'0'12,"0"0"39,0 0-20,0 0-13,0 0-5,0 0-11,0-4 0,0 16 3,0 8 27,0 10 6,0 6-13,0 5 0,0 3 0,0-3-8,-6-3-2,1-3 1,2-5 2,0-7-11,3-5-3,0-7 4,0-5-8,0-3-8,11-2 8,11-1 6,8 0 0,4-7 4,4-7-8,-2-1 3,-3-2-4,-4 1-2,-3 0-4,-6 1 0,-6 2-11,-5 3 0,-8 3 3,-1 3 1,0 4-30,-4 0-26,-8 0-150</inkml:trace>
  <inkml:trace contextRef="#ctx0" brushRef="#br0" timeOffset="1021">1275 434 42,'0'0'13,"0"0"8,0 0 0,0 0-9,0 0-9,0 0 14,-41 48 9,27-17 7,-2 3-1,-1 3 14,-3 1-11,-1 3-6,-4 0-4,0 4-5,-7 3-10,-2 2-5,1 5-5,5-5-2,6-6-34,11-8-36,8-11-102</inkml:trace>
  <inkml:trace contextRef="#ctx0" brushRef="#br0" timeOffset="1329">885 771 107,'0'0'2,"0"0"26,0 0 10,0 0-29,0 0-9,0 0-11,-7 16 11,7 14 50,0 6-7,1 8 0,2 0-10,-1 0-7,-2-2-4,0-7-16,0-1 11,0-9-8,0-3-8,0-8 0,0-6-1,7-3-1,4-1 1,6-4 3,8 0 5,4 0-1,8-4-5,2-9-2,-1-3-2,1-1-7,-4-3-1,1 1-10,-5-1-27,-7 3 1,-3 6-31,-5 1-20,-7 4-22</inkml:trace>
  <inkml:trace contextRef="#ctx0" brushRef="#br0" timeOffset="5976">3965 0 60,'0'0'0,"0"0"-17,0 0 16,0 0 2,0 0-1,0 0 5,0 0-2,-14 0 9,14 0-2,0 0 5,0 0 15,0 0 30,0 0 5,0 0-7,0 0-9,0 0-2,0 0-8,0 0-5,0 0 5,0 0-2,0 0-2,0 0-3,0 0-4,0 0 9,0 0-18,0 0-9,0 0-3,0 0-6,0 0-1,0 0-1,0 0-9,0 0 3,0 0 4,0 0 1,8 0 0,6 1 2,5 2 2,4-2-1,9-1 3,4 0-1,2 0 4,4 0-7,-5 0 1,-4 2 1,-6-1 6,-6 1-4,-5-1 0,4 0-1,2 1-1,4-1 5,9-1-7,2 2 6,7-2 2,0 0-7,0 1 1,-1 1 5,-1 0 0,-5 1-4,-4 0 2,-3-2-3,-3 2 2,-4 0-3,0-2 2,1 1-2,1-1 3,5 1-4,6 0 0,3 0 3,4 1-2,2-1 0,-1 0 2,-2 0 2,-6 1-5,-5 1 6,-2 1-4,-2-1-2,-2-1 1,2 1 3,4-1-3,5 1-1,3 0 3,4-1 0,3 2-2,3-3-1,2 3 0,1-2 5,-4 1 2,-9 0-7,-8-1 0,-9-2-1,-2 2 0,-2-2 1,1 1 0,7-1 2,1-1-2,2 0 2,6 0-2,2 0-1,5 0 1,-3 0 1,-5 0 4,-9 0-4,-7 0 0,-8 0 0,-3 0-1,-1 0 0,2 0 0,3 0 0,1 0 4,1 0-4,1 0 0,-1 0 1,-3 0-1,0 0 1,-6 0-1,0 0 0,-4 0 1,0 0 1,0 0 2,0 0 0,0 0 3,0 0-7,0 0 0,0 0 3,0 0-3,0 0 2,0 0-4,0 0 4,0 0-2,0 0 2,0 0-1,0 0-1,0 0 4,0 0-4,0 0 0,0 0-1,0 0 1,0 0 0,0 0 0,0 0-2,0 0 2,0 0-8,0 0-5,0 0-9,0 0-6,0 0-14,0 0-16,0 0-31,0 0-27,0 0-52,0 0-96</inkml:trace>
  <inkml:trace contextRef="#ctx0" brushRef="#br0" timeOffset="10451">2097 571 175,'0'0'24,"0"0"-19,0 0 22,0 0 15,0 0-15,0 0-4,0 0-4,-2-5-2,2 5 3,0 0-1,0 0 5,6 0-1,5-2 7,8 1 23,5-2 5,7-1-23,8 0 0,10-2-17,5-1-3,6 1-9,1-1-6,-1 1 1,-5 2-1,-6 1-1,-9 2-4,-9 1-3,-4 0-4,-10 0-20,-5 0-19,-6 0-9,-6 0-37,0 4-44,-8 4-11,-14 1 21</inkml:trace>
  <inkml:trace contextRef="#ctx0" brushRef="#br0" timeOffset="10820">2449 574 232,'0'0'51,"0"0"-10,0 0 24,0 0-22,0 0-33,0 0-9,-5 0-1,5 12 4,0 7 19,0 5 1,0 4 7,3 4 4,-3 1 5,2-1-16,-2 0-12,0-3-9,0 1 3,0-3-6,0 0-6,1-1-17,1-2-30,1-3-34,6-8-39,0-10-45</inkml:trace>
  <inkml:trace contextRef="#ctx0" brushRef="#br0" timeOffset="11136">2694 702 232,'0'0'18,"0"0"-16,0 0-2,0 0 10,0 0 37,0 0-10,17 98 1,-11-64 2,-1-1-12,-1 4-11,-1-3-4,-1-2 0,2-3-12,-4-6 4,3-4-5,0-5 0,-1-5 0,-2-4 0,0-3 0,0-2 0,0 0 8,0 0 4,0-4 6,-2-14-18,-8-4-10,1-3 9,0-7-2,0 0 3,0 0-3,1 2-1,2 4 4,2 4 0,-2 2 3,5 2 0,-1 1-5,2 3 2,0 0 0,0 3-1,0 1-4,0 0 5,9 0 0,1 1-3,4 2-5,5 1 4,2 3 3,2 2 1,-1 1-2,2 0-1,-2 1 1,-1 15-6,0 3 6,-5 5 2,-1-1 6,-3 2-2,0 0-2,-1-1-1,-4 0 1,0-1 0,-2-3-2,-5 0 0,0 0 0,0 0 2,-2 0 8,-9-2 0,-3-1 2,-4-3-1,0-3 2,-4 2-5,0-6 2,-1-1-7,-1-5 7,-1-1-4,6 0-6,1 0 6,0 0-4,6-4-2,3 0-1,2 0-2,4 2-4,-2-1-5,5 2-15,0-3-17,0-4-17,0-2-21,16-5-109</inkml:trace>
  <inkml:trace contextRef="#ctx0" brushRef="#br0" timeOffset="11951">3014 756 31,'0'0'0,"0"0"0,0 0 0,0 0 17,0 0 17,0 0 16,0 0-8,0 47 15,0-25-18,6 3-7,-3 4-3,0-1-4,2-1-10,-4-2-10,2-5 3,-1-6-4,-1-3-2,1-6-2,-2-3 5,0-2 0,0 0 3,0 0 11,0-8 15,0-13-16,0-9-18,0-2-11,0-1 8,0 5-8,0 3 7,0 6 2,4 7 0,0 2 1,2 4 1,2 2 0,4 1 0,0 1-4,1 2 3,4 0 0,-1 0-2,-1 10 1,-1 5 2,0 0-2,-2 3 2,-4 0 0,-1 0 0,-2-4 1,-4-4 0,2-3 0,-3-4 3,0 0-4,0-3-3,0 0 3,0 0 19,0-10 0,0-6-19,0-4-4,0-1 1,0-1-2,0-2-3,6 1 8,3 2 0,1 3 2,3 1-2,0-1 0,0 6 0,2 0-2,0 4 0,0 4 2,-3 4 1,-1 0 2,-3 0-3,-2 9-2,0 10 2,-1 5 6,1 6 6,-3 1-2,0 4 7,1 3 8,-4 2-24,0 2-1,0-3 6,0-2-6,0-3-13,-4-7-46,4-6-22,0-10-1,0-11-126</inkml:trace>
  <inkml:trace contextRef="#ctx0" brushRef="#br0" timeOffset="12748">3565 788 250,'0'0'0,"0"0"-12,0 0 12,0 0 23,0 0 2,18 75 0,-17-46 7,1 3 6,-2-1-18,0-4-8,1-5-11,-1-5 2,0-4 0,0-6-1,0-3 0,0-2-2,0-2 2,0 0 17,0-13 10,0-14-29,0-12-5,0-8-6,0-7-10,0 1 7,2 5 5,4 4 9,1 7 8,-1 4-8,0 3 7,2 4 5,0 4-10,3 4-2,1 2 0,1 5-1,-1 2 1,1 5 0,-1 3-6,1 1 5,1 0-2,0 5 1,1 12 4,-2 7-1,-1 7 11,-2 6-9,-2 2 37,-2 1-35,1 2 15,-4-1 1,2 2-1,-2-1-7,0 0-5,-2-1-3,1-3 1,1-3-4,-2-6-2,-1-5 1,0-6-1,0-4-2,0-4 0,0-4-20,0-5-40,0-1-30,0-3 11,2-17-52</inkml:trace>
  <inkml:trace contextRef="#ctx0" brushRef="#br0" timeOffset="13369">3669 883 256,'0'0'65,"0"0"-62,0 0 15,0 0-18,0 0-8,0 0 8,57-14 17,-29 12 3,-2 1-1,-4-2 1,-1 2-6,-8-2-4,-2 1-7,-7 2 2,-4 0-1,0 0 3,0 0 6,0 0 23,0 0 13,0 0-18,0 0-3,0 0-10,0 0-18,0 0-4,-9 0-65,-3 0-71,-3 3-4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38:00.90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0 230 7,'0'0'3,"0"0"17,11-92-6,-8 63 4,0 3 20,0 5-18,0 7 20,-3 4 19,0 5 9,0 3-22,0 2-16,0 0-30,0 0-5,0 20-11,0 14 16,3 15 26,-3 12 7,0 11-8,0 8 5,0 9-6,0 13 9,0 15 3,0 5-6,0 10-14,-3-1-11,3-7 3,0-3-6,0-2 1,0-4 1,0-6-1,0 3 1,0-9-1,0-7-2,0-11-1,0-16 1,0-10-2,0-14 0,-1-11-16,1-12 2,0-10-15,0-7-8,0-5-1,0 0 34,0 0-5,0-18-23,-2-13-57,-1-11-34,3-10 27,0-15-32</inkml:trace>
  <inkml:trace contextRef="#ctx0" brushRef="#br0" timeOffset="4514">1446 120 97,'0'0'3,"0"0"23,0 0-4,0 0 8,0 0 3,0 0-8,0 0-17,0-11-3,0 11 1,0 0 2,0 0 15,0 0 4,0 0-4,0 0 3,0 0-7,0 0 0,0 0-3,0 0-11,0 0-5,0 0 0,0 15-8,0 10 8,0 8 8,-3 7 4,-1 5-6,-1 3 14,5 4-17,0 4 0,0 6-1,0 8 1,0 9-1,0 3 8,0 4-6,0-5 2,2 0 3,-1-5-9,2-4 2,3-6 3,-1-6 5,-2-3-8,-2 1 7,-1 0 1,0 1-5,0-1-3,0-5-1,0-4 5,0-4-8,0 0 4,0-2-2,0-4 0,0-9 1,-1-9-2,-1-8 2,2-6 0,-1 0-1,1-2 0,-2 4-1,-4 3 0,3 1 1,-1 3 6,-1-3-6,2-1 0,0-5 0,2-3 0,1-1 0,0-3 2,0 0-2,0 0-1,0 0-4,0 0 3,-2 2 2,-1 3-18,-1 3-1,-5 4 17,3-1 4,-2-1-4,4-3 3,2-1-1,1-3 4,1-2-4,0-1-11,0 0 9,0 0-11,0 0 2,0 0-18,-2 0-8,-9-3-77</inkml:trace>
  <inkml:trace contextRef="#ctx0" brushRef="#br0" timeOffset="5775">2580 23 110,'0'0'19,"0"0"-18,0 0 11,0 0 33,0 0-9,0 0-23,3-23-12,-3 23 10,0 0-2,0 4-9,1 13 9,-1 9 36,0 6-30,0 6-3,0 6 3,0 5-5,0 5 1,0 4 13,0 3-8,0 1 4,0 1-2,0 6-5,0 5-4,0 3 4,0 2 13,0 3-15,0 0 6,0 3-3,0-1 12,0-6-13,-4-9-10,0-5-1,-1-8 3,2-7 0,0-2-4,3-4-1,-1-1 4,-1-2-1,-2 0 0,-1 0-3,-1 0 2,0 4 1,0-2-3,2-3 3,-1-11-2,2-10 2,-1-8-1,4-6-2,-1 1 0,1 0-2,-2 4 2,-2 5 3,-4 7-2,2 4 0,-6 7 5,0-2-1,0 3-2,5-7-3,2-6-1,4-7-4,1-9-18,0-4-20,0 0-4,0-24-12,6-9-70</inkml:trace>
  <inkml:trace contextRef="#ctx0" brushRef="#br0" timeOffset="6765">3499 82 128,'0'0'35,"0"0"-28,0 0-4,0 0 4,0 0 7,0 0 18,7 0-3,-5 0-1,-2 0 10,0 0-4,0 0-6,0 0 3,0 0-11,0 0-20,0 10-2,0 7-16,0 9 18,0 14 25,0 8-10,-2 10 4,-5 7-1,3 2-7,1 5-4,1 6-1,2 1 4,0 0 0,0 2 2,3-5 0,5 1-2,-3 2 9,-3 6-13,-2-2 6,0 0 10,-6-3-8,-4-7-11,2-7-2,2-4 2,-3-5 4,5-3-3,1-3-4,3-1-1,0-6 1,-2-3 0,2-8 4,-3-3-4,3-4 1,-1-4-1,-1-2 2,1-5 1,-1 0-2,2-4-1,0-1 2,0-2-4,-1-1-1,1-1 2,-2-2-2,1-1-3,1-2 0,-2 2 1,0-2 4,-1 2-13,-3 0-28,-5-2-34,-1-1-69,5-16-136</inkml:trace>
  <inkml:trace contextRef="#ctx0" brushRef="#br0" timeOffset="7716">4621 78 49,'0'0'38,"0"0"-14,0 0 9,0 0 12,0 0 11,0 0-16,1-2-8,1 2 1,-2 0-15,0 0-5,0 0-13,1 13 3,2 13 23,-1 8 6,-2 9 1,0 10-6,0 10-11,0 3 0,0 7 1,0 2-3,-2 5-2,-1 2 0,-1 3 2,-1 0 12,-3-1-5,2 4-4,-2 2 0,-1-1-5,3 0-1,2-2-4,-1-5-3,2-5 2,2-7-6,1-5 2,-2 0-2,2-6 3,-1-6-2,1-7-1,0-6 2,0-7 2,0-3-7,0-3 7,0-2-4,0-2 0,0 1 0,0-4 0,0 1 1,0-4-2,0-2 2,0-1 1,0-1-2,0-3-1,0-4 1,0-3 0,0-3-8,0 0 3,0 0 3,-2-3-12,-8-12-23,-2-9-166,0-5-74</inkml:trace>
  <inkml:trace contextRef="#ctx0" brushRef="#br0" timeOffset="8646">5920 124 87,'0'0'30,"0"0"-24,0 0 46,0 0-14,0 0-7,0 0-13,0 0-17,0 18 16,0 6 30,-3 8-30,-1 3 16,1 5 9,-3 2-13,5 4-3,-2 2 0,1 6 0,-2 5-1,-1 7-4,1 6-10,-7 3-5,2 3 11,-3 4 2,-2 0 5,1-1 1,4-3-6,1-3-9,2-5 8,3-2-9,-2-3-6,4-6 2,-2-2-5,1-4 0,1 4 1,-4 4 1,5-4-2,-1-3 3,-1-12-3,2-11-2,-1-7 2,-1-5 3,1-4-3,-1-2 4,1-5-4,-2 1-9,1-2 8,-1 1-5,0-1 5,0 2 0,2-1 0,-1-1-13,2 0 4,0-4-33,0-3-34,0 0-13,0-3 8,8-18 20,-1-13-202</inkml:trace>
  <inkml:trace contextRef="#ctx0" brushRef="#br0" timeOffset="9637">7138 182 17,'0'0'71,"0"0"5,0 0-7,0 0-15,0 0-21,0 0-17,0 0-7,-1 0-2,-2 14 3,1 9 15,1 5-9,1 10 4,0 7 9,0 8 11,1 4-21,8 9-1,-3 6 16,-3 3-20,-3 0 16,0-3-7,0 1 0,0 4-3,0 0-1,-6 2-14,-1-1 4,1-3-1,-1-2-3,3-1 7,-1-4-6,-2-5-4,1-3 6,0-6-5,0 0 4,0-2 0,-1-9-7,4-9 0,-2-12 3,4-3-3,-2-4 0,1 0 1,1 2 0,-4 3-1,1 3-1,-5 1 1,2 3 3,-1 1-3,0 0 1,0-3 0,3-2-1,2-6 2,2-7-5,1-6-9,0-2-8,0-2 2,0 0 13,0 0-15,0 0-41,0 0-30,0-9-70,0 0-97</inkml:trace>
  <inkml:trace contextRef="#ctx0" brushRef="#br0" timeOffset="10681">8276 202 60,'0'0'39,"0"0"-6,0 0 17,0 0-14,0 0-5,0 0-6,0-6-3,0 6 12,0 0-2,2 0-5,-2 0-10,0 0 3,3 0 6,-3 0 2,0 0 1,0 0-14,0 0-12,0 0-3,0 0-3,0 12 3,0 7 5,0 8 35,0 7-20,0 5 8,0 5 5,0 5-13,0 5 2,-6 4 0,4 8-10,-4 2 2,3 1 1,2-1 7,1 2-13,0 4-1,0 2-8,0 3 15,1-1-15,2 0 1,-1 1 1,-2 0 10,0-3-5,0-3 1,0-5-2,0-3 1,0-3 0,0-5-6,0-5-1,0-11 2,0-8-2,0-6 6,0-9-6,0-5 0,0-5 0,0-2 0,0 0 0,0-3 0,0 2 0,0 1-3,-2 3 2,-1-1 1,2-1-2,-1 0-3,2-3-4,0-3-10,0-1 2,-1 0-4,1 0 2,0 0-6,0 0-12,-2-18-64,2-14-168</inkml:trace>
  <inkml:trace contextRef="#ctx0" brushRef="#br0" timeOffset="11814">9716 208 10,'0'0'13,"0"0"5,0 0 13,0 0-25,0 0 36,0 0 49,0-43-25,0 42-23,0 1-6,0 0-18,0 0-12,0 0-7,0 5 1,0 18-1,0 9 18,0 9 10,0 7 8,0 3-23,0 1-6,0 2 9,-1 5-5,-4 0 11,-1 6 11,-6 2 9,2-1-7,-4 6-15,-2 5 3,2 7-7,-3 5-3,1 1 0,3-4-7,3-3-2,4-5 0,0-4 12,4-5 4,1-5-8,1-3-11,0-4-1,0-5 7,0-7-7,0-9 0,0-4 1,0-7 1,0-4-2,0-3 0,0-2 2,-2-5 2,1 1-4,-1-2 1,-1 2 0,0 5 8,-1 4 7,-1 8-4,-2 0-3,1 1-6,3-6-2,3-7-1,0-9-2,0-5-9,0-2 8,0-1 3,0 0 0,0 0 3,0 0-1,0 0-2,0 0-3,0 0-22,0 0-21,0-9-12,-6-12-64,-5-9-50,-5-10-141</inkml:trace>
  <inkml:trace contextRef="#ctx0" brushRef="#br0" timeOffset="12660">9101 749 136,'0'0'86,"0"0"-50,0 0 0,0 0 15,0 0-44,-82-46-3,58 52-3,1 12 21,3 4-10,5 5-2,8 3-4,7 1-6,0 1-1,4 2-3,17 1 4,9 4 13,4-1 9,0 0-5,-2-1-13,-8-1 8,-5 0 4,-8-3-3,-6-5-3,-5-2-8,0-6 1,0-5-1,-10-2 1,-2-3 14,-4-5 12,-2-3-4,-1-2-6,-5 0-7,4-17-4,1-3 0,5-4-7,7-1-1,7-2-9,0-1-20,7-3 9,11-2 20,5 1-25,-1 2 22,-4 4 0,0 4 6,-3 3 3,-2 1-6,-4 1 2,-1 3 4,-4-2 3,0-3 2,-2 1 6,-2-4-6,0 4 2,0 2-8,0 0 11,-9 2 2,-1 2-18,-1 4-1,-4 3-5,-3 5-10,-1 0-41,-3 8-40,4 12-28,6 1-60</inkml:trace>
  <inkml:trace contextRef="#ctx0" brushRef="#br0" timeOffset="13387">9832 919 161,'0'0'91,"0"0"-89,0 0-2,0 0 19,0 0 10,0 0 31,0 0-1,60 52-13,-30-29-2,13-1 7,18 3 5,29 0-35,25 0 6,35 1 30,29 2-5,21 0-34,21 2-5,6 2 1,-2 2 0,-2 1-8,-12 0-1,-6-1-5,-5 0 2,-14-1-2,-10-6 1,-25 0 1,-26-4 0,-28-3-1,-31-5-1,-27-5 0,-21-6-3,-17-4 1,-1 0 2,0 0 40,0 0-12,0 0-23,0 0 1,0 0-3,0 0-1,0 0-1,0 0-1,0 0-2,0 0-7,0 0-7,0 0-24,2 0-18,2 0-38,6 5-17,7 2-73,10 0 90,6-3-99</inkml:trace>
  <inkml:trace contextRef="#ctx0" brushRef="#br0" timeOffset="16163">726 488 155,'0'0'17,"0"0"-1,0 0 8,0 0 37,0 0-3,0 0-23,0-19-10,0 19-15,0 0-5,0 0-5,0 15 0,0 10 15,11 15 19,3 13 9,1 10-21,0 3 9,1 2-24,-1-6 16,0-1-8,-3-3 7,-3-4-13,-1 0 5,-1-6-12,-1-4 3,-2-9-5,1-5 0,-2-5-4,0-7-6,1-4-27,-4-2-29,3-4-30,0-3-45,-3-5-98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35:55.252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11385 0 384,'0'0'4,"0"0"-4,0 0-5,0 0-123</inkml:trace>
  <inkml:trace contextRef="#ctx0" brushRef="#br0" timeOffset="8054">4491 5661 6,'0'0'49,"0"0"22,0 0-21,0 0-18,0 0-9,0 0 0,0 0-2,0 0 4,0 0-17,0 0-8,0 0-12,0 0-18,-1-4-50,-5-7-50</inkml:trace>
  <inkml:trace contextRef="#ctx0" brushRef="#br0" timeOffset="36800">17942 5135 30,'0'0'30,"0"0"-15,0 0 1,0 0-13,0 0 8,0 0-7,0 0-3,0 2 5,0-2-4,0 0-1,0 0 4,0 0 5,0 0-8,0 0-2,0 0-2,0 0-12,0 0-24,2 0-44</inkml:trace>
  <inkml:trace contextRef="#ctx0" brushRef="#br0" timeOffset="46262">11279 6716 6,'0'0'14,"0"0"-6,0 0-7,0 0-1,0 0-9,0 0-2</inkml:trace>
  <inkml:trace contextRef="#ctx0" brushRef="#br0" timeOffset="48152">15654 6731 6,'0'0'10,"0"0"-6,0 0 1,0 0 55,0 0-9,0 0-21,0 0-3,0 0 16,0 0-12,0 0-19,0 0-6,0 0 7,0 0 6,0 0-9,0 0 7,0 0 4,0 0-4,0 0 7,0 0-1,0 0-6,0 0 2,0 0-9,0 0-6,0 0-4,0 0 1,0 0 0,0 0 1,0 0-2,0 0-1,0 0 1,0 0-10,0 0-7,0 0-3,0 0-21,0 0-35,3 0-66,10 3 69,8-2-30</inkml:trace>
  <inkml:trace contextRef="#ctx0" brushRef="#br0" timeOffset="124172">0 7090 1,'0'0'8,"0"0"17,0 0 9,0 0-34,0 0-2,0 0-16,0 0-20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36:03.75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480 219 14,'0'0'4,"0"0"-4,-85-64 0,40 39 0,-8-1 4,-8-2 2,-11 3-6,-9 0-11,-2-1-6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36:04.918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1372 1,'0'0'0,"0"0"-1,0 0 1,0 0 1,0 0 5,0 0 3,-2-2 5,2 2-3,0 0 21,0 0 25,0 0 10,0 0-23,0 0-8,0 0 11,0 0-1,0 0-10,0 0-16,0 0 3,0-2-9,0 2 6,0 0-4,0 0-9,0 0-4,0 0 9,0 0-12,5 0 7,4 0 9,2 0 13,2 0-8,0 0 0,5 3-12,6 0 2,2 3 2,7-2 1,2 2-1,1-1-10,-1 2 5,3 1-6,0 2-2,-2-1 7,-2 1-5,-1 2 0,-1-2-1,-2 0-1,-1-2 3,1-1-2,2-2 6,-1 1-3,2 1 19,-2-3-15,-1 3 8,1 0-13,-2-1 0,0 1 4,1-2-4,-2 0-3,2 2 5,0-2-5,3 3 0,1-4 3,1 2-6,1-2 7,-2 2-3,2-2-1,1-1 0,-3-2-1,-1 2 2,-3-2-1,-5-1 0,1 2 0,8-1 1,5-1-1,9 0 8,2 0-4,-2 0-2,-8 0 0,-2 1-2,-4-1 0,-3 2-1,-1-2 1,-2 0 0,-4 0 1,-6 0-1,0 0 1,-2 0 2,-5 0-1,-1 0-2,4 0 1,-4 0 0,1-6 0,0 2 2,-3-2 0,-2 4 3,-1-6-5,0 1 5,3-3-5,-1-1 2,1 0-2,-2-2-1,1-1 5,-1-1-5,-1-2-1,1-1 1,-3 3-3,-2 1 0,-1 0 3,0 1 0,0 2 3,0-2-2,0 0 4,0-1 2,-4 0-7,-1-4 0,2 0-1,-1-2-4,-1 0 4,-2-1-4,1 1-1,0 0 1,0 3-2,0 2 6,-1 1 1,-1 0-1,2 0 1,-3-1-2,-1 1-3,-2-1-2,0 1-8,-5 0-9,4 0 13,-2-2 2,1 2 7,0 0-7,3 0 7,-2 0 2,1-2 2,0 2-2,-4 0-3,2 0 2,-2-2-2,1 2 1,-2 0-1,4 3 2,1 1 1,2 1 0,-1 2-1,-4 2 0,-3-1-13,-3 0 1,-4 2 9,-5 0-5,-6 0 8,-3 0-2,-2-1-3,2 1 6,3 1 1,2-1 2,-1 1-3,0 0 2,2 2-6,0-1 8,0 2-4,-2 0 3,-7 0-3,-4 0 0,1 0 1,-1 0 0,1 2 1,-1-2-1,2 1 2,2 1-3,4-2 0,-1 1 0,-2-1 21,4 3-11,-4 1-6,5 2-4,4 1 0,4 1 0,4 1-1,2-1 1,1-1 0,2 0 1,3 0 0,0 2-1,1 1-3,-1-2-1,1 1 1,0-2 1,1 0 2,1-1 2,0 2 0,-2-1-2,0 0-1,1 0 0,3 0 1,2 1 0,-2 1-6,1 1 6,1-1-7,4-1 6,1 0 0,1-1-5,-3 2 5,3-1 2,-3 3-4,1 2 7,1 2-8,-1-1 7,2 0-3,-1-2 0,3-2-3,1-2-1,0 1 2,0-3 0,0-2 2,0-1-1,0 0 1,0-3 1,0 1 3,0-1-1,0 0 0,0 0 1,0 0 1,0 0 2,0 0-3,0 0 5,0 0-1,0 0-6,0 0-1,0 0-1,0 0-2,0 0-13,0 0-16,0 0-46,0 0-77,0 0-32,3 0-81</inkml:trace>
  <inkml:trace contextRef="#ctx0" brushRef="#br0" timeOffset="2737">2906 1453 42,'0'0'67,"0"0"32,0 0 7,0 0-39,0 0-7,0 0 18,0 0-11,0 0 43,0 0-83,0 0 3,0 0 2,2 0-14,-2 0 3,1 0 2,2 0-6,4 0-1,5 0-2,11 0-3,11 0 1,9 0-3,14 0 6,12 0-11,16 8-1,7 1-2,2 1-1,-4 0 1,-10 0-1,-10-2 0,-7 1-2,-6-4 0,-12 1 2,-9-5 0,-10 1 3,-6-2-3,-8 0 0,-4 0 2,-3 0 0,-2 0 1,-2 0 2,-1 0 2,0 0-1,0 0-5,0 0 8,0-2-6,0 2-3,0 0 0,0 0-1,0-1-3,0 1-6,0 0-2,0 0-15,0 0-22,0 0-26,0-2-40,0 1-12,0 1-71,0 0-51</inkml:trace>
  <inkml:trace contextRef="#ctx0" brushRef="#br0" timeOffset="6599">3227 15 26,'0'0'18,"0"0"-3,0 0 17,0 0 0,0 0-25,0 0 0,-11-8-1,11 8-2,0 0-2,0 0-1,0 0 3,0 0-4,0 0 1,0 0 3,0 0 0,0 0 1,0 0 8,0 0 6,0 0 6,0 0-12,0 0 5,0 0-3,0 0 1,0 0-9,0 0 0,0 0-1,0 0 6,0 0-7,0 0-5,0 0-3,0 0 1,0 0 1,0 0 0,0 0-2,0-1-3,0 1-15,0-3-49,0 0-61</inkml:trace>
  <inkml:trace contextRef="#ctx0" brushRef="#br0" timeOffset="7508">3546 249 10,'0'0'70,"0"0"9,0 0-9,0 0-10,0 0-5,0 0-14,0 0-16,0 0 1,0 0-7,0 0-19,0 0 0,0 0-1,0 0 1,0 0 1,0 0-1,0 0 7,0 0-7,0 0 5,0 0-4,0 0-1,0 2-7,0 2 0,8 2 7,2 2 1,-3 1 6,-1-2-7,2-2-4,-2 0 1,1-3 1,-1 0-1,-4-2 2,-1 0-5,-1 0 4,0 0 2,0-11-28,0-2-52,-3 3-14,-7 4-60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36:08.56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0 1,'0'0'56,"0"0"38,0 0-2,0 0-33,0 0-1,0 0-5,0 0-13,0 0 3,0 0-7,0 0-5,0 0-4,0 0-4,0 2-4,13 1-5,13 2 17,8-1 4,9 4-11,11-3-10,7 1-7,8 1 4,11-1-3,4 0-6,3-1 3,-4 0-5,-4-3 0,-3 1 3,-9 0 0,-7-2-3,-12 2 0,-9-2-3,-11-1 6,-7 0-1,-5 0 10,-5 0 10,-7 0 8,0 0 4,-2 0-5,-2 0-14,0 0-10,0 0-4,0 0-2,0 0 1,0 0-10,0 0-3,0 0-11,0 0-10,0 0-17,-2 0-40,-9 0 3,-1 0-78,0 0-13</inkml:trace>
  <inkml:trace contextRef="#ctx0" brushRef="#br0" timeOffset="759">1840 33 70,'0'0'75,"0"0"51,0 0-48,0 0-17,0 0 8,0 0-7,0 0-14,0 0-5,10 0-4,11 0-8,10 0-6,7 0 1,9 0-15,10 0-2,9 0-9,5 0 4,7 1-4,-4 4-1,-3 0 0,-6 3 2,-2-3 0,-6 0-1,-5-3 1,-5 0 1,-8-2-1,-6 0 1,-8 0-2,2 0 0,-1 0 4,-2 0-3,-5 0-1,-8 0 0,-7 0 0,-1 0 0,-3 0 1,0 0-1,0 0 3,0 0-2,0 0-1,3 0 0,-3 0-8,1 0-8,-1 0-1,2 0-23,-1 0-31,1-3-84,4 2-1,6-1-104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36:10.13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42 63,'0'0'132,"0"0"4,0 0 0,0 0-38,0 0-20,0 0-2,0 0-9,11-3-18,7-4-11,10 0-6,6 0-5,2 0-20,9 3 5,7 2-6,6 1-6,9 1-1,-1 0-1,-6 0 2,-8 0 3,0 0-3,-4 0-3,0 0 3,-2 0 2,-7 0-1,-6 0-2,-10 0 2,-6 0-2,-4 0 2,-7 0-1,-1 0 1,-4 0-2,1 0 0,-2 0-23,1 0-22,-1 0-34,0 0-19,0 1-28,-12-1-8,-21 0 20,-14-5-166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36:51.34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12883 0 29,'0'0'26,"0"0"-7,0 0-8,0 0-3,0 0 4,0 0-5,25 42-1,-25-39 2,2-1-3,-2-1-2,1-1-1,-1 0 0,0 0-2,0 0-15,0 0-53</inkml:trace>
  <inkml:trace contextRef="#ctx0" brushRef="#br0" timeOffset="145025">13863 4243 107,'0'0'164,"0"0"-139,0 0-10,0 0-15,0 0-32,0 0-39,50 7-11</inkml:trace>
  <inkml:trace contextRef="#ctx0" brushRef="#br0" timeOffset="147591">16304 1598 263,'0'0'49,"0"0"-37,0 0 33,0 0-40,0 0-5,0 0-68,5-22-141</inkml:trace>
  <inkml:trace contextRef="#ctx0" brushRef="#br0" timeOffset="257937">0 7374 42,'0'0'25,"0"0"-16,0 0-5,0 0-4,0 0-1,0 0-35,0 0-7</inkml:trace>
  <inkml:trace contextRef="#ctx0" brushRef="#br0" timeOffset="305817">6150 950 135,'0'0'0,"0"0"-17,0 0-4,0 0-20,0 0 13,0 0 22,9-5-16</inkml:trace>
  <inkml:trace contextRef="#ctx0" brushRef="#br0" timeOffset="306438">6271 7989 114,'0'0'0,"0"0"-90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38:54.300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7111 24 5,'0'0'20,"0"0"5,0 0-9,0 0 5,0 0 8,0 0-1,0 0-18,0-16-2,0 16 9,0 0 5,0 0 0,0 0 4,0 0 20,0 0-14,0 0-14,0 0-5,0 0-3,0 0 0,0 0-1,0-1-4,0 1-3,0 0-1,0 0 1,6 0-2,8-1 1,11-1-1,8 1 2,4 1-1,5 0 4,1 0-4,9 0 2,6 0-3,6 4-1,5 0 1,-5 1 0,-2-1 1,-6-1 2,-6 0 0,-4-1-3,-4 3 0,-4-2 3,-4-1-3,-2 0 0,-5-2 1,-6 1 0,-5 1-1,-4-2 0,-4 0 0,-4 0 1,-3 0 5,-1 0 9,0 0 0,0 0-3,0 0-1,0 0-7,0 0-3,0 0 2,0 0-3,0 0 0,0 0 0,0 0-1,0 0 1,0 0 0,0 0 1,0 0-1,0 0 2,0 0-2,0 0 2,0 0-3,0 0 1,0 0 0,0 0-1,0 0 1,0 0-2,0 0 5,0 0-4,0 0 1,0 0-3,0 0 1,0 0-4,0 0-11,0 0-7,0 0-15,0 1 14,0 1 7,0 0 5,0 0-10,0-1-2,0 2-21,2 0-44,1 2 2</inkml:trace>
  <inkml:trace contextRef="#ctx0" brushRef="#br0" timeOffset="7289">0 1173 22,'0'0'51,"0"0"-18,0 0-1,0 0-19,0 0 12,0 0-3,0 0-6,11-27 27,-8 25 9,-3 2-41,2-1-3,-2 1 6,0 0-5,0 0-3,1 0 2,-1 0-5,0 0 1,0 0 0,0 0-4,0 0-2,0 0 2,0 0-5,2 0 4,1 0-1,1 0 2,2 0 0,-2 3 3,2 2-7,-1 1 3,-1 0-1,1 0 2,-1-1 1,1 1-1,-1 0 0,-1 2 0,0 1 2,0 0-2,-1 0-2,-1-1 2,1-2 0,-1-1 0,1 0 1,-2-1-1,1 0 1,-1-1 0,3-2-2,-3-1 1,0 2 0,0-2 0,0 0 0,0 0 1,0 0 1,0 0 0,1 0-2,-1 0-2,0 0 2,0 0 0,0 0 0,0 0 1,0 1-2,0-1 4,0 0-6,3 0 3,0 3 0,3-1 1,4 2 0,0-1-1,3 0 0,4-1 4,-2 1-1,2 0-3,0-3-1,4 0 1,-1 0 0,2 0 2,1 0-1,0 0-1,-5 2 2,-2-1-2,-2 0 0,0 2 0,0 0 0,-1 0-2,1 1 2,-2-1-1,4 1 0,-4-1 1,3 1 2,-4-2-2,0 3 0,0-1 0,-2-1 0,1 0-2,-1 0 3,-1 1-1,2-1 0,8 0 0,0-1 0,1 0 1,2-2 1,1 1-2,-2-1 7,1 0-7,-2 0 3,-2 0 3,0 0-2,2 0-4,6 0 0,9 0 2,8 0 1,6 0-2,2-3 0,-3 1 0,-6 0-1,-11 2 1,-7 0-1,-4 0 0,0 0 0,1 0-1,4 4 1,2 1 5,4-2-4,3-1 0,3 0 0,0 1 4,0-2-3,-5 2 0,-1 0-1,-5 1-1,-3 0 0,4-1 1,1 0-1,0-3 0,7 0 6,0 0-6,2 0 2,0 0-2,-3 0 3,-2 0-3,-4 0 0,-8 0 0,-2 0 0,-4 1-3,-1-1 2,2 1 1,2-1 0,3 0 4,4 0-4,5 0-2,2 0 2,4 0 0,1-1 2,-1-3-2,-2 0 0,0 0 0,-2-2 0,-1 2 1,-1-2-1,3 0 0,4 2 3,3 0-3,-1-2 0,-1 3 0,-2 2 0,-2 1 2,-7 0-2,0 0-2,-5 0 2,-2 0 0,-2 0 2,-1 0-2,4 0 1,1 1-2,2-1 2,0 0-1,1 0 0,-2 0 1,-2 0 1,-5 0-4,-1 0 3,-5 0-4,-2 2 5,-2-2-3,-2 0 1,3 0 0,0 0 0,1 0 2,3 0-2,0 0 1,-3 0 0,-2 0 1,-1 0-2,-1 0 0,-1 0 0,2 0-2,3 0 1,1 0 1,2 0-2,-1 0 1,-2 0 1,0 0 0,-5 0 0,1 0-3,-1 0 1,-1 0 1,0 0 2,3 0-3,2 0 5,2 0-3,5 0 0,2-3 0,1-2 0,0 1 3,-3 0-3,-4 2-4,-5 0 4,-1 0 6,-1 1-4,1 0-2,-2-1 1,0-1 2,1-1 0,-1 0-3,2 0 2,-1 0-2,-1-2 1,0 0-1,0-2-1,0-1 1,0-1 4,0 0-3,0-1 5,-3 0-5,2-2 3,1 2-4,0-2 1,-3-1 0,3 0 1,-2 0-1,-1-2-1,3 1 0,0 0 3,0-4-3,0 0 0,0-1 0,0-3 0,0 2 0,2-2 0,4 2 0,1 2-2,-1 3 2,-3 2-1,3 2 3,-4 2-2,-1 2 0,1 0 0,-2 2 0,1 2 0,-1 1-2,0 2 1,0 1 1,0 0 2,0-2-2,0 2 0,0 0-1,0 0 1,0 0 0,0 0-6,0 0 5,0 0-10,0 9 5,0 4 4,0 4-1,-3 3 1,0 0 1,-3 0 1,3-1 0,-3 0-1,2-1 1,-1 1-3,1-1-1,2 1-27,2-1-39,0-7-117</inkml:trace>
  <inkml:trace contextRef="#ctx0" brushRef="#br0" timeOffset="9907">3287 1326 38,'0'0'63,"0"0"-8,0 0-13,0 0-18,0 0-3,0 0 4,0 0-11,0 0 15,0 0-10,0 0 1,0 0-10,11-4-8,-1-2 2,5 2-4,6 0-1,6 1 1,10-1 3,11 0 0,7 1-3,6 2 1,3 1-1,3 0 3,4 0-3,2 0 0,-5 0 0,-5 3 1,-6 2-1,-9-2 0,-1 1 0,-2-1 0,4 1 1,-1 0 0,-5 2 0,-5-2-1,-9 1 0,-6-3 2,-10 1-2,-4-3 0,-3 2 0,-6-2-2,0 0 2,0 0 4,0 0-2,-6 0 8,-10 0-10,-10 0-12,-6 0-19,-12 0-39,-2 0-48</inkml:trace>
  <inkml:trace contextRef="#ctx0" brushRef="#br0" timeOffset="10597">3413 1036 12,'0'0'49,"0"0"6,0 0-3,0 0-16,0 0-15,0 0-11,4-4-10,-3 4-4,-1 1 3,0 10-1,0 3-1,-10 5 3,-6 1 4,-8 4 5,-4-1 2,-2 4 2,-2-1-6,6-2 9,0-3-16,8-3 0,0-1 2,3-3-2,4-1 1,5-3 3,1-3-4,4-3 1,1-1 0,0-2-1,0 1 0,0-1 2,0 1-4,0 0 0,0 3-1,0 2 3,6 1 3,10 4 4,3-1-4,7 3 3,2-3 3,3 2-1,1 1-3,2-3-4,-1 2 0,0-2-1,-5-2 0,-6-2 4,-8-2-4,-4-1-2,-7-2 2,-1-1 0,-2-1 2,0 0 0,0 0-1,0 0-1,0 0 3,0 0-2,0 0-1,0 2-7,0-1-27,0 5-23,0 4 7,-11 0-31,-7-2-33</inkml:trace>
  <inkml:trace contextRef="#ctx0" brushRef="#br0" timeOffset="11775">5361 1276 5,'0'0'36,"0"0"5,0 0 33,0 0-14,0 0-14,0 0-23,0-72 0,0 69 5,0 3-14,0 0-8,0 0-6,0 0-4,0 10-3,0 8 7,0 8 0,0 5 2,0 4-2,0 2 6,0 1-4,0-2-1,-2 0 2,-1-4-3,-2-1 1,0-3 3,-1-1-4,-1-4-1,-1-2-6,-1-3-31,0-4-37,3-8-76</inkml:trace>
  <inkml:trace contextRef="#ctx0" brushRef="#br0" timeOffset="12150">5093 1482 17,'0'0'65,"0"0"-2,0 0-13,0 0-48,0 0 0,0 0-1,71-10 2,-23 10 2,5 0 1,7 0-4,6-1 0,-1-5-2,0 0 4,-9 1-4,-15 1-3,-13-1-4,-10 0 7,-9 0 0,-3 1 1,-5-2 4,1 1 2,-2-1 10,0 2 9,-2-1-6,-11 4-16,-6 1-4,-4 0 0,1 0-3,-1 10 3,3 6-2,1 1 1,6 0-4,1 1 5,6-1 0,4-3 0,2-3-1,0-2-8,0-2 6,5-4-5,4 0 3,6-3 5,6 0 0,1 0 1,2-13 3,-3-3-4,-3 2 1,-7 0-2,-4 4 2,-1 3 1,-5 1 15,-1 4 3,0 0 5,0 1-17,0 1-3,0 0-5,0 0-2,0 0-6,0 8 3,0 10 5,-8 4-3,2 0 3,4 0 0,2-4 1,0-2-1,0-3-2,2-1-3,12-5 5,4-3 0,5-4 1,4 0 4,2-7 0,4-17 0,8-9-3,0-6-1,-2-6-1,-6-2-5,-9 2 5,-11 3 0,-7 4 2,-3 2 2,-3 8 4,0 5 5,0 7 0,0 3-3,0 7-4,0 2-2,0 3-4,0 1-1,0 0-1,0 0-7,4 0 3,-1 11 5,2 6 0,-5 4-1,0 7 4,0 4 2,0 2-4,-12 3 3,-3 0-3,-1 0 3,1-3-2,-1-4-1,4-1 0,-1-5-4,6-6-16,4-3-41,3-9-82</inkml:trace>
  <inkml:trace contextRef="#ctx0" brushRef="#br0" timeOffset="13071">6283 1283 129,'0'0'31,"0"0"63,0 0-43,0 0-25,0 0-26,0 0-8,-13 17 3,-16 8 5,-5 5 0,-5-5 3,-3-1 1,2-4-3,4-4-1,5-4 2,9-5-2,8-4 2,7-1-1,5-2 1,2 0 5,0 0 8,0-5-13,0-6-2,9-2-7,2 3 6,3 2-1,-1 2 0,-3 0 1,2 5 1,0 1 0,1 0 0,1 0-1,2 4-2,-1 9 0,1 3 3,-2 2 0,1 5-3,-3 2 3,0-1 2,4 2-1,-1-4 1,6-2-2,0-5 0,1-5 3,7-1-3,-1-8 0,2-1 0,1 0-2,-1-8 0,-2-9 0,1-5 2,-4 0 1,-3 0 1,-4-3-2,-5 4 0,-5 1-1,-5 5 1,-3 1 2,0 2 14,0 2 3,0 3-6,-4 3-3,-3 3 5,2 1-14,-3 0-1,-4 10-6,-4 10 1,1 4 5,-1 3-1,7 2-1,6-1-1,3-1 2,0-3-1,19-1 2,5-6 0,6-5 0,10-2 0,8-5 0,11-2-3,9-3 3,-3 0 0</inkml:trace>
  <inkml:trace contextRef="#ctx0" brushRef="#br0" timeOffset="15457">7566 1335 6,'0'0'22,"0"0"24,0 0-2,0 0 10,0 0-2,0 0-33,7-44-2,-7 44-11,-4 0-4,-3 0-1,-8 0-1,-3 3-6,-6 10 6,0 1 0,-4 3 3,-1-1-5,3 1 4,0 1 1,7 0-1,4 0-2,4 1 0,4-2 0,4 1 0,3 0-2,0-1 2,0 0 0,3-2-1,12-2 0,5-1 1,5-5-5,6-2 1,4-2-3,3-3-13,1 0-27,-2 0-37</inkml:trace>
  <inkml:trace contextRef="#ctx0" brushRef="#br0" timeOffset="15839">7742 1466 67,'0'0'44,"0"0"19,0 0-33,-94-15-17,74 15-2,3 11-11,1 5 0,2 2 1,4 3-1,5-1-1,5-2-4,0-1-10,10-6 10,7-1 3,7-6-4,4-4 4,2 0-2,-2-8-10,-1-10-11,-9-2 25,-5 3-1,-6 3 2,-6 4 25,-1 4 23,0 3-4,0 3-6,0 0-39,0 2-9,0 14 5,0 4 0,0-2-2,0-2-14,9-2 17,4-5-6,4-3 7,-1-6 1,-1 0-2,0 0 5,-4-16-2,-1-4 2,0-5 2,1 0-3,-2 0 3,3 5-4,-5 3 2,1 7-2,-1 3 0,0 5 0,0 2-1,-1 0 0,1 5-3,2 7-2,-2 7 6,1 0 0,0 4-2,3 1 2,6-2 1,4-1 4,-1-4-5,5-5 0,-3-5-3,0-6 3,-2-1 4,-1 0-2,0-11 2,-2-8-4,1-6 2,-2-3-2,0-2 4,-3 1-4,-3 1 1,-4 3 4,-5 7 15,-1 5 1,0 5 20,0 4-23,0 3 3,0 1-21,-4 1-3,-8 18-4,-2 7 6,5 2 1,4-1-1,5-2-4,0-2-1,4-3 3,15-3 3,10-3 0,10-6-5,11-2-1,14-6-7,5 0-13,1 0-10,-9-3-54,-10-6-86</inkml:trace>
  <inkml:trace contextRef="#ctx0" brushRef="#br0" timeOffset="16701">9131 1351 116,'0'0'21,"0"0"41,0 0 1,0 0-10,-49-72-23,36 72-24,-3 4-6,-4 20-1,-2 5-4,5 3 3,5-2-1,9-1-5,3-4-7,3-4 11,16-5-3,5-8 3,0-4 4,6-4 0,2-1 4,-1-16 1,0-5 2,-4-8-2,-5-3-2,-4 0-2,-4 2 0,-4 2 3,-1 6-4,-3 6 7,-2 5-6,1 5 2,0 3-3,3 2 0,4 2-4,6 0-2,-1 10 5,-1 15-1,-4 5-2,-7 10-2,-5 6 5,0 7 1,0 3 0,-8 3 7,-3 4-7,0-1 2,0-3 7,3-1-9,5-6 1,1-5 0,2-8 2,0-5-3,0-4 0,0-8 0,0-6 0,4-11-4,5-5 4,10-3 8,6-21-1,3-11-7,-1-6 0,-8 1 0,-12-3 3,-7 6-3,0 2 1,-17 4 17,-12 6 4,-2 4-9,5 6 5,9 8-3,9 6 1,7 1-16,1 0-12,0 0-6,13 14-11,17 3 18,16 0-2,10-5-7,7-2-24,0-7-48,-12-3-65</inkml:trace>
  <inkml:trace contextRef="#ctx0" brushRef="#br0" timeOffset="17767">10359 1055 94,'0'0'45,"0"0"16,0 0 10,0 0-16,0 0-12,0 0-9,0-60-14,0 60-20,0 0-10,0 20-3,2 12 11,-2 9 2,0 8 0,0 5 9,-3 3 1,-7-2-8,3 0-1,4-5 1,3-3-2,0-6 0,0-6-20,2-7-24,5-8-48,-1-10-58</inkml:trace>
  <inkml:trace contextRef="#ctx0" brushRef="#br0" timeOffset="18076">10111 1408 150,'0'0'41,"0"0"-28,0 0 11,0 0-24,0 0-9,0 0 9,102-8 3,-47 8-1,-1 0 2,-3-10-4,-1-7 1,1-5-4,0-7 3,2-3-3,-5-1-14,-9 1 3,-14 4 14,-11 2 6,-10 4 12,-4 5 10,0 3-12,0 4-2,0 5 10,0 2-15,0 1-3,0 2-6,0 0-9,-4 18-6,-4 9 12,-2 7 3,0 4 6,-1 2-6,5 2 0,3-3-3,3 1 2,0-5-2,1-4 0,10-5 2,3-7-1,2-5-4,-3-5-4,4-6-1,-4-3-3,5-4 14,4-18 0,1-4 0,4-4 0,-5 0 1,-3 7-1,-5 3 5,-7 8 7,-1 5 25,-6 4 1,0 3-24,0 0-14,0 3-12,0 16 11,0 3-3,9 3 4,6 2 0,9-2 2,4-4 0,8-3-2,2-4 0,2-5-2,-5-5-5,-2-4 3,-4-2-2,-3-16 2,0-9 3,-5-4-2,-5-2-2,-7 3 5,-6 3 0,-3 6 1,0 2 19,0 8-3,-4 4-8,-2 4-4,-1 3-5,-4 0-2,-3 18-5,0 6 6,3 4 1,6-2-6,5 1-6,0-3 12,11-3-5,7-3 4,-2-5 1,5-5 0,1-6 0,5-2 0,2-6 0,5-13-5,-1-5 4,-4-6 1,-6-1-3,-1 0 3,-4 4 0,-4 4 2,0 8 2,-1 4-4,-3 5-2,5 3 1,0 3-3,3 0 3,0 3 1,3 13-1,-2 2 0,-4 6 1,0 3-4,-8-2 4,-2-1 3,-5-1-3,0-5-5,-8-2 5,-8-7 0,1-3 6,-1-3-3,4-3 2,1 0-1,4 0-2,4-7 3,3-6-5,0-1-1,3 0 1,13-2 0,1 1 0,8-4 0,5 0 1,4-2-1,6-4 0,-2 2-1,-7 2 1,-7 1 3,-11 3-1,-8 2 22,-4 6 8,-1 2 12,0 1-26,0 5-12,0 1-6,-4 0-4,-11 11-3,-3 11 3,4 7 4,6 0-7,8 1-6,0-3 13,11-3-1,12-6-5,5-5 6,11-5 4,3-6-1,4-2-1,0 0-2,-4-6 0,-9-4 0,-9 2-4,-9 1-1,-11 4 5,-4 1-9,0 2-42,-19 0-69,-12 0-110</inkml:trace>
  <inkml:trace contextRef="#ctx0" brushRef="#br0" timeOffset="19965">7007 2364 11,'0'0'27,"0"0"-17,0 0 14,0 0 1,-2-72-18,-5 60 28,-1 5 42,-4 2-41,-3 1-27,-7 4-7,-8 0 3,-3 0-5,1 2 8,0 11-5,2 4 4,5 4-6,4 2 4,8 1-3,7 0-2,6-1-8,0-4 8,6-1 3,16-4 1,8-4-3,4-5 4,4-5-3,-1 0-2,-3-15 0,1-8 4,0-10-4,-4-8 6,-1-10-6,-1-9 0,-5-10-3,-3-2 3,-4 6 0,-5 7-1,-3 12-1,-4 14 2,-5 7 3,0 8 6,0 5 16,-5 4-14,-1 5 11,2 4 3,1 0-25,0 7 0,-2 19-6,-2 12 2,4 7 4,0 9 0,3 7 0,0 6 2,0 4 1,0-1-3,0-5 2,0-4-3,0-9 1,0-4 0,3-9 1,3-9-1,6-6-5,0-11-3,6-6 7,3-7-5,4 0 1,5-8 5,1-18-6,-2-8 5,-3-5 1,1-4 0,-5 0-2,-3 2-4,-5 3 4,-8 4 2,-3 5 0,-3 7 0,0 4 10,0 4 0,0 5 3,-1 3-1,-1 6 1,-1 0-13,-1 12-9,-2 11 5,0 6 2,5 0 2,1 0-6,0-7 5,0-2-3,10-4 1,0-4-3,3-3 2,0-5-2,0-4-7,3 0 11,1-7 2,2-13 2,0-7-2,-3-1 0,-4 0 1,-4 2-1,-1 8 1,-6 4-1,1 4 15,-1 6 0,-1 3 8,0 1-23,0 0 0,0 8-16,0 13 11,0 6 5,0 3-1,0-1 3,6-1-1,3 1-1,4-2 0,1-5 0,4-4 0,1-5-3,-1-4 2,4-6-8,2-3 7,4-2-11,0-19 13,0-7-12,0-10 5,-2-6-3,-4-4-4,-7 0-7,-6 6 20,-9 6 1,0 10 15,-9 9 6,-5 4-18,4 7 19,1 6-12,5 0-10,1 11-6,3 16 0,0 8 0,0 2-5,9 1 7,5-2 4,0-2-3,2-5 3,-4-3 0,-1-4-1,-2-4-3,-5-4 1,2-2 3,-1-4 0,5-4-2,3-4-3,11 0-1,9 0 2,6-17 4,1-4-10,-3-4 0,-8-3 8,-10-2-5,-6 4 7,-6 3 0,-7 4 1,0 6 24,0 4-3,-4 3-15,-4 3-2,3 3 2,-2 0-7,-2 5-6,0 8 6,0 4 0,6 1-4,3-4-12,0-3-5,18-5 9,10-5-20,5-1-10,-2 0-14,-10-7 9,-7-1 36,-10 1 11,-4 4 60,0 0 12,0 1-17,0 2-47,2 0-8,1 0-14,4 9 10,6 2 2,4-1 1,5-3 1,5-3 0,1-4 0,2 0 2,-2-7 0,-1-11-2,-4-8 4,-2-6-4,-4-7-1,-3-10 1,-3-3 6,-3-1-5,-6 2 6,-2 6-7,0 7 14,-2 7 20,-5 5 2,1 8-6,2 5 17,2 7 4,2 5-12,0 1-39,0 0-1,0 11-18,2 16 12,8 8 7,0 8 3,-1 2-3,-3 7-5,-2 5 5,0 0-9,0-1-9,2-7-11,-1-7 8,1-7-12,-2-8-23,-1-8-33,0-11-24</inkml:trace>
  <inkml:trace contextRef="#ctx0" brushRef="#br0" timeOffset="21796">8672 2224 176,'0'0'29,"0"0"-1,0 0-13,0 0-14,0 0 11,105-70-11,-69 70 1,0 0 1,-3 4-1,-8 11-2,-4 3 0,-7 8 1,-7 1-1,-5 4 0,-2 0 1,0-1 9,-6-5-5,-2-4-2,1-5 1,-2-3-4,1-4-12,2-3-11,0-6-53,2 0-52</inkml:trace>
  <inkml:trace contextRef="#ctx0" brushRef="#br0" timeOffset="22290">9296 2254 208,'0'0'28,"0"0"31,0 0-33,0 0-20,0 0-3,-83-30-3,61 50 0,-3 5 0,3 6 0,3 2 1,5-2-2,6-2-2,3 0 3,5-7-3,0-4 3,0-3 0,10-7-3,0-5 2,0-3 1,2-1 0,5-18 7,-2-8-2,2-5-3,3-5-2,-4 2-6,2 4 6,-4 8 0,-3 6 2,0 6-2,-2 6 0,3 1-3,1 2 2,3 2-1,4 0-1,4 8 1,-2 8 2,2 5-1,0 3 1,-3 3 0,0-1 0,-6 0 1,-6-5-1,-2-2-4,-6-4 1,-1-5 3,0-5-1,0-2 1,0-3 4,-3 0 4,-1 0 16,3-6-7,1-9-10,0-7-7,12-7 0,9-5 1,6-1 1,1 1-4,0 6 2,0 6 0,-5 5 0,-4 5-4,-4 5 2,-6 6 0,1 1 0,-1 0-3,0 15 3,-2 7 2,0 2 0,-6 2 1,-1 1-1,0 0 1,0 1-2,-1-2-12,-6-1 6,-1-1-43,-1-9-85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39:57.23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927 1180 252,'0'0'0,"0"0"0,0 0 25,0 0 19,-90 86-9,68-69 1,4-3-22,2-3-5,0 2 42,3-4-41,4-2-4,2 0-3,-4 1-5,-1 5 2,-7 5 0,-8 5 0,-12 5 8,-3 4-7,-4 5 1,-2 3-1,1 2-1,0 0-1,0 1-4,2-2-12,2-3-16,6-4-19,5-6-35,11-10-76</inkml:trace>
  <inkml:trace contextRef="#ctx0" brushRef="#br0" timeOffset="383">281 1498 187,'0'0'12,"0"0"26,0 0 2,0 0-12,0 0-28,0 0-11,-6 31-2,-15 15 13,-4 8 28,-7 3-13,-1-3 0,1-5-3,-1-5 2,4-2-7,4-8 9,7-2-14,3-7-1,6-7 3,6-7-4,3-2-5,0-5 4,9-2 1,21-2 6,18 0 3,10-12-9,6-2-3,2 2-4,-4-1 2,-1 2 1,-2 0 0,-10 1 1,-6 2 0,-12 4-3,-14 1 5,-7 3-1,-10 0-1,0 0-2,0 0-3,0 0-33,-4 5-1,-9 6 13,3 0-112</inkml:trace>
  <inkml:trace contextRef="#ctx0" brushRef="#br0" timeOffset="2864">5839 174 92,'0'0'24,"0"0"-14,0 0-2,0 0 40,0 0-14,0 0-9,-16-33-16,12 33-9,-2 0-9,-4 17 0,-3 6 3,0 8 6,-2 6 5,3 4 14,0 7 7,3 3 5,0 2-17,2 2-1,2-1-3,4 4-7,-2 4 7,1 3-3,-1 0-7,0-5 2,-1-5-2,-1-5 3,0-7-2,2 0 0,0-6 3,1-5-4,2-2 0,0-5 7,0-3-5,0-2 3,0-1-2,0-6 0,0-2-2,0-3 1,0-5-3,-1-2 1,1-1-8,0 0-12,0-12-11,0-17-157</inkml:trace>
  <inkml:trace contextRef="#ctx0" brushRef="#br0" timeOffset="3464">5902 160 63,'0'0'65,"0"0"-27,0 0 6,84 0-12,-54 0-4,4 0-6,6 0-7,5 0 3,6 0-15,4 1-3,0 5 4,3 0-4,-4-1 2,-5 0-2,-8-3 2,-7 1 1,-7-1-2,-7-1-1,-7 1 0,-6-2 0,-2 0 3,-4 1-3,-1-1-3,2 0 1,0 3 0,1-3 0,0 4 1,2 0-2,-2 2-1,0 4 3,0 2 2,-3 8 1,0 4 9,0 6 1,0 6 3,0 8-11,-5 7 2,-1 2-3,0 6-1,-1-3 0,3 4 3,-1 1-4,1 1-1,1 0 3,-4-2-1,4-5-4,-1-3 6,4-7-3,0-7 0,0-6 2,0-7-3,-3-4 0,-1-9-4,1-1 4,-2-3-6,2-4 6,2-3-13,-4-1-37,1 0-71,-7-14-43</inkml:trace>
  <inkml:trace contextRef="#ctx0" brushRef="#br0" timeOffset="4590">3824 98 10,'0'0'47,"0"0"3,0 0 17,0 0-24,0 0-36,0 0-7,0 20-1,-1 12 1,-1 13 35,-3 10 8,1 11-11,1 7-13,0 2-5,0-7-5,2-6 0,-1-2-2,-1-5 2,0-2-7,-4-1 3,-1-6-4,-1-4 6,-1-4-7,-2-2 1,-1-7-2,-1-5-18,-4-4-14,2-6-19,-2-4-27,3-8-40,3-2 6</inkml:trace>
  <inkml:trace contextRef="#ctx0" brushRef="#br0" timeOffset="5046">3994 16 31,'0'0'57,"0"0"18,136 0-35,-64 0-13,5 2 4,1-2-12,-4 1-16,-7 0 14,-4-1-10,-5 2 9,-7-2 4,-8 0-8,-13 0-2,-9 0 0,-6 0-3,-6 0-2,-2 1-5,-5 1 0,-2-2-4,0 1-5,0 1 5,3 2-2,0 1 5,3 2 2,-2 3-1,2 1 1,1 6-1,-4 3 0,2 6 5,-5 3 10,0 5 3,0 5 3,0 5-10,-6 11-1,-3 10-1,2 6-4,-1 5 1,2 2 2,0 2-5,-1 0 0,1-2 0,1-5-2,1-7-1,-2-9 5,-1-5-4,-1-4-1,-1-3 0,-4-5 2,-1-2-2,-2-7 0,-1-1 0,1-6-3,6-6 6,2-5-1,3-6-2,4-4 0,-3-3-11,-1 0-4,-2 0-11,-4-10-53,-1-9-108</inkml:trace>
  <inkml:trace contextRef="#ctx0" brushRef="#br0" timeOffset="6374">4179 471 14,'0'0'54,"0"0"-11,0 0-6,0 0 1,0 0-20,0 0 4,6-49 3,-6 43-12,0 2-7,0 0 10,0 1-3,0 1-4,0-1 6,0 0 6,0 2-6,-2-1 2,1 1-15,-1 1-2,-1-2-1,-2 1 0,-4 1 0,-5 0-2,-2 0 3,-1 6 0,-2 5 3,4 1-2,2 1-1,2 1 0,3-2 0,3 1-2,3-2-9,2 3 11,0 0 0,0 3 0,15-2 5,5 1-3,5 1-1,5-2 2,1 1 0,2 1-2,-3 0-1,-2 2 0,-7 1-1,-6 1 0,-6-1 0,-6 0-3,-3-3 3,0 0 0,-6-3 0,-7-3-2,-5-1 3,1-5 1,-4-4 1,0-1 9,0 0 2,1-4-4,5-12 4,3-5 9,6-3-21,6-1 15,0-1-16,0 0 0,13 4 0,1 0-1,-1-1 4,4 0 1,-4-1-4,0 2 0,-2-1 1,-3 3 2,0 6 3,-5 2-6,0 3 0,-1 5 1,-1 0-1,-1 1 2,0 1-2,0 1 0,0 0 7,0-1-7,0 2 0,0 0-9,0 0 9,0 0-9,0 0-7,0 0-3,0 0-19,0 0 0,0 0-50,0 4-25,0 2 26</inkml:trace>
  <inkml:trace contextRef="#ctx0" brushRef="#br0" timeOffset="7656">4456 469 9,'0'0'67,"0"0"-17,0 0-16,0 0-12,0 0-22,0 0 2,-1-1-2,1 1-4,0 0-2,0 0 6,0 8 8,0 2-2,0 1 4,0 2-1,0 0 0,3-4 6,1 1-7,3-1 4,-3-3-11,4 1 2,0-2 5,1 1 2,2-1 2,2-1-4,-1 2 14,0 1-17,-2 0-2,0 2 1,-3 1 7,2-2-10,-3 2 0,-3-1 6,1-1-7,-2 0 0,-2 1 0,0-4 5,0 1-5,0-2 0,0 1 0,-3-3 11,-9 1 8,-1 0-7,-4-3-8,-1 0-4,3 0-4,-4-1-3,4-9-12,-3-2-17,4 1-27,4-1-7,4-2-38</inkml:trace>
  <inkml:trace contextRef="#ctx0" brushRef="#br0" timeOffset="8130">4486 486 41,'0'0'84,"0"0"32,0 0-15,0 0-33,0 0-15,0 0-3,30-60-17,-10 49-23,7-1-8,4 2 0,-3 1-1,-4 4 4,-9 2-4,-5 0-1,-4 3 3,-4 0 3,-2-1-5,0 1 8,0 0-9,0 0 1,0 0-1,0 0 0,0 0-4,0 0-9,0 0-29,0 4-51,-2 10 32,-4-3-106</inkml:trace>
  <inkml:trace contextRef="#ctx0" brushRef="#br0" timeOffset="14002">3641 1245 200,'0'0'64,"0"0"-62,0 0 1,0 0 2,0 0 6,0 0-11,0 0 0,0 0-2,-3 0 2,-7 7-1,-3 2 2,0 1 2,-5 1 3,0 4 0,-3 4-2,-4 3 5,-4 4-2,0 2 0,-4 2 2,-2 0-7,0 3 6,-4 0-3,-1 0-4,1 3 8,0 2-8,0-3 9,-3-2-10,7-6 11,3-7-9,4-3 5,4-1-5,6-3 3,0-2-5,5-4 0,1-2-1,4-2 5,4-1-4,-1-2 0,5 0-3,0 0 0,0 0-22,0 0-23,3-2-38,17-10-61</inkml:trace>
  <inkml:trace contextRef="#ctx0" brushRef="#br0" timeOffset="14804">4155 1238 34,'0'0'26,"0"0"-4,0 0-1,0 0-21,0 0-5,0 0 5,57 16 53,-24-1-12,3 6-8,2 3-6,5 3-24,4 5 6,8 5 0,6 5-8,8 7 1,4 4 3,8 0-3,0 1 2,2-4-3,-6-5 3,-8-3-4,-14-4-3,-13-4 2,-11-3 1,-7-4 0,-6-4 1,-5-4-1,-3-3 3,0-5-8,-4-1 6,1-3-1,-2-3 1,-1 1 3,0-1-1,-2-3-3,-1 1 5,1-2-4,-2 0-1,0 0 7,1 0-3,-1 0 1,2 0 0,-2 0-5,0 0 3,0 0 7,0 0 6,0 0 0,0 0 13,0 0 1,0 0-14,0 0-3,0 0 4,0 0-11,0 0-6,0 0 0,0 0-3,0 0 0,0 0 3,0 0 2,0 0-2,0 0 0,0 0-5,0 0-2,0 0-1,0 0-46,0 0-22,-5 0-43</inkml:trace>
  <inkml:trace contextRef="#ctx0" brushRef="#br0" timeOffset="115579">2629 1577 1,'0'0'17,"0"0"-7,0 0 18,0 0-4,0 0 26,0 0-16,0 0-12,7-32-16,-7 32-6,-11 3-3,-16 13 3,-14 7 3,-8 5 3,-8 3 0,1 4 3,-4 2 7,0 4 0,-1 1-10,-3 2 7,1-2-6,2-1-1,1-4 4,5-4 2,3 0-12,4-3 7,2-2-2,7-1-3,5-4-2,7-4 2,9-4-3,9-5 1,5-1-2,2-5-4,2-1-23,0-3-43,0 0-19,0-1 18</inkml:trace>
  <inkml:trace contextRef="#ctx0" brushRef="#br0" timeOffset="115999">1541 1962 62,'0'0'8,"0"0"-8,0 0-6,0 0 5,0 0 1,0 0 3,-10 55 17,-3-22 10,-4 0-2,-2 1 7,-1-4-13,5-1 5,-1 1-17,1-2 10,-1 0-3,4-2-15,1-3 3,2-4 5,6-2-8,3-4-1,0 0-1,0-3 0,14-2 3,7-2-3,16-5 6,9-1 5,14 0-5,9-3-4,3-9-1,-1 0 2,-6 1 0,-7 2-3,-8 3 0,-18 4 1,-12 0 2,-10 2-3,-8 0-1,-2 0-1,0 0-1,0 0 2,-2 0-7,-11 7 0,-4 8-17,-3 2-17,0-2-78</inkml:trace>
  <inkml:trace contextRef="#ctx0" brushRef="#br0" timeOffset="117950">3576 1427 167,'0'0'0,"0"0"0,0 0 3,0 0 58,0 0-9,0 0-29,3 0-14,-3 0 6,0 0-14,0 0-1,0 0-3,0 0-4,0 0-25,0 3-40,0 6-27,-3-1 23</inkml:trace>
  <inkml:trace contextRef="#ctx0" brushRef="#br0" timeOffset="118310">1622 2998 23,'0'0'120,"0"0"-20,0 0-57,0 0-20,0 0-11,0 0-12,0 10 4,0-9-4,0-1 0,0 0 0,0 0-8,12-18-53,19-12-67,14-11 0</inkml:trace>
  <inkml:trace contextRef="#ctx0" brushRef="#br0" timeOffset="119008">1979 2900 51,'0'0'94,"0"0"-15,0 0-28,0 0-24,0 0-14,0 0-7,-3 10 7,3-8-2,0-2-3,0 1 8,0 1-9,0-2 0,0 1-2,0-1-2,0 0 4,0 0-1,-2 0-4,2 0 7,0 0 4,0 0-6,0 0-5,0 0 6,0 0 0,0 0-3,0 0 7,0 0-1,0 0-7,0 0 7,0 0-1,0 0-2,0 0-7,0 0 0,0 0 2,0 0-3,0 0 0,0 0 0,0 0-1,0 0 1,0 0 3,0 0 0,0 1-3,0-1-2,0 0 0,0 0 2,0 0 0,0 0-9,0 0 3,0 0 3,0 0-17,0-1-33,11-23-75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38:52.45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681 3912 1,'0'0'13,"0"0"-1,0 0 17,0 0-20,0 0-7,0 0-2,0 0 1,-4-10-1,4 10-1,-2 0 1,2 0 3,0 0 17,0 0 27,-3 0 4,3 0-7,0 0-13,0 0-8,0 0-4,0 0-8,0 0 0,0 0 0,0 0 2,0 0-5,0 0 3,0 0-6,0 0-2,0 0 2,0 0-4,9 0 10,2 0 1,8 0 1,5 0-4,7 2-2,8-1 5,10 3-5,4 0-2,3 1-1,1-1 2,-2-3-5,-3-1 8,2 0-8,1 0 2,-4 0-1,-8 0-1,-4 0 0,-5 0-1,-2-3 2,-2 2 0,-2-2-1,-1 2 1,-7-1 0,1 2 0,-3 0-1,3 0-1,4-1 0,0 1 0,-2 0 2,-2 0-1,-7 0 2,-6 0 0,-6 0 2,-1 0 8,-1 0 10,0 0 18,0 0 12,0 0-7,0 0-11,0 0-10,0 0-12,0 0-6,0 0-7,0 0 0,0 0-2,0 0-10,0 0-22,0 0-25,0 0-28,0 0-40,-3 0 23,-11 0-46</inkml:trace>
  <inkml:trace contextRef="#ctx0" brushRef="#br0" timeOffset="42546">347 2072 18,'0'0'26,"0"0"-6,0 0-9,0 0-1,0 0 12,0 0 9,0 0-5,0 0-3,0 0-7,0 0-7,0 0 2,0 0-3,0 0-8,0 0 5,0 0-5,0 0-4,0 0 4,0 0-8,0 0 0,0 0 6,12 0 2,-3 0 3,-2 0-1,1 0-1,-1 0-1,1 1 0,-2 1 5,1-1-5,-1 1 0,1-1-1,1 0 1,1-1 0,3 0 0,-2 0 1,1 0 2,-1 0-2,-2 0-1,-2 0 1,1 0-1,3 0 3,-1 0-3,2 0-2,-1 0 2,1 0 1,-2 0 0,1 0 2,2 0-2,-4 0-1,-1 0-1,-3 0 1,-2 0 0,-2 0 2,0 0-2,0 0 0,0 0 0,0 0-2,1 0 2,-1 0 1,0 0-1,0 0 0,0 0-7,0 0-4,-5 4-17,-10 3-9,-6-1-36</inkml:trace>
  <inkml:trace contextRef="#ctx0" brushRef="#br0" timeOffset="44383">117 1723 6,'0'0'19,"0"0"5,0 0-12,0 0-4,0 0-2,0 0-3,0-7 8,-3 7 3,3 0-5,0 0 2,0 0 3,0 0-1,-4 0-1,4 0 1,0 0 3,0 0 0,0-1-10,0 1 3,0 0-8,0 0 1,0 0-2,0 0 0,0 0-2,0 0 1,0 0-1,0 0 2,0 0 2,0 0-2,0 0-2,0 0-8,0 0-3,4 0 13,5 0 0,2 0-2,0 0 2,0 0 4,-2 0-4,1 0-4,-2 0 3,-2 0 1,0 0-21,-2 0 8,2 0-6,-3 0 8,0 0-16,0 4-1,2 0 2,-1 1-23</inkml:trace>
  <inkml:trace contextRef="#ctx0" brushRef="#br0" timeOffset="46970">1931 1896 29,'0'0'37,"0"0"-5,0 0-7,0 0 3,0 0 0,0 0-2,0 0-8,0 0-5,0 0-1,0 0-9,0 0-2,0 0-1,0 0 0,0 0 0,0 0 3,0 0-1,0 0 14,0 0 0,0 0-6,0 0-9,0 0-2,0 1 1,5 0 0,13 1 0,13-1 0,14-1 2,11 0 5,10 0-7,1 0 0,-1 0 0,-6 0 0,-5 0-1,-9 0 1,-4 0 2,-8 0-2,-7 0 0,-7 0-1,-3 0 2,-6 0-1,-4 0 2,-1 0-2,-3 0 0,-1 0 3,-1 0 6,-1 0 2,0 0 11,0 0-1,0 0-7,0 0-4,0 0-10,0 0 0,0 0 1,0 0 1,0 0 2,0 0 4,0 0-5,0 0 10,0 0-3,0 0-3,0 0 2,0 0-8,0 0 2,0 0-2,0 0 3,0 0-4,0 0 1,0 0 0,0 0 0,0 0 1,0 0-1,0 0 0,0 0 0,0 0 2,0 0-6,0 0 6,0 0-6,0 0 3,0 0 0,0 0 0,0 0 4,0 0-3,0 0-2,0 0 1,0 0 0,0 0 1,0 0-1,0 0 3,0 0-1,0 0-2,0 0-5,0 0 5,0 0 0,0 0 6,0 0-6,0 0 0,0 0-1,0 0-3,-1 0-5,-4 0 7,2 0-5,3 0 3,0 0-6,0-1 0,0 1 4,0 0 1,0 0-1,0 0-3,0 0-15,-4 0-22,-7 0-33,-6 3 3,-6 1-57</inkml:trace>
  <inkml:trace contextRef="#ctx0" brushRef="#br0" timeOffset="48568">1208 0 29,'0'0'33,"0"0"-16,0 0-11,0 0 1,0 0 15,0 0 12,0-1 10,0 1-13,0 0-16,0 0-12,0 0-3,0 0-3,0 0 3,0 0-3,0 0-2,-2 0 0,-4 8 5,-3 2 4,-4 2 2,7-2-2,-3-1 0,-1 4 1,-1 2-5,-4 5 2,-3 3 0,-4 1 6,1 1-8,2 1 4,-4-1-2,1-1 14,4 0-9,-3 0-1,3 0-3,-1-3 4,-2 0-5,6-4-2,2-2 2,5-4 0,2-4-2,3-3 0,2 2-2,-4-4 2,1 2-1,4 2 1,-5 0-1,4-1 1,-2 1-5,-2 0-8,4 0-1,-1-4-31,2 0-53,0-2-17</inkml:trace>
  <inkml:trace contextRef="#ctx0" brushRef="#br0" timeOffset="49197">783 237 7,'0'0'43,"0"0"-7,0 0-16,0 0-14,0 0-6,0 0-3,3-1-5,-3 15 6,0 3-3,0 3 5,-2 3 3,-4-4 3,2 1-3,-1 1 5,2 1-2,0-2-6,3 4 3,-3 0-1,0-1-2,2 2 3,-2-1-2,1-1 0,-1 0 3,-1-4 4,-1-2-1,1-1 3,-1-3-3,4-3-6,-2-3 0,3-3-1,0-3 4,0 1-2,0-2 2,0 1-2,0-1 6,0 0-4,0 0 5,0 0 4,0 0-8,0 0-2,0 0-3,0 0 2,4 0 3,8 1-3,6-1 2,9 0 11,7 0-4,4 0-2,2 0-9,9 0 6,2-7-6,3-2 6,-1-1-6,-6-2 0,-6 1 1,-8 4 2,-10-1-3,-10 4 1,-10 1 0,-3 3-1,0 0 0,0 0-3,0 2-45,0 12-52,0 2-17</inkml:trace>
  <inkml:trace contextRef="#ctx0" brushRef="#br0" timeOffset="85495">1644 3022 11,'0'0'44,"0"0"-19,0 0-8,0 0 8,0 0 3,0 0 1,0 0-19,-35-33 8,26 27 4,-4-4-2,-1 1-2,-2-1-15,-2-1 13,-4-2-7,-4-4-4,0-2-3,-2 1 5,3-1 9,0 0-14,1 5 2,0 1-3,-7 0-1,-8 2-5,-6 0 5,-4 3 5,4-1-5,-1 2 2,6 1 3,2 2 1,0 1-5,2 3 0,0 0-1,0 0 2,2 0-1,-1 0-1,0 7 0,2 6 0,3 0-3,2 1 2,5 1 1,-1 1 1,1 1-1,-3 1-2,1 2 2,-5 2 0,-4 1 0,4 3 0,-3-1 0,3 3 1,2 2 3,-2-2-4,3-1 0,6-3-1,2-4-1,2-1 2,3 2 4,-1 2-4,-2 3 0,2-1-1,1 0 1,0 2 0,-1 1 0,3 0 0,-3 2 0,3 1 0,0 0 0,-1 0 2,1-1-2,0 0 0,0-2 0,3-2 0,0 0 0,3-3 3,2-2-3,-1-2-2,2 1 1,2 2 2,-1 0 1,2 2-2,0-2 0,0 1-2,0 1 4,6 1-2,0 4 3,3-2-3,0-4 0,2 1-2,2-1 2,-1-2 0,6 2 1,1-1-1,5 3 0,3-2-1,3 0 1,1-3 1,2-2-1,3-4 0,-2-1 0,1-1 2,0-2-2,-1-1 0,-1-2 5,3 0-4,0-1 2,1-2-5,1 0 2,0-1 0,-2-1 6,-3 0-2,3 0-2,-2-2-2,2 0 0,4 0 0,2 0 0,7 0 1,4-6 2,2-1-1,1-3 1,1 0-2,-6 0 0,-2-3 0,-7 2 0,-2-1 3,-7-2-1,0-2-1,-4-3-1,3-4 6,-4-4-2,0-6-1,1-3 24,-1-5-7,-1-2-12,-3 0 5,-3 2-2,-5 4-7,-1 3-3,-4 3 8,0 0 7,-2-3-8,-1-2 2,4-6 7,-3-1-15,-2-3 2,1 3-5,-4 0 0,-4 3 1,0-1 4,-1 1 3,-11 2 7,-3 1 2,-2 4 4,1 0 12,0 2-24,-1 3-3,-1 2-6,1 4-1,3 5 1,-1 4 2,5 2 7,-1 3-9,1-1-3,-2 2 3,0 0-3,0 1-2,0 3-5,2 1-4,-1 2-34,-4 0-17,-3 0-12,-4 5-16,-5 5 25,-3 3-33,-1 1-15</inkml:trace>
  <inkml:trace contextRef="#ctx0" brushRef="#br0" timeOffset="202251">2906 3734 323,'0'0'17,"0"0"7,0 0 15,0 0 4,0 0-34,0 0-6,0 0-5,10-5 2,-10 3-1,0 2-1,0 0-9,1 0-1,-1 0-4,0 0-6,0 0 6,0 0 4,0 0-19,0 0-13,0 7-23,0 2-45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39:17.87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6 22 37,'0'0'33,"0"0"-6,0 0 21,0 0 1,0 0 0,0 0-22,0-18-3,18 17 1,9-1-25,9 2-2,6 0 2,-5 0 2,-2 5-2,-7 9-1,-8 3 0,-7 3-7,-8 5 4,-5 4-3,-5 4-4,-18 4 7,-9-3 1,-4-3 4,-2-5-1,1-3 0,4-3 2,6-6 1,7-4-3,9-4 0,6-2 0,5-3 0,0 0 0,0 1-9,0-2 9,12 0-6,24 0 6,19 0 9,26-8-9,8-8-11,1-5-78,-14-5-61</inkml:trace>
  <inkml:trace contextRef="#ctx0" brushRef="#br0" timeOffset="407">616 60 105,'0'0'44,"0"0"29,0 0-24,0 0-49,0 0-2,0 0 1,78-10 1,-35 10 0,-2 0 1,-12-2 1,-9 2-2,-11 0 4,-6 0-4,-3 0-1,0 13 1,0 8 0,-17 8 3,-4 7 12,-2 2-9,0 2-4,2-2-1,2-2 2,4-3-3,3-4-2,9-3-14,3-8-57,15-6-65</inkml:trace>
  <inkml:trace contextRef="#ctx0" brushRef="#br0" timeOffset="690">967 246 126,'0'0'58,"0"0"10,0 0-18,0 0-28,0 0-6,0 0-16,-7-17-13,-1 39 12,0 6-2,5-1 0,3-4-9,0-6-4,11-3 5,8-7 11,5-4 1,8-3 3,-1 0-1,0-17 2,-2-5 6,-7-6-8,-4-1-2,-8 0 11,-5 0-5,-5 3 12,0 3-11,-14 4 3,-4 4-9,8 6 0,1 6-4,6 3 2,0 0-53,3 12-10,0 3-50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39:19.13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26 73,'0'0'214,"0"0"-197,0 0 0,0 0-17,103-26-4,-54 26-7,-4 0-28,-5 0-21,-4 0-74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39:19.31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0 238 106,'0'0'127,"0"0"-91,0 0 8,0 0-23,0 0-21,0 0-1,8-41-2,8 41-85,11 0-22,9 0 19</inkml:trace>
  <inkml:trace contextRef="#ctx0" brushRef="#br0" timeOffset="260">288 0 55,'0'0'48,"0"0"40,0 0-24,0 0-57,0 0-7,0 0-13,-1 20 13,-5 5 2,-5 6 2,-5 6 2,-3-1-6,-3 2 8,0-1-8,1-3-3,8-6-25,4-5-46,7-10-42</inkml:trace>
  <inkml:trace contextRef="#ctx0" brushRef="#br0" timeOffset="502">445 127 181,'0'0'0,"0"0"1,0 0-1,-91 28 3,52-11 0,3 0 0,5-3-1,5-2 0,9 0-2,9-5-1,8 0-14,0 1-26,0-1 7,9 3 19,6 2 14,-1-1 1,2-1 4,-1-2-1,6-2 5,5-4 1,1-2 4,5 0-2,-1-6 0,-4-11-10,0-3 5,-8-1-4,-3-1-2,-6 6 3,-6 3 24,-4 6 37,0 4-33,0 3-10,0 0-21,0 0-8,0 12-4,0 7 11,0 5 1,-4 3 0,-3 1 1,3-3-2,4 1-3,0-5 1,0-1 3,0-5-16,0-4 5,7-2-11,-2-6 1,-2 0-1,-3-2 8,0-1 3,0 0 11,0 0 0,0 0 19,0 0-19,0 4-1,0 4 1,0 2 3,-1-1-3,-4 3 0,-1 0 0,-6 2 0,2 5-2,-4 1 0,-2 1-23,7-5-82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41:10.44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2831 488 188,'0'0'7,"0"0"9,0 0 68,0 0-49,0 0 1,0 0-1,0-32 12,0 30-16,0 1-2,0-2-8,0 0 5,-2-1-1,-4 0-5,-4-2-7,1-3 3,-5 1-7,0-2 6,-6 1 4,1-1 3,-5 1-5,-4 1-6,-4 1-8,-2-1-1,3 1 1,2 0-3,4 1 4,5 1 6,1-1 3,0 4-7,-1-3 2,-7 1 1,-2 0-9,-6-1 6,-5 2-6,-3 0-1,-2 0 1,2 0-4,4 0 6,3 0-2,2 2 0,-1 0 0,-3 1 0,-1 0 1,-1 0-1,-6 0-1,1 0 1,-3 0 0,0 0 1,-4 0-1,0 0 2,-6 0 1,-2 0-3,-4 0-3,7 0 2,3 0 1,7 0 6,2 0-6,-1 0 0,-2 0 1,-3 0-1,-2 1 0,0 5 0,-1 1 0,2 0-5,3 3 5,1-1 0,-2 2 0,-3 4-1,-2 0 1,-3 4 3,6 1-3,1-1-2,0 1 2,5 0 5,1-2-3,8 2 1,4-2-3,5 2 0,-2 1-2,5 2 0,-2 0 2,0 2 4,6-1-4,2-2-2,2 2-1,1 0 2,2 2 1,1-1-2,2 2 0,4 1 1,-2 1-1,6 3 2,2-1-1,1 0 1,0-1 2,0 2 4,7 0 3,6 2-7,3 1-2,3 4 4,3 2-1,6-2-2,0 1-1,4-3 15,-1-1-11,1-1-3,-1-1 0,-1-1 10,1-4-5,2 1-6,1 0 6,5-1 6,5-1-4,3-2-5,4-4 0,-2-1 0,3-5-2,2 0 4,4-5-2,2-1 4,7-2-3,0-1-1,-3 0-3,-4-4 1,-6-2 1,-2-1-2,2 0 2,4 0 0,2-3 1,1-9-1,-3-1-2,-3-2 3,1 1-3,-4-1 6,-3 1-6,-4 0 0,-2-1 0,5-1 3,1-2-1,-1-1-2,5 0 0,-2-1 0,0-1 8,1-2-7,-4 2 0,1-3-1,-7 2 1,-4-3 2,-5-1 2,-1-4-3,-1-7-2,2-5 3,1-3-3,2 0 2,0 2 0,-6 7-1,-5 2 1,-4 0-2,-5-1 3,-1-1-1,-6 0 0,0-1 7,0 0 3,-2-2-2,1-1-3,5-3-7,-1 1-2,2 3 2,-2 1-8,-3 4 7,-3 3 1,-5 0-1,-1 2 2,0-1-1,0-1 1,-10 3-2,-4-2 2,1 1-1,1 3 4,-3 1-2,1 0-1,0 6-1,-1-1 3,-3 3-3,0 2 8,-3 0-5,3 1 3,0 2-5,0-2 0,-1 4 2,-1 1-3,-2 1 0,-5 2-9,-2-1 8,-10 3-2,-3 2 1,-6 2 2,-1 0-7,1 0 6,3 0 0,2 5 0,4 2 1,3 3-1,-5 0 1,-4 4-1,-7 0 1,-8 1-1,-7 1-10,-3-1-37,-2 1-79,4-2-74,8-1-77</inkml:trace>
  <inkml:trace contextRef="#ctx0" brushRef="#br0" timeOffset="2550">3035 434 252,'0'0'256,"0"0"-232,0 0 41,0 0 18,0 0-61,0 0-9,-6-10 1,8 3-4,16-5-1,7-6-3,11-5-6,9-3 9,13-3 5,15-2-8,13-3-3,14-2 8,5 0 1,-1 1-10,-4 1 5,-9 5-7,-10 6 0,-18 5-1,-16 5 3,-17 4-4,-12 6 1,-11 0-2,-4 2-4,-1 0-2,-2-1-10,0 2-11,0 0-18,0 0-46,0 3-18,-16 8-75,-7 1-110</inkml:trace>
  <inkml:trace contextRef="#ctx0" brushRef="#br0" timeOffset="3068">3126 38 144,'0'0'50,"0"0"41,0 0-14,0 0-55,0 0 15,0 0-2,0-8-10,0 8-15,0 7-9,-7 15 7,-4 16-1,-8 10 42,-4 6 1,-3-4 0,-3-3-26,2-5-10,4-2 8,0-3 4,7-6-15,1-4 5,6-9-9,4-5-5,4-5-2,1-4-5,0-2-1,0-2 4,0 1 0,3 0 2,12 2 9,7 2 2,7-1 10,4 0 8,2 0-1,5 2-14,7-2-1,3 1-4,4 0-4,3 0-2,0-3-3,2 3 0,-5-4 3,-8-1-3,-10 0 1,-16 0-2,-10 0 2,-7 0 0,-2 0 1,-1 0 2,0 0 5,0 0-3,0 0 8,0 0-10,0 0 1,0 0-5,0 0-3,0 0-2,0 0-14,0 0-30,0 0-49,0 0-1,0 1-40,-4 5-53,-6-1 49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41:15.61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0 802 6,'0'0'340,"0"0"-324,0 0 5,0 0 43,0 0 0,0 0-15,-6 0-13,6 0 4,0 0-5,0 0-12,0 0 13,0 0-14,0 0-7,0 0 3,0 0 0,0 0-5,0 0-4,0 0 2,4 0-5,18 0 2,13 0 3,10-2 3,8-3 1,2 1-11,5 2 11,3 2-9,-2 0-3,0 0 6,-4 0-9,-8 0 6,-3 0-4,-2 0 1,-4 0-2,5 0-1,0 0 7,-1 0-1,0 0 1,-3 0-3,-2 0-4,-3 0 5,1 0 1,2 0-3,1 0-3,1 3 5,-1 0 0,1 2-2,-2 1-3,2 0 0,-4 1 3,3-1-2,-1-1 2,3 0-3,4-1 9,5 0-8,3-1 2,2-2 3,2 1-4,-1-2-1,-2 1 2,-1-1 0,3 2-1,1-1-1,2-1 3,4 1-3,3 1 4,4-1-2,3 2 0,7 0 4,3 1-5,1 0 9,0 0-11,-3 2 5,-3 1 0,-1 1-4,-8-1-1,-3 1 4,-4-4-8,-2 0 8,2-2-3,-1-2 0,4 0 1,-3 0-2,-3 0-1,-7 0 1,-5 0 6,-11 0-6,-7 0 0,-10 0-2,-4 0 5,-9 0-5,-1 0 5,1 0-3,3 0 3,3 0-5,6 0 4,7 0-4,0-2 2,6 2 0,2 0 2,4 0-2,5 0 1,8 0 1,2 0-2,5 3 0,2 0-1,0 1 0,-3 0 2,-5-1 1,-3-1-2,-3-2-3,2 0 3,1 0 1,3 0-1,-3 0 1,-2-5-1,-4 0 0,-7-1 0,-2 2 2,-4-2-1,-2 0 3,1 1-4,-3 2 1,0-1-1,1 1-2,0 0 2,0-1 1,-2-1-1,-3 1 1,-1-1-1,0-2 2,-4 1 6,-3-2-7,-3 1 3,-1-2-2,-2-1 8,-1-3-10,2-4 8,1-4-8,-2 0 0,-2 0 1,0 0-1,-3 3 2,1 1 3,-1 3-5,-1 1 0,-2 3 1,1-2 0,-1 3-1,0-1 0,0 0 2,0 0-2,0 3 1,0 0-1,0 3 2,0 1 0,0 0-2,0 2 0,0 1 1,0 0 2,0 0-1,0 0 0,0 0-2,0 0-2,0 0-5,0 0 0,0 0 1,0 0-1,0 0-2,0 0-17,0 0-20,0 0-42,0 0-14,-10 0-50,-3 4-18,-5 0-61</inkml:trace>
  <inkml:trace contextRef="#ctx0" brushRef="#br0" timeOffset="11902">4780 59 534,'0'0'0,"0"0"-6,0 0-70,0 0 40,0 0 23,0 0 10,0 0 1,-51-26 2,51 24 0,0 0-8,0-1 2,0-3-23,0-1-59,3-6-61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41:33.75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100 1 130,'0'0'0,"0"0"0,0 0 1,0 0 11,0 0-5,0 0-7,0 0 5,-24 0-1,24 0-1,-2 0-1,1 0 7,-5 0-8,0 3-1,0 1-20,3 1-5,-3-1-6,0 5-1,-4 1-5,-4 2 8,-2 4 29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41:37.147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0 437,'0'0'97,"0"0"-23,0 0 90,0 0-82,0 0-53,0 0-29,0 0-8,0 0-54,0 0-96,9 3-138,-2 11-39</inkml:trace>
  <inkml:trace contextRef="#ctx0" brushRef="#br0" timeOffset="5304">10424 2118 17,'0'0'39,"0"0"-1,0 0-16,0 0-15,0 0-7,0 0-7,-3 0-20,3 0-58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41:46.03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14 26 119,'0'0'0,"0"0"-38,0 0 14,0 0 24,0 0 2,0 0 5,0 0 13,0-1-12,0-2 7,0 2 20,0-1 26,0 2-31,0 0-24,0 0-3,0 0 9,0 0 2,0 0 1,0 0 0,0 0 4,0 0-8,0 0 4,0 0-3,0 0-10,0-1 3,0 1 9,0 0-9,0-1 4,0 1 5,0-2-10,0 2-1,0-1-3,0-1 1,-3 1 2,0 0-3,1-1 2,1 0-4,1 0 2,0 1-1,0-1 2,-2 2-2,2 0 1,0 0 0,-1-1 0,1 1 1,-2 0-1,2 0 0,0 0 2,0 0-4,0 0 1,0 0-9,0 0 0,0 0-7,0 0-3,0 0-15,0 0-89,0 0-7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39:59.24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0 122,'0'0'0,"0"0"0,0 0-2,0 0 2,98 0 8,-52 0 6,4 7-6,8 3 1,8 0 12,5 1 18,14 2-13,15-3-10,19 1-3,17-1-11,21-3 3,14 0 8,10-1-12,7 0 8,5 2 5,2-1-8,8-4-5,4-2 6,-1 0-7,0-1 1,-7 3 4,-3 2 4,-11-3-6,-7 1 6,-11 0 1,-12 1-7,-4-1 3,-12 3-2,-8 1-2,-9 0 1,-10 3 0,-9-2-3,-15-1 0,-19-1-1,-20-4-3,-13 0 8,-17-2-6,-4 0 3,-6 0-1,-3 0 1,2 0 1,0 0 1,0 0 1,-2 0 0,-2 0-3,0 0 3,-4 0-3,0 0 0,0 0 6,0 0 0,0 0-6,0 0 3,0 0 1,0 0-5,0 0-4,0 0 3,0-2-1,0-2-9,-4-4-36,-19-6-182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41:35.13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81 711 56,'0'0'0,"0"0"-42,0 0 42,0 0 5,0 0-5,0 0 11,-26-34 50,24 34 33,0 0-15,-1 0-23,-1 0-24,-1-1 1,-1 1 14,3-2 6,-4 1-9,4-1-11,-2 1-3,2 0 12,-1-2-18,1 0-1,1 3-1,-1 0-1,3 0 1,0 0-7,0 0-1,0 0 2,-1 0 6,1 0-10,0 0 6,0 0-9,0 0-4,0 0-5,18-12-2,29-14 1,28-16 1,29-19 9,25-10 11,18-1 10,10 3-5,7 11-20,-7 9 1,-14 8-6,-18 10-6,-23 6 0,-17 5-12,-19 4 0,-17 4-2,-15 0 8,-11 4 3,-10 2-1,-7 2 6,-3 3 3,-3 1 1,0 0 9,0 0-9,0 0 0,0-2-11,0-2-32,0 0-63,-9-3-70,-6 1 1,-3 2-101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41:35.69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77 18 401,'0'0'5,"0"0"-1,0 0 79,0 0-10,0 0-30,0 0 10,-77-13-30,77 13-19,6 0-4,19 0-1,13 0 1,11 0 14,4 0-4,-2 0-8,-3 0 6,-9 9-8,-8 2 0,-10 2-1,-9 2 1,-2 2 1,-8 4 1,-2 6 36,0 4 27,-18 6-26,-4 5-6,-8 2-14,-1 3-17,3-5 0,3-4-2,13-9-30,5-6-42,5-1-42,1-6-77,-5-5-29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41:36.74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15 163 250,'0'0'2,"0"0"-2,0 0 44,0 0 2,0 0-6,0 0-16,-15-41-11,15 41-9,0 0-3,12 4 3,6 14 14,4 6 28,3 9 10,1 4-23,-1 0-6,2 3-7,0-3-12,-2-6-1,-4-4-5,-3-12 6,-6-5-8,-6-6 0,-5-4 4,-1 0 6,0-14 18,0-21 40,0-13-60,0-10-3,0 3-4,0 7 1,0 7-2,-1 8 10,-2 7-5,1 2-5,-1 4-1,-1 6-6,1 2-14,2 5-33,1 3-41,0 4 3,0 0-40,0 0-107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41:37.50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132 529 62,'0'0'188,"0"0"-124,0 0 38,0 0-22,0 0-18,0 0-16,-21-17-13,7 5-7,-3-3-10,-3-5 13,2 1-16,5-1-11,-2 0 6,9 3 5,1 0-11,4 2-2,1-1 0,0 2-2,15 0-5,12 2 4,4 8-2,2 4 0,3 0 3,1 20 1,-4 10-5,-5 9 6,-7 9 1,-6 4 1,-9 5 3,-3-2 9,-3-4-3,0-7 1,0-9-4,-8-12-1,4-8 1,1-10 1,-3-5 7,0 0 4,-3-24-4,0-11-16,2-12-19,7-2 8,0 2 3,7 4-1,10 5 9,3 4-1,3 9-2,-1 6-2,-1 9 3,-2 7-7,-2 3 1,1 2 8,0 16-4,1 8 0,-2 3 4,-1 4 14,-1-5-4,-3-3-6,-5-8-2,-2-7-2,-2-4 0,0-6 0,-3 0 0,0-7 0,4-20-7,-1-8-20,8-8-1,-2 5 24,2 7 2,-3 8 1,1 11 1,-6 8-4,4 4 4,-1 0-2,2 0 1,2 7 1,2 4 3,3 0 1,-2-2-3,1-2 2,2-4-2,-1-3-2,0 0 0,-1-5-12,-2-13 4,-1-2-6,-3 2-1,-2 3 16,-3 3 0,0 4 2,0 2-2,-3 4 20,1 2 9,-1 0-29,6 0-5,5 0-5,5 2 10,5 5 0,0-1 3,3-5-3,-3-1 5,1 0-2,-4-3-3,-6-14-4,1-8 4,-8-7 0,-5-8 7,0-2-5,-2-2-1,-14 6 11,4 4-4,-3 10 28,3 6-1,3 8 18,5 7-9,1 2-20,3 1-24,0 0-5,0 10-22,7 13 23,11 14 0,4 8 8,4 6-6,2 8 4,0 6-3,2 5 2,-1 3-1,1 2 7,-5-1-7,0-5 1,-4-9 0,-6-14-1,-3-13 0,-5-15-8,-2-11 4,-5-7-14,0-3 18,0-26 0,-3-17-18,-9-13-5,-3-4 22,0-2 1,-1 3 0,2 3 2,-2 2 2,5 2-4,0 3 0,2 5 3,4 7 2,2 8-5,3 7 0,0 8-1,0 3 1,6 4-6,6 3-1,6 1 2,3 5-7,1 1 12,2 4-1,1 16 1,-2 8 0,-4 7 5,-1 5 0,-9 2 0,-6-2-3,-3-7 5,0-3 0,-9-7 16,-7-5-4,-2-4 5,-6-7-13,0-7-11,-4 0-32,2-10-62,2-6-43,5 0-36,1 5-81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41:39.01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43 229 352,'0'0'63,"0"0"-58,0 0 23,0 0 72,0 0-28,0 0-30,-43 10-17,43-10-4,0 0-10,6 0-1,15 0 3,13-10 32,15-4 1,14-8-19,12-3-17,10-2-9,6-3 3,1 2-4,-2 3-30,-12 2-11,-10 6-27,-19 6-18,-20 4-64,-18 7-23,-11 0-93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41:39.337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152 310 555,'0'0'62,"-86"11"-19,51-6-43,15-2 73,9-3 3,11 0 13,0 0-58,0 0-31,18-8-12,22-15 12,21-10 2,16-6 5,9-2 5,5 2-1,-3 5 1,-12 5-6,-7 7-4,-14 7-2,-12 2 0,-16 4-1,-9 4-4,-10 2 5,-5 1 1,-3 1 5,0 1 5,0 0 6,0 0 6,0 0-2,0 0-21,0 0-4,0 0-14,0 0-51,0 0-46,0 0-20,0-6-37,0-1-20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41:58.76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31 741 11,'0'0'140,"0"0"-130,0 0 28,0 0-4,0 0 14,0 0-15,-25-18-13,25 18-2,-2 0 11,2 0 10,0 0-1,-1 0-2,-1 0-9,2 0-8,-1 0-5,1 0-8,0 0-4,0 0-2,0 0-13,6 0 13,15 9 0,10 1 7,15 1 7,12 1-3,11-2-7,9-2 8,4-1-3,6-1-6,4-3 1,7 1 17,7-1 5,10 0-16,8-2-2,8-1-5,7 0 6,7 0-3,2 0 14,-3 0-11,-6 3-1,-11 4-2,-9 2 7,-2 0-13,-5-1 0,-1 0 1,-4-3 0,-5 0-1,-8-3-2,-7 1 2,-14 0 0,-13 1 2,-14 1-1,-10-2-1,-12-1-2,-8 1 2,-5-1 2,-5-1-2,-2 0-3,-3 1 3,1-2 4,-2 1-4,3 1-3,3-1 3,6 2 7,4-1-7,1 1 2,4 0 1,-1 0-1,1 0-2,-1 1 0,-1-1 1,-4-2-1,0 0 0,-2 1-5,4-1 5,1 1 4,1-1-2,1-1 1,2 0-3,0 0 1,0 0-1,1 0 6,2 0-6,2 0-3,0 0 3,1 0 0,1-1 0,2-2 3,6-1-3,7-5 1,8-1-1,4-1 1,3-1-1,-4 0 4,-9 4-4,-8 2 0,-9 2-2,-8 1 2,-3 1 1,-1 0 0,-1-1 0,5-2-1,6 1-1,7-3 1,9-1 0,1 0 3,0-1-3,-8 4 1,-8 0-1,-8 2-2,-7 1 2,1 0 2,-4-1 0,3 2-2,0-1 0,1 0 0,3-3 0,7-3 1,4-4 3,5-2-4,3-2 1,5-1 0,-2 1-2,-6 3-3,-5 3 4,-11 2 0,-4 2 4,-7 4-4,-3-1 0,0 1 3,-3 2-2,0-1 0,0 1 2,0 0 4,0-3-1,0-1 11,0-4-7,0-5-8,2-4-1,-1-3-1,2-5-5,0-5 5,3-1 0,0 1-1,-1 2 1,1 3 0,-3-1 0,0 1-2,1 1 2,-4 0 2,0 0-2,0 0-5,3 3 5,0 1 0,0 0-12,1 1 12,-1-1 2,-3 4-2,0 3 0,0 6 0,0 3-1,0 1-5,0 1 6,0-1 1,0 0-1,0-1 0,0 0 0,0-2 0,-3-1 5,0 0-5,0 0 1,2-2-1,-4 2 0,1 0 0,0 0 1,-1 0-3,1 0 5,-1 1-2,0 1-1,2 1-2,-1 1 1,4 0 1,-3 2-1,3-2 1,-1 1 0,-1 2 0,2-1 0,-1 1 0,-1 0-1,2 0-3,0 0 4,0 0-3,0 0 2,0 0-2,0 0 1,0 0 1,0 0-2,0 0-8,-1 0-6,1 0-11,-3 0-14,-5 0-5,-7 0-37,-3 0-55,-2 0-8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48:03.69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6 23 394,'0'0'0,"0"0"-4,0 0 4,0 0 26,0 0-19,0 0-7,0 0-6,-6-6 6,8 6 2,5 0 0,-2 0-3,-1 0 3,-1 0-4,0 0-1,-3 0-6,0 0-1,0 0-17,0-4-16,0-2-2,-6-1-138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43:54.072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 22 5,'0'0'38,"0"0"0,0 0-14,0 0-17,0 0 13,0 0 2,0 0-10,0-20-3,0 18-2,0 2-4,0 0 1,0 0-1,0 0 6,0 0 3,0 0 0,0 0-2,0 0 2,0 0 4,0 0-4,0 0-7,0 0 0,0 0 4,0 0-7,0 0 0,0 0 0,0 0 3,0 0-2,0 0 4,0 0-4,0 0-2,0 0-1,0 0 2,0 0-2,0 0-3,0 0 2,0 0 1,0 0-3,0 0 0,0 0-6,0 0 3,0 0-3,0 0 1,0 0-13,0 0-9,0 0-22,0 0-2,0 0-4,1 0 14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44:13.18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3 210 11,'0'0'61,"0"0"-19,0 0-5,0 0-7,0 0-1,0 0 4,0 0-2,0 0-4,-3 10-3,3-10-4,0 0-5,0 0 7,0 0 0,0 0 9,0 0 7,0 0 7,0 0-8,0 1-9,0-1 7,0 0-15,0 0 6,0 0-10,0 0-11,0 0 2,0 0 1,0 0-7,0 0-1,0 0-5,0 0 5,6 0 0,9 0 6,10 0 4,12 0 4,14 0-2,10 0-6,8 0 0,1 0-4,1 0-2,1 0 0,-2 0 4,5 0-3,-5 0-1,-4 0 1,-11-3 2,-10 2-2,-7-1-2,-8 1 3,-4-1-3,-5 2 1,-5-1-2,-4 1 2,-3 0 5,0-1-5,-5 1 3,-1 0-3,-1 0 1,-2 0-1,0 0-6,0 0 3,0 0-1,0 0-13,0 0-18,0 0 1,-2 0-28,-7 0 7,-4 0-24,-2 0-42,0-5-44</inkml:trace>
  <inkml:trace contextRef="#ctx0" brushRef="#br0" timeOffset="720">752 2 56,'0'0'55,"0"0"34,0 0-16,0 0-51,0 0-10,0 0-4,0-2 4,3 2-1,4 0 15,5 0-5,-1 2 14,1 2-14,4 0 3,-1 2-2,1 0 5,-1 1-21,0-1 1,-1 2-6,0 1 0,0-1 4,-2 0-5,-2 1 2,-1-2-4,0 1 3,-3 2-1,-3 0 3,-1 0-2,-2 3 0,0 2-1,0-1 7,0 3-5,-8-1 9,-5-2-5,-1 0 5,-2-1-7,1-1 4,-4-2-4,3 0 0,-1 0 1,3-3-5,-2 2-3,1-1-13,-3 4-61,1-1-50,1 0-90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44:15.277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0 207 111,'0'0'31,"0"0"19,0 0 29,0 0-26,0 0-22,0 0-11,-1-4-5,1 4-1,0 0-8,0 0 3,0 0-4,0 0 12,0 0 0,0 0 3,1 0-7,17 0 5,5 0 9,8 0-3,9 0-9,3 0-5,12 0 6,7 0-10,3 0-6,5 0 6,-1 0-3,-2 0-3,-1 0 2,-2 4 0,0 2-1,-3-2-1,-3 1 4,-1-1-5,1-1 2,2-2 1,2 2-2,1 0 1,-5 0-2,-7 0 2,-12-2-1,-5-1 0,-13 0-1,-5 0 1,-6 0 0,-6 0 1,-2 0 1,-2 0-1,0 0 3,0 0-3,0 0-1,0 0 2,0 0-2,0 0-7,0 0-11,0 0-32,-2 0-40,-12 0-26,-3 1-29,-4-1-33</inkml:trace>
  <inkml:trace contextRef="#ctx0" brushRef="#br0" timeOffset="637">1025 8 18,'0'0'46,"0"0"52,0 0-11,0 0-42,0 0-20,0 0-12,-7-7-9,7 7 2,0 0 5,0 0-6,4 0 3,11 0 8,3 2 15,6 5-12,1 1 3,2 2-16,1 3 0,2 0-3,-3 1 0,-5-1-1,-2-1-1,-5-2 0,-4 0 1,-4-2-2,-4-1 0,-2 1 0,-1-3 0,0 1 3,0 1 7,0 0-5,-4 3 13,-7 1-3,-5 3 10,-1 2-9,-5 2 7,-5 1-10,-3 0-4,0 1-9,1 0 10,2 0-7,3-1-2,6 1-1,-1 0 0,3 0 0,2-1 1,2-2 3,4-3-4,1-1 0,2-3-3,2-2 3,2-2-1,1-3 1,0-3 1,0 0 2,0 0-1,0 0 7,0 0 3,0 0 1,0 0-4,0 0-4,0 0-1,0 0 0,0 0-4,0 0 2,0 0-2,0 0 0,0 0 0,0 0-2,0 0-3,0 0-5,0 0-18,0 0-19,0 0-6,0 0-42,0 0-21,0 0-6,0 0-74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44:56.632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137 12 3,'0'0'7,"0"0"-7,0 0-5,0 0 5,0 0 0,0 0 9,0 0 3,0 0-8,0 0 20,0 0 16,-3-11-9,3 11 5,0 0 3,0 0-13,0 0-14,0 0 7,0 0 4,0 0-3,0 0 0,0 0 4,0 0-5,0 0 0,0 0-5,0 0-8,0 0 6,0 0-7,0 0-5,3 0 3,14 0-3,9 0 21,10 0-16,9 0-1,5 0-2,6 6 2,8-1-3,10 4-1,6-2 0,5 0 0,4 2 4,-4-2-2,-4 0-2,-4 0 0,-6-1 1,-7-2-2,-9-1 2,-9-2-4,-9-1 6,-5 0-3,-4 0 1,-8 0 0,-6 0-1,-6 0 0,-5 0-3,-3 0-6,0 0 0,0 0-11,0 1-16,0 2-3,0 1-12,-11 3 13,-6 0 0,-2 2-13,-4-2-80</inkml:trace>
  <inkml:trace contextRef="#ctx0" brushRef="#br0" timeOffset="743">0 134 37,'0'0'22,"0"0"29,0 0 11,0 0-28,0 0-8,0 0 0,0 3-16,0-3-5,0 0 7,0 0-2,8 1-4,11 1 17,12-2 3,14 0 1,17 0-14,13 0 4,13 0-7,12 0-1,9 0-1,4 0-6,-2 0-2,-8 1 3,-11 5-1,-8 0 0,-12-2 1,-10-1-2,-14-1-1,-16-2 0,-9 0 2,-13 0 1,-5 0 0,-4 0 8,1 0 11,-2 0 6,0 0-10,0 0-8,0 0-9,0 0-1,0 0-4,0 0 4,0 0-2,0 0 2,0 0-1,0 0 1,0 0 0,0 0 0,0 0-2,0 0-13,-3 0-64,-6 5 20,-5-1-17,-2 0-51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45:16.03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257 2522 148,'0'0'34,"0"0"-22,0 0 42,0 0-10,0 0-16,0 0-14,-1-3 3,1 1 0,0 1 19,0-1 10,0-5-13,0-5-5,0-12-14,7-13-14,5-11 2,0-6-1,1-5-1,-2 3 1,-4-2 1,-4 3-2,-3 4 1,0 5-1,-12 6 2,-13 5 2,0 2-2,-4 8-2,1 5 0,1 5-1,-3 6 0,6 3-1,2 5 2,3 1 5,5 0-5,5 0-3,2 1 1,7 9-6,0 3-2,0 4 1,19 4 7,8 0-2,10 1-4,5-4 4,0 0 0,0-1 4,-8-1 0,-1-1 0,-6 1 2,-8-1-2,-4 1-2,-5 2 0,-4 0-1,0 4 3,-3-3 3,0 1 4,-1 0 3,2-2-5,2-1 6,0-3-10,2-1-1,1-6 0,4-2-10,-1-5 10,7 0-2,2-4 1,-1-15-2,0-8 3,-3-7 16,-1-4-14,-5-6-2,-1 3 3,-4 3-3,-3 3-2,-3 6 2,0 3 4,-3 4 1,-6 6 16,-4 3 1,2 5-6,1 4-3,4 2 11,3 2-9,0 0-6,0 0-9,3 10-17,-2 12 11,2 5 1,0 3 3,0-3 1,8-4-3,7 0-4,3-3 8,4-5-12,2-5 11,4-6-8,-2-4-3,8-4 10,-7-17-5,1-7-4,-4-9-11,-5-6 10,-11-7 6,-5-4 5,-3-3 1,0-4 0,-15-1 2,-6 3-2,-3-1 6,2 7 12,-1 4-4,-2 6-4,6 8 10,1 7 7,3 6-16,6 9-1,4 8 9,4 2-3,-1 3-16,2 0-6,0 6-22,0 18 0,8 11 28,9 13 0,3 11 0,4 8 3,1 6 1,1 5-1,-4 1-1,4-2 0,-1-2 5,3-4-5,2-2-2,3-6 0,3-2 0,-2-3 0,-4-5 3,0-3-2,-8-5-1,-7-11-1,-3-10-4,-6-10-14,-3-10-20,0-4-55,-3-23 5,0-23-56</inkml:trace>
  <inkml:trace contextRef="#ctx0" brushRef="#br0" timeOffset="1183">916 1830 351,'0'0'13,"0"0"-8,0 0 24,-25-74 1,25 58-11,3 0-8,18 1-10,0-1 2,9 4-4,1 2 1,-4 6 0,3 2 0,-5 2 1,-4 2 4,-3 16-4,-3 8-1,-6 10 17,-6 3 1,-3 1 11,0-2 0,-15-4-7,-8-3 1,1-6-16,-5-4 5,2-7-12,5-9-14,0-5-68,6-6-34,7-15-65</inkml:trace>
  <inkml:trace contextRef="#ctx0" brushRef="#br0" timeOffset="1505">1194 1837 126,'0'0'50,"0"0"-32,0 0 56,54-71-63,-36 42 11,-3-2 0,-4-1-3,-6-1-1,-5 1 0,0 4 14,0 3-1,-6 5 11,-6 7 0,2 1-14,-1 5-13,1 3-3,2 3 12,4 1 4,-1 0-24,2 1-4,-3 15-2,-1 7 2,1 6 2,3 1-2,3 2-1,0-1 1,0-1 0,3-4-3,18 0 2,4-5-6,5-6 4,6-5 3,4-4 3,2-6-2,4 0-2,-1-13-6,4-11-54,0-8-41,-2-3-15,-7-2-82</inkml:trace>
  <inkml:trace contextRef="#ctx0" brushRef="#br0" timeOffset="1890">1730 1423 101,'0'0'227,"0"0"-219,0 0 45,0 0-15,-85-5 5,71 19-8,2 7-27,2 3-3,4 1-2,3 0 2,3-1-5,0-4 0,1-3-7,11-5-6,3-5-6,2-7-9,3 0 9,1-11 11,0-13-9,2-3-14,-7 3-2,-7 5 32,-6 6 1,-3 6 22,0 4 19,0 0 19,0 3-12,0 0 5,0 0-33,0 0-20,0 6-19,0 9 13,0 5 5,0 1 1,12-1-2,4 0 1,1-5-3,1-4-1,4-5 1,-1-6 1,4 0-5,1-18 3,-3-11-4,-4-7 7,-5-8-8,-6-4 9,-8-9 1,0-6 2,0-4-2,-11 0 3,-8 6 0,5 8 2,-5 7 12,0 7 12,1 8 0,0 7 12,3 7 11,5 7-2,5 6-15,2 1-18,3 3-17,0-1-4,0 1-8,0 0-7,0 13-6,5 12 21,5 12 1,-1 7 3,5 11 2,0 5-1,0 6 4,4 2-1,1-3-4,-1-7 4,1-9-4,-1-8-5,2-4-4,-3-6-9,-3-4-39,2-9-32,-4-5-3,-1-9 5,-5-4-7,1-5-46</inkml:trace>
  <inkml:trace contextRef="#ctx0" brushRef="#br0" timeOffset="2615">1962 1386 312,'0'0'40,"0"0"-2,0 0 63,0 0-43,0 0-58,0 0-2,0 0-24,20-38 26,17 18 13,5-4-13,-2 0-3,1 1-34,0 2-81,-4 4-47</inkml:trace>
  <inkml:trace contextRef="#ctx0" brushRef="#br0" timeOffset="2826">2301 1215 378,'0'0'25,"0"0"-25,0 0 0,0 0 7,0 0-4,0 0 0,87-90-3,-71 65 0,-7 3-2,-1 0 2,-8 6 9,0 5 9,0 2 10,-11 3 21,-3 2-9,-3 4-8,3 0-9,-2 0-9,4 9-14,2 9-9,-1 6 7,8 4 2,0 5 0,3 1 0,0-2 7,0-2-7,17-2-2,3-7-1,7-6 1,4-5 2,7-10 0,9 0-3,6-17-18,7-12-45,2-5-38,-4 0-137</inkml:trace>
  <inkml:trace contextRef="#ctx0" brushRef="#br0" timeOffset="3193">2865 913 41,'0'0'369,"0"0"-360,0 0 60,-85-17-12,74 17-29,1 4-2,0 14-24,-1 9-2,1 5 0,4 2 5,3 4 0,3-5 4,0 0 0,0-3-9,4-7-2,11-3-9,2-9 6,2-6 0,2-5 1,-2-8 3,4-20 1,-4-11 2,-4-9-2,0-7-27,-8-9 16,-5 0-15,-2-2 25,-5 4 1,-17 8 34,-3-1-4,-5 4 33,0-2-38,-1 2 7,2 4-13,7 6-4,4 11 23,6 12-14,5 8 24,5 7-37,2 3-11,0 0 0,0 6-27,3 17-7,15 14 34,3 10 1,1 9 0,2 6 3,0 7-2,3 10-2,-2 8 6,-4-1-6,-2-3-2,-3-5-4,-3-1-30,-3-2-47,-4-6-109,0-10-37</inkml:trace>
  <inkml:trace contextRef="#ctx0" brushRef="#br0" timeOffset="4273">66 2977 155,'0'0'1,"0"0"-1,0 0 6,0 0 8,0 0-1,0 0 10,0-63-2,0 60 45,0 1-5,0 2-17,-3 0-5,0 0-8,0 0-13,0 0-18,-3 0 1,-1 4 0,-2 10 6,0 5-5,-3 8 2,6 7 5,3 4-1,1 5 0,2-3-1,0 0-2,2-6-5,15-5 0,3-3-4,7-8 0,3-3 3,10-6 1,5-6 0,0-3 4,2-2-4,-2-19-8,-2-8-9,-5-8-6,-7-5-12,-6-2 0,-8 1 4,-5 5 16,-12 7 12,0 6 3,0 5 7,-9 5 16,0 2 7,-3 5-14,2 2 6,2 3 10,-1 3-21,3 0-11,0 0 0,0 11 1,0 5-1,2 5 2,4 1-2,0-2 0,0 1 0,1-1 0,10-1 0,5-2-2,1-5-1,2-5-2,3-4 1,-1-3 3,5 0 1,-3-17 0,0-4-7,-5-3 2,-5-1 2,-7 1 3,-3 1 9,-3 3-6,0 3 5,-12 2 2,-1 4 5,-2 3-8,-3 2-7,6 3-6,-1 2-12,2 1-14,5 0-40,3 0-18,3 0-102</inkml:trace>
  <inkml:trace contextRef="#ctx0" brushRef="#br0" timeOffset="5002">646 2794 31,'0'0'204,"0"0"-194,0 0 45,0 0-27,0 0-7,0 0-11,41-14-1,-22 14 2,2 3-5,-3 12-1,4 5 0,-2 5 4,-2 2 10,-2 0-13,-4-3 1,-6-3 7,0-5-11,-1-7 6,-5-3 1,2-6-3,-2 0 8,0 0 13,0-20 30,0-12-27,0-15-31,0-5-12,0 3-12,0 7 21,6 5 0,5 7 6,-2 5-1,4 4-2,-2 8 0,-2 4-5,2 8-2,3 1-2,2 0-13,4 14 10,4 9 12,-4 5 0,1 6 0,-4 3 2,-5-1 3,-2 0-2,-2-5-3,-4-6-3,2-5-51,0-6-48,-2-8-51,1-6-22</inkml:trace>
  <inkml:trace contextRef="#ctx0" brushRef="#br0" timeOffset="5541">1222 2225 390,'0'0'2,"0"0"48,0 0 6,0 0-56,0 0-12,0 0-13,-2 34 20,13 0 5,0 8 13,2 8-8,-1 0 24,-1 3-4,-1-5 10,2-2-2,-1-2-21,2-3-2,2-3-8,1-1-2,5-5 0,-3-2-5,1-6-18,-2-7-37,-4-5 13,1-8-22,-7-4-2,-1-2-61,-6-19-65</inkml:trace>
  <inkml:trace contextRef="#ctx0" brushRef="#br0" timeOffset="5855">1170 2645 357,'0'0'24,"0"0"-3,0 0 76,0 0-82,0 0-15,0 0-36,12-29 33,21 15 3,10-4 12,-1-3-6,0-1-3,-5 4-1,-13 4-2,-8 4-26,-10 3-16,-6-3-11,0 0-92</inkml:trace>
  <inkml:trace contextRef="#ctx0" brushRef="#br0" timeOffset="6133">1394 2162 430,'0'0'3,"0"0"-3,0 0 2,0 0-2,0 0-1,0 0-4,52-76 4,-35 74 0,-3 2 2,0 0 1,1 10 3,-2 7-5,2 7 19,2 4 0,-4 3-3,-4 2 2,0-4-1,-3-3-6,0-9-6,-5-7 4,1-6-6,-1-4-3,1 0 11,-1-18 2,4-15-2,1-9-11,4-6 0,-1 1-14,3 5 4,0 5 10,0 6-2,-3 5 1,6 7-6,-6 6 5,-3 6-2,-2 6 3,2 1-4,0 0-5,3 8 10,3 12 1,3 5 5,-3 5 7,4 2 1,-4-1-5,0-1-7,-3-5-2,-1-1-27,-2-8-116,1-9-84</inkml:trace>
  <inkml:trace contextRef="#ctx0" brushRef="#br0" timeOffset="234496">2826 55 256,'0'0'11,"0"0"-10,0 0 74,0 0 11,0 0-52,0 0-2,0 0 22,0 1 13,0-1-13,0 0 31,0 0-40,0 0-28,0 0 12,0 0 7,0 0-17,0 0-7,-3-1-12,-6-15-2,0 0-92,5 0-58,2 9-74,-2 7-81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45:22.65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9 23 967,'0'0'12,"0"0"123,0 0-84,0 0-51,0 0-21,0 0-76,-10-15-86,19 7-153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45:06.838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3213 0 24,'0'0'11,"0"0"-11,0 0 0,0 0 0,0 0-1,0 0-17,0 0 2</inkml:trace>
  <inkml:trace contextRef="#ctx0" brushRef="#br0" timeOffset="273782">0 2066 104,'0'0'316,"0"0"-314,0 0 50,0 0-2,0 0-49,0 0-1,0-2-62,1 2-71,1-5-152</inkml:trace>
  <inkml:trace contextRef="#ctx0" brushRef="#br0" timeOffset="279161">1647 1257 70,'0'0'242,"0"0"-236,0 0-6,0 0-19,0 0-216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49:11.69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1892 2320 247,'0'0'27,"0"0"-24,0 0 16,0 0 44,0 0-33,0 0-4,1-2-17,-1 2 0,0 0-7,0 0-1,2 0 0,1-5 2,6-8 2,9-11 5,6-10-6,7-7-3,1 3 4,-4 6-3,-4 5-2,-8 7 5,-4 3-10,3 0 5,-5 3-1,2-1-15,3 0 3,2 1 5,-1 3 5,2 0 0,-2 4 2,-4 2-4,0 4 3,-4 1-4,-4 0 3,2 0-1,0 0 3,0 0 1,-2 0-3,-2 0 0,1 0-9,-3 0-22,3 0-54,0 0-67</inkml:trace>
  <inkml:trace contextRef="#ctx0" brushRef="#br0" timeOffset="998">3042 3196 358,'0'0'1,"0"0"-1,0 0 17,0 0 24,0 0 11,0 0-1,-64-18-1,61 18 7,3 0-4,0 0-11,0 0-9,0 0-5,0 0-13,0-2 1,0 2-8,0-1-2,0 0-6,6-4 0,15-5 0,12-7 1,13-7 12,14-5 0,10-4-11,12-2 7,4-3-3,7 1 3,4-1-7,3 1 6,3 1-8,-3-1 1,-9 4-4,-15 6 5,-15 4-4,-21 9 2,-17 6-3,-16 4 1,-4 4 2,-3 0 0,0 0-2,0 0 0,-6 0-5,-4 0-5,-4 2-22,-2 8-32,1 1-28,-1 2-31,-5-2-26,6-5-33,-1-6-14</inkml:trace>
  <inkml:trace contextRef="#ctx0" brushRef="#br0" timeOffset="1517">3564 2503 178,'0'0'10,"0"0"-1,0 0-9,-98-13 61,85 11-10,5 0 15,5 2 20,3-1-18,0 1-41,0 0-8,0 0-6,0 0-13,3 0 0,11 0 13,8 0 16,9 0-10,11 0-3,7 0 4,8-4-10,7-2 3,-4 2-6,-7 4-7,-11 0 0,-7 0-1,-10 4-1,-4 9 1,-6 2 1,-2 2 4,-4 4 0,-3 2-1,-3 5 12,-3 4-7,0 7 8,-4 3 9,-13 4-9,-1 2 6,-1-1-10,1 0 12,0-2-16,3-1-3,6-4-4,2-4 2,4-5 0,1-9-3,2-6-1,0-6-3,0-6 0,0-1 2,0-3-2,0 0 4,0 0 7,0 0 5,0 0 10,0 0-8,0 0-3,0 0-6,0 0-4,0 0-1,0 0 0,0 0 0,0 0-2,0 0-6,0 0 3,0 0-2,0 0 0,0 0-7,0 0-23,0 0-4,0 0-14,0 0-27,0 0-17,2 0-8,2 0-15,2 0-103</inkml:trace>
  <inkml:trace contextRef="#ctx0" brushRef="#br0" timeOffset="28275">1118 1493 312,'0'0'7,"0"0"-7,0 0 17,0 0-9,0 0 3,-81-22 13,62 22-22,-1 6 0,-1 6 11,4-1-5,3 2 16,1 2-13,5 3-9,2 6-1,6 1 4,0 0-3,11-3-2,14-3-1,5-4 1,10-5 0,6-3 12,1-3-12,-1-2 2,0 1 8,-4 1-10,-8 1 0,-7 4 1,-6 3 0,-6 1-1,-3 4 2,-5 2-2,-4-3 6,-3 3-5,0-5 11,0-1 4,-10-5-8,-2-2 1,-4-3 5,-1-3 0,-2 0-2,2-7 0,1-6-4,4-1 7,0-2-3,6-1-9,0 0-1,3-2-2,0-1 0,3 1-2,0-2 2,0 2 2,0 0 2,0-1-1,0 5-1,0 1 13,-3 1-2,-3 3 0,2 2 18,-2-1-15,0 2 15,-2 2-14,2-1-5,-1 3-6,4 2-6,0 1-2,0 0-2,-2 0-4,-1 0 2,-1 0-5,1 0-17,2 7-48,1 3-20,3 2-24,0-2-64</inkml:trace>
  <inkml:trace contextRef="#ctx0" brushRef="#br0" timeOffset="29145">1552 1461 205,'0'0'11,"0"0"17,0 0 15,0 0-19,0 0 2,0 0-1,-37-50-6,34 40 10,1 2 34,2-1-27,0 0 2,0 2-18,8-3-6,8 1-12,8-2 2,4 1 10,2 1 0,-4 6-4,-4 3-10,-3 0-2,-8 6 0,-2 10-5,-2 2 7,-7 6 9,0 0 9,0 3 4,0-2-12,-7 0 1,-4-2-9,2-3 1,-1-4 4,7-3-4,0-4-2,3-6-1,0-3-5,0 0 2,0 0 0,0 0-19,10-7 22,10-8 2,5-6 4,2-1-3,1-4 0,-1 4-3,-4 1 0,-4 4 3,-7 3-2,-2 5 4,-2 5-3,-5 1 1,-3 3-3,0 0 0,0 0 0,0 0-3,0 0-7,0 0-21,0 0-51,0 0-41,0 1 1,0 4-90</inkml:trace>
  <inkml:trace contextRef="#ctx0" brushRef="#br0" timeOffset="29721">2081 1113 392,'0'0'24,"0"0"54,0 0-25,0 0 7,0 0-17,0 0-18,0 0-14,-38-25-10,32 25-2,-2 12 1,-1 7 0,-1 1 2,7-1-2,3-2 0,0-4 0,7-1-2,10-3-5,2-3 6,5-3 1,5-3 10,-3 0-9,1 0 2,0 2-2,-5 1 1,-1 3 2,2 0-4,-1 1 2,-1 1-1,-2-1 3,-1 1-7,-6 1 7,-3-2-8,-3 1 4,-5 4 0,-1-1 3,0 3 12,0 0-10,-11 2 7,-3-4-5,-2-2-3,-1-3-4,-5-2-15,1-5-32,0 0-29,2-2-41,2-15-100</inkml:trace>
  <inkml:trace contextRef="#ctx0" brushRef="#br0" timeOffset="30178">2047 1093 346,'0'0'109,"0"0"21,0 0 0,0 0-67,0 0-22,0 0-25,6-55-12,28 37-4,5-5 1,3 1 6,-5 1-6,-7 2 6,-9 5 8,-3 6 12,-9 2-12,-3 3 1,-3 2 1,-3 1 2,0-1-8,0 1-4,0 0 2,0 0-3,0 0 3,0 0-2,0 0 2,0 0 4,0 0-4,0 0 0,0 0-9,0 0 0,0 0-3,0 0-33,0 0-48,0 0-44,-4 0-63,-7 8-32,2-1-66</inkml:trace>
  <inkml:trace contextRef="#ctx0" brushRef="#br0" timeOffset="33599">2683 694 201,'0'0'2,"0"0"25,24 86 26,-12-49-21,2-1-2,-3 0-17,2-4 1,-2-2 10,-4-2-7,-1-4-2,-3-4-2,-3-5 0,3-5-8,-3-4 2,0-3 2,0-3-2,0 0 12,0 0 9,0 0 37,-3-13-38,-3-3-24,2 1 1,2-2 2,2-1 4,0-3-10,0-1-2,12 2 2,3 2 0,-1 6-1,2 2-4,6 5 5,-2 5-6,5 0 1,-1 6 5,-3 13-5,-3 1-1,-5 3 6,-2 3 3,-8-1 10,-3 1 0,0 2-5,0-1 10,-14-4-7,-1-2 8,2-5-11,-5-6 8,6-4-8,-6-6 8,0 0-16,3-9-5,5-5-79,1-2-22,6 2-36,3-1-21</inkml:trace>
  <inkml:trace contextRef="#ctx0" brushRef="#br0" timeOffset="34101">3006 878 136,'0'0'130,"0"0"-62,0 0-12,0 0-7,0 0 46,0 0-43,36 69 1,-30-47-20,-1 1-28,-1-4 0,2 0-5,-3-6-12,0-5-75,0-8-69,-3-1-53</inkml:trace>
  <inkml:trace contextRef="#ctx0" brushRef="#br0" timeOffset="34461">3039 516 197,'0'0'143,"0"0"-49,0 0 11,0 0-75,0 0-30,0 0 1,11 43 6,-4-11 25,2 6 0,3 4-6,-1 1 0,3-1 2,-3-5-20,5-6-4,-1-5 0,0-6-4,2-2 1,-1-7 5,-4-1-3,1-5-2,-4-2 1,-1-3 6,-2 0-3,4-2 0,4-16 7,-1-9-4,-1-7-5,-3-2-1,-3-4-2,-3 5-1,-3 0 0,0 6-3,-4 10 3,-10 4 1,5 6 5,-1 6 7,2 0-11,5 3-1,0 0-4,0 0-5,3 3-2,-3 9 2,3 3 0,0 0 0,0 1 9,14-1-4,2 0-9,2-3 11,6 1 2,-2-1 0,6 0 0,-6 0 12,1 0 2,-2-1-6,-6 1 5,1 0-10,-5-1 1,-3 1-4,-3 0-1,-5 2 1,0 4 9,0 0-3,-13 0-5,-1-4-1,-5-4-65,-3-9-64,-2-1-84,-5-10-183</inkml:trace>
  <inkml:trace contextRef="#ctx0" brushRef="#br0" timeOffset="35054">3111 657 144,'0'0'253,"0"0"-152,0 0 56,0 0-101,0 0-33,0 0-18,49-75 2,-22 57 3,-1 3-10,-3 5-1,-5 3-12,-3 3-23,-5 2-69,-4 1-38,-6 1-15</inkml:trace>
  <inkml:trace contextRef="#ctx0" brushRef="#br0" timeOffset="35556">2393 1656 139,'0'0'36,"0"0"64,0 0-38,0 0-7,0 0-33,0 0-20,-25-45-2,25 45-7,0-1 1,0 1 3,-2 0 3,2 0 1,-1 0 14,1 0 19,0 0-10,0 0 9,0 0-16,0 0 12,0 0 4,0 0 12,0 0-1,0 0-1,0 0-14,0 0-16,0 0-11,0 0-2,0 0-1,0 0-20,0 0 0,0 0-11,0 0 7,0 0-8,-5 0-9,-2 0-42,-9 0-102</inkml:trace>
  <inkml:trace contextRef="#ctx0" brushRef="#br0" timeOffset="36405">170 757 195,'0'0'90,"0"0"-50,0 0 24,0 0-30,0 0-1,0 0 16,-1-44 14,-8 41-11,3-2-13,0 3-11,-3 0-14,-3 2-9,-3 0-5,-3 0 5,0 14-4,-3 6-2,1 8 1,3 9 0,7 4 0,5 1 0,5-4 0,0-4-1,18-6-2,4-7-1,1-7-25,-1-7-2,-4-5 23,-1-2 7,-7 0 2,-3-19 3,-4-4 6,-1-7 1,-2-4-5,0 3 14,0 4 1,-8 6 14,3 10 2,0 4-16,1 4 15,4 3-8,0 0-24,0 0-4,0 6-23,3 15-1,13 11 16,2 12 8,9 7 5,3 9-2,1 7 0,-1 1 7,-2-3-9,-3-5 0,-4-6-1,-6-3 2,-4-6-2,-1-3 1,-7-7-1,-3-4 1,0-4 3,-3-7 3,-10-6 3,1-7 0,-9-7 3,-3 0 8,-3-19-17,-7-6 0,3-2-4,5 2 0,4 1 4,4 2-2,9 0-2,6 1-1,3-2-2,0-3-9,9-1 9,10-1-8,2 1 4,3-1 3,0 1-11,-3-3 7,-2-2 1,-4-2-3,0-1 8,-5-1 2,-4 4 1,-6 1 0,0 3-1,0 4 7,0 4-1,-3 4 11,-1 5-13,-3 4 5,4 3 7,1 4-4,1 0-8,1 0-4,0 0-11,0 12-10,0 11 8,0 7 13,11 2-2,6-1 2,4-1-1,1-5 1,1-5-3,-3-4 1,-2-6-7,-1-8-6,-1-2-15,1-8 27,0-21 0,-3-8 3,-2-9 0,-6 0-2,-6 0 1,0 9 2,0 8-1,-3 9 16,-6 8 17,6 6 0,0 3-11,3 3-11,0 0-8,0 0-3,0 0-14,0 3-8,0 17 3,3 5 15,9 4 3,-3-1 2,0-4 1,1-3-1,-1-5 0,-1-7-2,-1-3 1,-1-5-10,-5-1-2,2 0 0,3-7 12,-1-13 0,4-12 0,-2-6 2,-4 1-2,-3 6 1,0 7-1,0 9 0,0 9 1,0 5 7,0 1 14,0 0-22,0 0-10,6 7-2,2 10-5,4 5 17,4 2 0,2 2 7,0-2-2,0-5-4,3 0 1,1-5-2,2-4 0,-3-2-1,-3-6 2,1-2-4,-4 0 3,0 0 0,-6-7 1,0-9 4,0-4 3,-5-2 2,-1-6-8,-1-2 2,-2-5-1,0 0 1,0 0-2,-8 6-2,-5 6 0,4 8-2,-2 6 3,1 5-7,1 3 5,3 1-1,0 0-14,-1 10 6,1 11 1,3 7 0,3 3 3,0-3 3,4-5-10,8-9-6,2-7-31,-1-7 11,5 0 25,-2-9 13,-2-13 1,-2-6 1,-5-1 3,-1 4 5,-3 8 4,-3 9 19,0 5 16,0 3-15,0 0-9,0 0-24,0 0-1,2 8-11,4 8-6,5 5 17,0-1 1,1 0 3,6-3-3,-5-6-7,5-4 3,-4-4 4,0-3 6,0 0-1,-1-18-2,1-10 6,-5-1-8,1 4-1,-2 6 0,-2 8-4,-5 7 4,1 2 0,-2 2-4,3 0 0,4 0-8,2 0 1,6 3 10,3 3 0,1-2 0,2-3 1,0-1 0,0 0-2,-5-8 0,2-9 1,-3-4-16,-3 1 14,-5 2-1,-5 6 6,-2 7-2,0 2 4,0 3 3,0 0 4,0 0-11,0 0-6,0 0-14,3 8 6,3 2 10,3-3 3,-2 1-5,4-6-9,-1 0 9,2-2-3,0-2 9,0-16 0,0-11 6,-6-6-5,-3-7-1,-3-3 3,0-5 0,-11 0 12,-8 3 5,-5 2 20,2 7 9,-2 10 24,6 7-61,6 9-1,6 6-6,3 5 5,3 1-10,0 3-19,3 18-21,14 13 40,2 8 3,5 6-3,-2 5-3,2 1 3,3 0 5,0-2-4,-2-1-2,3-3-2,-1-2-31,0-3-83,-3-4-17,-3-13-23,-2-13-71</inkml:trace>
  <inkml:trace contextRef="#ctx0" brushRef="#br0" timeOffset="38677">1801 272 516,'0'0'77,"0"0"3,0 0-6,-82-27-44,71 27-16,3 7-13,5 13-1,3 5-4,0 4 2,7-2-5,17-2-7,6-1-10,1-2 15,-1 1-1,0-2 6,-5 0 3,-4-1 0,-6 0-1,-3-3 0,-8 0-4,-4-2 6,0 2 1,-7 3 4,-14 3 6,-3-4-8,0-6 4,5-7-7,4-6-40,3-13-139,3-18-75</inkml:trace>
  <inkml:trace contextRef="#ctx0" brushRef="#br0" timeOffset="39021">1959 38 547,'0'0'63,"0"0"89,0 0-94,0 0-58,0 0-14,0 0 14,27 118 16,-12-61 6,9 5-3,-2 3-11,4 4-5,-1-1-3,2-2 0,-2-7-69,2-8-57,-2-10-84,-5-11 69,-7-12-73</inkml:trace>
  <inkml:trace contextRef="#ctx0" brushRef="#br0" timeOffset="39247">2192 422 206,'0'0'300,"0"0"-210,-51-75 30,42 49-74,9 2-23,0 1-21,6 0-2,14 4-3,2 7 2,2 3-5,-3 8 4,0 1-2,-4 1 4,-3 18-2,4 6-4,-6 6 6,-3 6 4,-8 0 0,-1-1 4,0 0-7,-6-4 4,-10-3 3,-5-1-8,-1-9 9,-2-5-9,7-11-31,1-3-59,7-7-56,6-18-137</inkml:trace>
  <inkml:trace contextRef="#ctx0" brushRef="#br0" timeOffset="39582">2396 220 515,'0'0'74,"0"0"78,0 0-75,0 0-38,0 0-26,0 0-13,0 0-8,-42 64 6,35-28 2,6-3-7,1-7-11,0-8-32,3-8-20,5-7 0,1-3 14,2-4 42,1-17 14,0-10 2,-3-2 4,-2 4-2,-4 4-3,0 8 21,-3 5 23,0 8 36,0 2-3,0 2-36,0 0-37,6 0-5,0 8-26,7 7 11,-2 7 15,3 3 1,-1 3-1,-1 2-1,1-1-22,1-5-105,2-7-36,-4-10-87</inkml:trace>
  <inkml:trace contextRef="#ctx0" brushRef="#br0" timeOffset="39988">2704 35 572,'0'0'57,"0"0"100,0 0-93,0 0-24,0 0-17,0 0-23,-32-13-4,26 37-15,-2 7 19,0 6 12,5 0-2,3-3-4,0-2 8,0-1-7,6-2-4,9-6 4,1-3-7,5-4 0,0-6 5,0-6 0,0-4-2,1 0-2,1-20 9,-1-8 0,3-9-7,-7-4 0,-3-4-1,-6 0-2,-3 1 4,-6 9 4,0 9-1,0 10 39,-7 7 4,-2 5-19,-2 4 1,2 0-21,0 6-11,0 17 0,-2 10-4,0 4 3,8 0 1,3-1-2,0-4-5,19-4 7,4-6 1,5-7-1,5-6 8,4-9-1,5 0-7,-2-14-11,-1-10-48,-5-2-125,-11 2-93,-13 5-161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45:40.91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4182 230 239,'0'0'0,"0"0"16,0 0 42,0 0-14,0 0-43,0 0 0,0 0-1,0 0-1,0-5 1,0 5 16,0-1 7,0 1 10,0-1-3,0 1-7,0 0-4,0-3-3,0 1-5,1-2-5,1 1-3,-1 1-3,2-1 2,-1-1 0,2 0-2,2-1-7,4 0 6,3-2-4,4-2 10,4-2-5,6-2 4,5-1-3,3-3-1,8-1-1,4-1 1,2 1 0,0 1 1,-4 3-9,-3 3 16,-4 1-16,-9 4 11,-8 4-3,-6 2 0,-6-2-5,-3 2 5,-3 0-1,-2 0 1,2 0-1,1 0 1,-1 0 0,0 0 1,-3 0-2,0 0 1,0 0-7,0 0-6,0 0-26,0 0-25,0 0-7,0 7 7,-4 0-62</inkml:trace>
  <inkml:trace contextRef="#ctx0" brushRef="#br0" timeOffset="818">4228 27 36,'0'0'7,"0"0"35,0 0-5,0 0-33,0 0 0,0 0-2,0 16 1,0-1 0,0 0 6,0 4 10,0-1 9,0 2-9,-4-1-2,-6 1-3,-1 2 3,-1-2-8,0-1 3,0-4-7,4 0-5,2-5 1,2-3 7,1 0-5,1-3-3,0 0 1,0-1-1,2 0 0,0-3-2,0 0 3,0 0-5,0 0 8,0 0-1,0 1 3,0 0 4,0 2 4,9 0 3,3 1 6,4 2-4,1-2-7,2 2 6,1 1-9,0 0-6,1 0-3,0 2 1,2-2-1,-4 0 3,-3 0-1,2-2-2,-6-1 1,1-1 1,-2-1-1,-5-1 1,-1 0-4,-1-1 5,-3 0-3,1 2 1,-2-2 0,0 0-1,0 0 6,0 0-6,0 0-5,0 0 1,0 0-14,0 0-15,0 0-3,0 0-11,0 0-41,0 0-104</inkml:trace>
  <inkml:trace contextRef="#ctx0" brushRef="#br0" timeOffset="68925">5008 4389 39,'0'0'0,"0"0"-5,0 0 5,0 0 7,0 0 6,0 0-8,0 0 12,-6-12 27,6 12-7,0 0-19,0 0 6,0 0 19,0 0-21,0 0 1,-1 0 1,-2 0-7,0 0-9,0 0-6,3 0-1,-2 0 0,2 0 6,0 0-2,0 0 8,0 0-7,0 0 5,0 0 1,0 0-4,0 0 0,0 0 8,0 0-8,0 0 6,0 0 0,0 0-4,0 0-10,0 0 0,0 0-2,0 0-2,2 0-1,5 0 5,8 5 1,3-1 0,6 0 5,7-1 1,7 1-1,6 0 0,4 2 1,3 1-2,-2-1-3,-1 0 3,1 0-1,6-2-3,2 0-1,7-2 6,8-2-6,1 0 6,3 0-1,2 0 5,2 0 2,-2 0-5,-1-2 5,-7 2-5,-2 0-3,-6 0 0,1 0-7,1 0 7,1 0-5,-2 0 1,-10-1 0,-9 0 0,-13-1 2,-9 2-1,-9 0 1,-4 0-2,-3 0-2,-3 0 1,0 0 2,-3 0 0,0 0 0,0 0-1,0 0 7,0 0-5,0 0 1,-20 0 12,-10 0-9,-11 2-5,-18 3-1,-15 1 1,-7-2-1,-5-1 0,-2 0 0,3 0 2,4 0 2,2 1-3,4-1-1,1 0 5,-1-2-4,-2 1-1,-1-1-1,1-1 1,2 0 1,2 0 0,3 0 3,3 0-4,-1-1 2,9-4-1,5 4 2,12-1-2,12 1 2,10 1 1,11 0 2,4 0 5,5-1-5,0-1-6,0 1-1,0 1 0,0 0-2,0 0 1,0 0-7,2 0-10,16 0 11,12 7 8,13 4 1,15-2 5,12-1-5,9-4 0,9-2-1,6-2 0,7 0 0,1 0 4,1 0-4,-4-2 5,-1-2-4,-7 1 0,-12 0 0,-10 3 7,-11-1-8,-14 1 1,-8 0-3,-7 0 4,-13 0-5,-4 0-2,-8 0 4,-4 0-1,0 0 1,0 0 1,0 0 0,-1 0 0,-18 1 0,-11 4 4,-11-1-4,-11 3 0,-12 2 0,-12 0 0,-12-2 0,-8-1 0,-1-6 0,-4 0 1,4 0 4,8 0-3,8 0 8,11 0-6,9 0-3,14 0 1,9 0 2,9 0 0,13 0-4,7 1-5,7-1 4,2 0-3,0 0-13,0 0 9,16 0-1,9 0 2,9 0 7,8 0 2,3 0-2,2 6 0,4 3 1,6 1 0,2 2-1,6 1 3,2-2-3,0-3 3,3-2-1,-1-2 1,-1-4-3,-2 0 0,-5 0-1,-7 0 6,-12 0-5,-11 0 0,-9 0 0,-8 2 0,-10-1-2,-2-1-1,-2 0 3,0 0 11,0 0-2,0 0 5,-14 0 1,-8 0-9,-17 0-4,-10 0-4,-15 0 2,-15 0-3,-6 0 3,1 0 0,5 0 7,15 0 1,16 0 30,21 0-12,12 0-7,14 0-19,1 0-11,0 0-18,9 0-7,15 7 34,10 3 1,12-3 1,8-2 5,10-3-5,5-2 0,1 0 0,-4 0 5,-7-5-5,-8 0-2,-15 4 2,-8 0-3,-10-1 5,-6 2-2,-6 0 0,-6 0 0,0 0 0,0 0 11,0 0-7,0 0 3,0 0-4,0 0 3,0 0-5,0 0-1,0 0-3,0 0-2,0 0 5,0 0 0,0 0-5,-6 0 1,-2 0-23,-3 0-5,-3 0-20,-4 0-45,-7 0-40,-5-6-110</inkml:trace>
  <inkml:trace contextRef="#ctx0" brushRef="#br0" timeOffset="71596">2226 4383 120,'0'0'19,"0"0"8,0 0 27,0 0-6,0 0-48,0 0-13,-15-9 13,15 9 2,0 0-1,0 0 17,0 0 7,0 0 1,0 0-1,0 0 0,0 0-10,0 0 8,0 0-6,0 0-7,0 0-5,0 0 4,0 0-9,0 0 3,4 0 5,5 0-6,3 0 16,3 0-10,4 0 11,3 3 9,4 2-10,3-1 7,2 0-8,-1 2-11,-2-2-1,2-1-5,4-3 0,4 0 5,8 0-3,0 0 2,0 0 2,-1 0-2,-5 0-3,-2 0-2,-4 0 2,-1 0-6,0 0 10,-2 0-2,3 0-2,-1 0-1,2 0 0,-3 0-1,1 0 1,-7-2 1,0 1-1,0 1 0,-1 0 2,3 0 5,4 0-5,0 0-2,3 0 1,-1 0 4,-1 0-3,0 0 0,-3 0 2,0 0-4,-2 0-1,0 0 1,0 0 7,1 0-7,-2 0 0,-1 0 2,0 0 1,1 0-1,4-3-2,4-2 0,5 0 7,2 0 1,-2 0-6,-2 4 7,-8-1-9,-6 2 0,0 0 0,-2 0-3,2 0-1,-4 0 4,4-1 1,-1 1 5,1 0-6,0 0-1,0 0 1,1 0-7,1 0 7,-2 0 0,-2 0 1,-1 0 0,0 0 3,-3 0-4,-3 0 0,-3 0 1,1 0 3,-4 0-8,-1 0 6,-2 0-2,-2 0 3,-1 0-3,-2 0 2,-1 0 7,0 0 6,0 0 13,0 0-4,0 0 2,0 0-2,0 0-21,0 0 10,0 0-13,0 0 3,0 0-3,0 0 7,0 0-4,0 0-1,0 0 11,0 0-4,0 0-3,0 0-4,0 0 2,0 0-3,0 0 6,0 0-6,0 0 1,0 0-2,0 0 0,0 0-1,0 0 2,0 0-3,0 0-1,0 0 3,0 0 6,0 0-6,0 0 3,0 0-3,0 0 2,0 0 0,0 0 0,0 0-2,0 0 3,0 0-1,0 0-2,0 0 1,0 0-1,0 0 8,0 0-8,0 0-5,0 0 5,0 0 6,0 0-6,0 0-4,0 0 4,0 0 5,0 0-5,0 0 0,0 0 0,0 0 1,0 0 0,0 0-1,0 0-1,0 0 1,0 0-2,0 0 2,0 0 0,0 0 3,0 0-3,0 0-1,0 0 0,0 0 1,0 0-1,0 0 1,0 0-6,0 0 6,0 0 5,0 0-5,0 0 3,0 0-3,0 0 0,0 0 7,0 0-5,0 0 2,0 0-3,0 0-1,0 0 7,0 0-5,0 0-2,0 0 1,0 0-1,0 0 10,0 0-5,0 0-4,0 0 4,0 0 5,0 0-7,0 0-1,0 0 3,0 0-5,0 0-1,0 0 0,0 0-4,0 0 10,0 0-5,0 0 4,0 0-3,0 0 1,0 0-1,0 0 3,0 0-2,0 0-2,0 0 0,0 0-3,0 0 8,0 0-10,0 0 9,0 0-4,0 0 0,0 0 2,0 0-7,0 0 5,0 0 0,0 0 7,0 0-7,0 0-3,0 0 3,0 0 1,0 0 1,0 0 6,0 0-7,0 0 2,0 0 2,0 0-3,0 0 0,0 0-1,0 0 2,0 0-2,0 0 0,0 0 0,0 0 7,0 0-8,0 0 2,0 0 0,0 0-2,0 0 0,0 0 0,0 0 0,0 0 2,0 0-2,0 0 0,0 0 0,0 0 0,0 0 0,0 0 0,0 0-4,0 0 6,0 0-2,0 0 0,0 0 6,0 0-6,0 0 0,0 0 0,0 0-2,0 0 5,0 0-3,0 0 0,0 0-5,0 0 5,0 0 6,0 0-6,0 0 0,0 0-1,0 0-5,0 0 5,0 0 1,0 0-1,0 0 1,0 0 0,0 0 5,0 0-5,0 0 0,0 0-2,0 0 0,0 0 2,0 0 0,0 0 0,0 0 0,0 0 1,0 0 6,0 0-14,0 0 7,0 0 0,0 0 0,0 0 1,0 0 5,0 0-6,0 0-6,0 0 3,0 0 1,0 0 0,0 0-13,0 0 10,2 0-9,-2 0 9,0 0 4,1 0-7,-1 0 6,0 0 2,0 0 0,0 0 1,0 0-1,0 0 6,0 0-6,2 0 0,-2 0-2,0 0 2,0 0 0,0 0-1,0 0 2,0 0-2,0 0 5,0 0-7,0 0 3,0 0-1,0 0-4,0 0 4,0 0 1,0 0 0,0 0 6,0 0-6,0 0-1,0 0 1,0 0 0,0 0 0,0 0-10,0 0 9,0 0-18,0 0 0,0 0 7,0 0-6,0 0 11,0 0 2,0 0-3,0 0 8,0 0-8,0 0 5,0 0 3,0-3 2,0 2-2,0-2 0,0 1-4,0 2 5,0 0-2,0 0-4,0 0-2,0 0 7,0 0-6,0 0-4,0 0-1,0 0 2,0 0 0,1 0 1,-1 0 8,0 0-6,0 0 0,0 0 4,0 0-7,0 0 9,0 0-17,0 0 4,0 0-17,0 0 3,0 0 2,0 0 0,0 0 4,0 0 6,0 0 3,0 0 3,0 0 6,0 0 3,0 0-5,0 0 3,0 0-3,0 0 0,0 0 5,0 0 3,0 0 1,0 0-4,0 0-1,0 0-5,0 0 1,0 0 5,0 0-3,0 0 3,0 0-6,0 0-4,0 0 0,0 0-10,0 0-9,0 0-3,0 0-1,0 0-11,0 0-11,0 5 12,-6 3-7,-10 4-67</inkml:trace>
  <inkml:trace contextRef="#ctx0" brushRef="#br0" timeOffset="118447">13876 8105 80,'0'0'7,"0"0"-2,0 0 0,0 0 23,0 0-17,0 0 9,0-8 8,0 8 25,0 0 6,0 0-21,0 0-4,0 0-2,0 0-6,0 0-4,0 0 2,0 0-3,0 0-1,0-1-5,0 1-9,0 0-6,0 0-8,3 0 8,6 0 0,5 0 0,4 0 3,5 0-3,7 0 7,6 0-4,9 0 5,7 0-2,2 1-6,4-1 2,-3 1 4,1-1-2,-1 0-1,1 0-3,2 0 5,2-8-4,0-2 7,-3-4 0,-1 1-6,-4 0 10,-4 2-8,-6 3 6,-5-1-6,-1 4-3,-4-4 5,-1-2-4,2 1 1,0-3 1,3 0 1,2 2 9,1 0-6,-2 3-3,0 2 5,-4 2-6,-5 4-2,-3-3-1,3 3-1,2-1-5,3-1 5,5 1 3,-2-1 0,0 1-3,-3 1-2,-2 0 2,-3 0 2,-1 0 2,-2 0-7,-3 0 3,-5 0 0,-2 0 1,-3 0 1,-4 0-2,-4 0-4,1 0 4,-4 0-2,2 0 4,-1 0-1,-2 0-1,1 0 3,-1 0 0,0 0-2,0 0 3,0 0 3,0 0 2,0 0-8,0 0 4,0 0 2,0 0 6,0 0-6,0 0 2,0 0 2,0 0 1,0-3-6,-6-4-5,-1-3-2,-2 0 0,-6 0 1,3 0-5,0 0 5,2 2 0,2 3 5,2-1-2,1 2 0,1-1-3,1 1 0,-1 0 1,-1 1-5,2 3 4,2 0-1,-1 0 1,2 0 0,0 0-7,0 0 6,0 0-21,-1 0-9,1 0-74,-2 0 18,-1 0 30,0 0-13,-3 0-20,5 7-44,-1 0-6</inkml:trace>
  <inkml:trace contextRef="#ctx0" brushRef="#br0" timeOffset="121830">2396 2633 1,'0'0'21,"0"0"-2,0 0 3,0 0 2,0 0 7,0 0 35,0 0-18,-15-21 15,12 21-26,0 0-9,0 0 0,-3 0-19,0 0-5,-4 11 2,-1 11-6,-1 3-3,-4 3 3,-2 2 0,3-4 2,-3 0 1,2-2-3,-2-3 8,1-1-8,-2-4 0,8-4 7,1-4-3,6-3-4,1-4 4,3-1 1,0 0 10,0 0 2,0 0-1,0 0-12,0-4-4,0 0-4,0 2 1,1 2-6,5 0 9,3 0-7,0 0 7,3 0-5,3 7 5,0 3 0,4 0 0,0 3 4,1 1-3,-1-2-1,2 3-5,-1-4-10,-3-1-4,2 0-21,-3-4 3,-1-2-12,-2-4-36,-4 0-37</inkml:trace>
  <inkml:trace contextRef="#ctx0" brushRef="#br0" timeOffset="122386">2332 2881 16,'0'0'69,"0"0"22,0 0-6,0 0-52,0 0-23,0 0 0,6-12-4,9 6 19,10-3 12,6 0 2,12-4-21,10-2 29,11 1-32,10 2-3,3 4-5,-4 5-2,-5 3-5,-2 0 1,1 0-1,0 0 3,2 0-1,-2 0-2,-1 0 0,-2-13 4,0 2-4,-3-2 0,-6 5 0,-8 4 0,-7 2 1,-10 2-1,-9 0-1,-2 0-12,-7 0 9,0 0-1,-3 0 1,-3 0 1,-2 0 2,-1 0-2,0 0-1,-3 0-9,0 2-22,0-1-37,0 3-10,0 0-47,0-1 47</inkml:trace>
  <inkml:trace contextRef="#ctx0" brushRef="#br0" timeOffset="122850">3601 2609 379,'0'0'19,"0"0"13,0 0 19,0 0 10,0 0-61,0 0-16,-7-20 3,35 20 13,5 0 8,-2 0-7,-4 9 2,-3 1-6,-3 4 5,-5 2-2,-4-1 5,-3 0-5,-6-2 0,-1-2 6,-2 3-2,0 1 2,-9 4 9,-12 5-9,-9 3 1,-1 0-7,-3-3-27,5-6-26,7-7-23,1-8-46,3-3-95</inkml:trace>
  <inkml:trace contextRef="#ctx0" brushRef="#br0" timeOffset="123714">2651 3031 7,'0'0'27,"0"0"24,0 0-18,0 0 25,0 0-16,0 0-25,0-35 4,0 35 4,0-1 0,0 1 0,0 0 13,0 0-11,0 0 1,0 0-7,0 0 1,0 0-16,-5 0 8,-1 0-10,-1 0-2,3 2-2,1 4-1,1-1-4,2 2 0,0-1 1,0 1-1,3-1 1,12 1 1,0-2 0,7 1 1,5-2 2,1 2 1,-1 0-1,-4 0 1,-4 1 2,-5 0-4,-4-2 1,-4 2 0,-3 0 1,0-1-1,-3 2 0,0 2 13,0 1-5,0 1 18,0 1-17,-11-1 5,-2 1-2,0-2-2,-5-1-8,1-2 3,-2-2-3,4-3-2,-4-3-5,-2 0 1,3 0-32,-1-11-17,5-5-7,4 1-12,4-1-3,3 2-36,1 0-1</inkml:trace>
  <inkml:trace contextRef="#ctx0" brushRef="#br0" timeOffset="124254">2636 2989 93,'0'0'125,"0"0"-36,0 0-26,0 0-23,0 0-16,0 0-5,3-13-5,7 6-1,7 0 3,-1-3-13,4 1 3,-1 1-2,2 0-1,3 1-3,-3 1 0,-2 3 0,0 0-42,-3 3-37,-2 0-93</inkml:trace>
  <inkml:trace contextRef="#ctx0" brushRef="#br0" timeOffset="124531">2946 2949 372,'0'0'57,"0"0"-33,0 0 34,0 0-53,0 0-5,0 0-17,5-13 10,4 12 7,1 1 2,5-2 2,0 0-4,3 0 2,3 0 0,-3 2-1,1-2 4,-5 2-10,0 0 5,-3 0-1,-3 2 1,0 4-4,0 3 4,-4 1 1,2 3 9,-1 0-5,-2 2 3,1 2-2,-4 2 13,0 4-8,0 1-7,0 2 9,0 0-11,0 1 3,0 0-5,0-2-6,0-2 2,0-4-19,0-4-30,3-4-11,8-7-9,-2-4-69,2-2-66</inkml:trace>
  <inkml:trace contextRef="#ctx0" brushRef="#br0" timeOffset="124987">3249 2939 306,'0'0'25,"0"0"10,0 0 23,0 0-32,0 0-17,0 0-8,-12-8-2,12 8 1,0-2-1,0 1-2,12-3 2,9 0 1,3-2 6,4-1 1,1 1-7,-3-1 1,-3 3 0,-4 0 3,-8 1-4,-2 1 0,-8 2 0,-1 0 3,0 0 0,0 0 12,0 0 15,0 0-19,0 0 3,0 13-10,0 7 17,0 6-10,0 6 5,0 2-11,-1 1 3,-4 3-7,2-2 0,3 3-1,0-5-5,0-3-24,0-7-26,3-7-38,11-9-4,-2-8-117</inkml:trace>
  <inkml:trace contextRef="#ctx0" brushRef="#br0" timeOffset="125454">3576 3089 161,'0'0'93,"0"0"-83,0 0 7,0 0-17,0 0 0,0 0 0,22-43 17,-17 31 4,-1-4 11,1 0-21,-2-3 27,0-1-8,-3 2-15,0 2-2,0 2-1,0 6 21,0 1 8,0 4-15,0 2 5,-2 1-12,2 0-14,0 0-5,0 0 0,0 0-9,0 4-3,0 13 7,0 2 5,0 5 3,0 1-3,2-2 0,10 1 0,-3-2 2,1-5-2,2-3 0,-3-4-1,0-5-5,0-3-8,-2-2 1,2-2 11,5-12 2,-2-6 6,-2-2-6,-3-1 5,-2-2-3,-2 2 0,-2 0 7,-1 2-9,0 3 1,0 3 3,0 3 5,0 5 3,0 3 1,0 2-2,0 2 4,0 0-15,0 0-7,0 0-1,0 3-13,0 14 16,0 6 5,0 5 0,2 3 1,3 2 3,-2-1 7,1 1-11,-2-2 2,2-2 1,-1-2-3,0-3 0,1-3-1,-1-1 1,2-3-9,-1-3-62,1-3-49,1-5-4,-2-6-74</inkml:trace>
  <inkml:trace contextRef="#ctx0" brushRef="#br0" timeOffset="126188">4007 2889 293,'0'0'14,"0"0"-3,0 0 34,0 0-36,0 0 6,0 0 18,-31-23-6,26 23 24,-4 0-15,1 0-8,-3 0-10,0 3-5,1 8-4,1 2-3,2 2-6,4 1 0,1-1-1,2 1 0,0-2 1,0 0 0,11-2-4,2-1 2,3-2-1,2 0-1,0 1 4,2 0 0,-2 1 3,1-1-4,-1 1 2,-5 1-1,-1 0 1,-1 2 3,-7-1 2,-1 0-9,-1-1 6,-2-2-3,0 0 6,0-1 27,-6-2 28,-6-3-4,0-1-25,0-3-4,0 0-7,1 0 3,2 0-11,2-5 4,1 0-6,2 2-2,1 0-9,1 2 2,2 1-2,0 0 0,0 0-8,0 0 6,0 0-8,0 0-5,0 0 10,0 0-4,0 0-3,0 0 5,0 0-3,0 0-8,0 0-18,0 0 19,0 0-1,0 0 1,0 0 7,0 0 8,0 0-8,0 0-12,0 0 11,0 0 1,0 0-45,0-3-13,-3 2-13,0-1-228</inkml:trace>
  <inkml:trace contextRef="#ctx0" brushRef="#br0" timeOffset="213838">337 5857 79,'0'0'5,"0"0"-5,0 0 7,0 0 31,0 0 5,-39-71-23,36 68 27,3 1 6,0 1-24,0 1-11,0 0-4,-3 0-9,3 0 13,0 0-10,0 0 22,0 0 1,-1 0-2,1 0 15,0 0 3,-2 0 8,2 0-9,-1 0-4,-1 0-14,2 0 3,0 0-17,0 0 7,0 0-9,0 0 0,0 0-11,0 0-1,0 0 2,6 0-1,6 0 8,3 0 21,3 0-9,3 0-10,4 0 1,8 0 0,10-2 3,9 2-10,5 0-2,6 0 2,-3 0-4,-2 0 2,0-2 1,-3 0-2,-1-2-2,-8 0 1,-7 1-1,-9 0 0,-6 0 3,-8 0-3,-7 2 0,-3-2 5,-4 3-4,-1-1 8,-1 1-4,0 0-2,0 0 14,0 0-5,0 0-9,0 0 6,0 0-2,0 0-6,0 0-2,0 0-4,0 0-11,0 0-18,0 0-36,0 0-34,-6 0-21,-2 0-34,2 0-34,-1 0-123</inkml:trace>
  <inkml:trace contextRef="#ctx0" brushRef="#br0" timeOffset="215098">2623 4856 1,'0'0'55,"0"0"-19,0 0 8,0 0 4,0 0-6,-88-58-7,71 45-14,-1 0 8,3 4-2,1 0-7,0 2 1,-1 3-4,0 1 8,-1 3-23,-2 0 4,-3 0-6,-6 0 3,-3 0 0,-6 0-2,-1 4-1,-3 1 0,1-1 1,0 1 3,2 2-3,-2 3 15,1 0-4,0 4-8,2 0 3,3 2-2,5-1 1,1 4-6,5-1 2,5 3-2,3 6-2,6 4 1,1 6 1,-2 4 0,7 0 0,-2-1 5,2 1 2,1-1 1,-1-1-3,1 0 6,1-6-2,0 0-7,0-5 1,0 0-2,0 1-1,10 2 0,5 1 13,0-1 1,3 2-7,3-1-1,-3 1 2,4-1-4,2 0-3,-1 0 0,0-5 0,3-1 3,0 0-2,3-4 10,1-1-4,-1-3-6,3-2 9,2-2 2,2-2-2,6-1 7,2-2-18,-2-3 14,1 0-14,-7-4 0,-1 0 0,-3-2 3,-2 0 1,0 0-4,3 0 1,0-9 6,4-6 3,6-4-8,1-7 5,0-5-7,-2 2 4,-6-3-3,-5 4 0,-2 4 0,-7 0 0,-1 3 2,-2-2-1,4-3 0,-2-4 5,6-6-2,1-3-5,-1-5 0,-5 1 4,-5 0 1,-6 4-5,-6 5 6,-5 4-1,0 4 17,0 0 14,-11 2-7,-2-3-23,1-1-1,-1-3-2,2-1-3,-1-5 0,2-1 0,-2 1 0,-1 2 3,-3 7 1,-1 2 13,-4 5 4,-8 1-16,-2 2-5,-8 0 1,1 0-1,2 1 7,3 5-2,1-1 3,6 5-6,0-1-2,4 4 4,1 2-4,0 3-8,-3 0-2,-5 3-2,-4 11-40,0 5-15,6 4-96,12 3 19,7-1-15</inkml:trace>
  <inkml:trace contextRef="#ctx0" brushRef="#br0" timeOffset="216748">4413 5089 20,'0'0'44,"0"0"-33,0 0 15,0 0 4,0 0-7,0 0 5,-9-36-6,9 33 22,0 0 16,0 2-10,-2-2-7,-1-1-16,-1 0-8,-3-2 1,-1-1-8,-2 0-10,-2 0 17,-3 0-7,-6-1 0,-2-1-4,-5 0 6,0-1-1,1 2-12,0 0 22,5 1-9,1 0-4,1 3-2,3 1-7,2 0 10,0 0-8,3 0-3,0 2 7,0 1-6,0 0-1,-1 0 6,-1 0-4,-2 0-2,-1 0 3,-2 0-3,-2 4 1,-4 5 0,-2 0-1,-3 2 6,-1-1-3,2 0-3,4-1 0,1-2 0,8 0 4,1-1-3,4-1 0,4 0 3,-5 2-4,3 4-5,-3 1 0,-4 5 5,2 2 0,-1 1 0,2 1 0,1 0-2,2-1-3,2 1 2,2 1 3,-1 2-1,2 3 1,1 2 0,-1-2 0,2 3 1,2-3-1,1 1 0,0-4 0,0-1 0,0-2 1,0 0-1,4 0 4,5 1-1,0 0-2,0 2 0,2 1-1,-1 4 7,0-3-4,2 1-1,2-1 1,-2-2-3,2-2 0,0-1-2,2 1 2,1-1 7,1-3-6,3 3 7,3-1-4,1 0 0,2-2-4,-1-4 2,3-1 1,-1-5-2,5-1 2,0-2-2,-3-2 1,-2-3 4,-2 0 0,-4 0-4,5-2 2,-2-6 0,2-2-1,4-2-1,-1-3 1,4-2-2,-1-4-1,1-2 0,-1 1 1,-4-2 4,-4-2 1,-5 2-6,-6-1 1,0 0 0,-2-1 9,-2-1-5,-1 1-2,1-1 0,-1 1-2,-1 0 3,-2-3-4,3 2 4,-5-1-2,1 3 4,-2-2-3,-3 1 6,0 3 4,0 0 9,0 2-2,0 0 3,-6-2-22,0 2 10,-1 1-3,-1 0-4,0 1 6,-1 0-4,-2 1 18,0 1-6,-4-1-8,0 0 0,-2 1-5,-3-1-3,-1 1 3,-1 1 1,1 0 2,0 2-4,2 3 2,4 1-5,0 1 2,6 4 3,1 2-2,2 0-4,2 3 0,0-2-1,1 2 1,-2-1-3,0 1-1,-2 0-17,-3 0-21,2 0-16,-1 4-20,0 6-35,2 2-14,2 1-51,5 1-23</inkml:trace>
  <inkml:trace contextRef="#ctx0" brushRef="#br0" timeOffset="218766">6385 5361 97,'0'0'7,"0"0"-5,0 0 12,0 0-4,0 0 5,0 0 13,0 0 9,0 0-3,0 0-7,0 0 4,0 0 3,0 0-13,0 0 0,2 0-3,-2-4-8,1-3-10,-1 1 3,0-1 4,0 1-3,0 3 3,0 0-1,0 0-4,0 2-2,0 0-2,2-1 2,-2 2 1,0-1 0,0 1-1,0-2 2,0 1 6,0-1-8,0 1 0,0-2-2,0-1-4,0 1 1,0 2 1,0 0 3,0 1-24,-3 0-43,-14 0-224</inkml:trace>
  <inkml:trace contextRef="#ctx0" brushRef="#br0" timeOffset="219260">6533 5114 48,'0'0'116,"0"0"-116,0 0-9,0 0 9,0 0 5,-24-72 14,20 62 19,-2 2 28,0 1-16,-2-2 0,1 1-20,-4-1-7,1 1-3,-5-4-2,0 1-7,-3 0 2,-1-2 4,-1 2-8,-3 1 1,-1-1-5,-5 3 9,1 1 2,-3 2-5,-2-1 10,2 0-4,-1 2-5,2-1-7,5 0-4,-1 1 2,4 0-3,0 1-1,1 3 1,-3 0 1,0 0 2,-3 0-3,-1 0 0,-2 0 0,-3 4 0,-1 3 0,-5 2 2,-5 0 0,-1 1-2,-3 0 2,2 0 3,1 2-5,5-1 4,5 0-3,5 0-1,4 1 0,5-2 7,3 0-3,2 0-4,3 2-2,1 4 0,-2 3 0,-3 5 2,-4 3-4,-1 3 4,-2-1 0,0 3 1,3-2-1,1 0 2,4-1-1,2-3-1,2 1 2,3-1 0,0 0-2,6-1 0,1 1-1,2 0-3,0-1 4,0 0 0,5 2 1,8 0 0,-1-2 1,3 1 6,0-2 0,0-2-6,0-1-2,1-1 1,2 2 7,3-4-6,0 1 4,0 1 0,6-3 1,1 2 9,3-1-9,5 0 8,2 2-3,3 0-8,1-2 5,6-3-6,1-1 2,3-2-1,-1-5 2,-2-1-4,-1-3 2,-5-1-2,0 1-2,-4 0 3,-1-3-3,-3 2 2,3-2-1,2 0 1,-1 0 0,1-2-1,2-8 2,-2 0 6,0-3-9,5-1 3,-2-1-2,3 0-1,-2 0 0,-5 0 0,-6 0 7,-4 0-7,-2-3 0,-3-3 2,0-6 2,0-4-3,-2-3 9,4 0-8,-3 2-2,-3 2 3,-1 3-2,-7 2 1,0 4 6,-6-2 11,-1 0-6,-4-1-3,1-1-4,-2-3 0,0-3-6,0 1 0,0 0 0,0 4 0,0 2 6,-8 0 0,-4-1 5,-3 2-6,3-1 9,-1 0-1,2-2-8,1 3-5,-2 0 6,3 1-3,1 4 2,-2 0 1,0 3 7,-2-3-4,-6 1-3,-6-1 1,-6-3-6,-7 1-1,-10 0 0,-6 2 0,1 3-1,4 1 2,6 2 4,9 4-2,4 2-3,0 6-1,-2 0-6,-3 0-27,-1 13-42,4 4-4,4 2-23,9 5-63,2-1-89</inkml:trace>
  <inkml:trace contextRef="#ctx0" brushRef="#br0" timeOffset="221240">8082 5264 12,'0'0'30,"0"0"19,0 0-3,0 0 16,0 0-12,0 0-17,0-23 0,0 17-17,0-1 10,-3-2-4,0-2-7,-2-1-7,-1-1 17,2-1-15,-2-2 22,-3 1-8,0-1-11,0 0 5,-4-1-3,0 1-6,2 2 6,-1 1 1,0 0-10,-3 2-3,3 2 9,-1-1-10,2 2 3,2 3 9,-1-1-8,1 2 2,-3-2 1,-2 2-5,-1 1 4,-1 0-7,-2 3 1,-4 0-2,-1 0 4,0 0-4,3 0 0,-1 0 0,5 0 0,2 3 1,2 1 1,1 2-2,-1 0 0,-1 1 0,0 0-2,1 1 5,-1 2-6,1 1 6,-3 2-1,0-1-2,1 1 0,-2 2 0,3-1 3,-2 3 0,1 1-1,1 2-2,1 1 0,0 2-3,2 0 7,2 1-8,4-1 4,-1-2-2,4 0 2,-2 2 0,3 0 0,0-2 0,0 2 0,0 0-1,7 0 1,2 1 0,2-1 4,2 2-1,1-2 3,0-2 0,-2-1-6,5 0 10,-2-1-6,2 1-2,2-2-2,1 1 0,3 0 3,1 0 9,0-3-6,1 0 0,2-4-5,-4 2 1,4-2-2,-4-4 2,1 1-1,-1-5 2,4-2 1,2-2 4,5 0-6,0-2 6,4-8-7,-4-1 3,-3 1-2,-2 0-2,-4 0 0,-3 0 1,-2-1 0,5-1 4,2-3-2,1-2-3,2-3 0,-5 2 5,-3-1 0,-3 0-5,-3 2 4,-1 0-3,-3 2 5,1 1-4,-2-2 2,-2 2 8,1-2-10,-4 2 19,-1 0-8,1 0 1,0-1 7,-3-2-6,1-2 1,-1 1 4,0-3-1,-1 0-7,-1-2 7,-1-1-1,0 0 4,0 0-4,0 0-13,0 2 12,-9-2-16,-3-2 8,-1-1 7,-3-2-14,-4-2 1,-7 0-3,-3-2 0,-4 2 0,-2 3 0,-1 3 0,3 5 3,2 4 0,3 3-3,4 4-2,2 0 1,2 4-2,0 0-1,1 5-2,-3 0-26,-3 0-23,3 5-20,0 10-34,2 5-20,2 5-17,-1 1-69,0-1-73</inkml:trace>
  <inkml:trace contextRef="#ctx0" brushRef="#br0" timeOffset="223738">9967 4904 48,'0'0'39,"0"0"9,0 0-2,0 0-10,0 0-11,0 0 0,-20-48 1,15 42 5,-1 2-8,-3-2 4,-1 1-5,-4 0 4,-2 0-18,-3-2 11,-1-1-12,1 3 6,-2-2-4,3-1 24,-1 3-24,3-1 6,-1 1-10,2-1 15,-2 1-19,1 0 5,0 1-1,-1 1 4,-1 3-8,1-1-1,-3 1-1,-5 0 1,-4 0 0,-4 0 2,-1 0 2,-3 0-2,0 0-2,-1 1 7,2 2-1,4 3 3,2-2-7,1 1 2,4 1 0,1 1-2,5 1-1,-1 0 2,5 0 2,1 2-7,3-1 4,0 1-4,-2 1 0,1 0 1,-4 4-1,1 4 2,-3 2-1,-4 2 1,2-1 1,-4 2 1,4 0-2,0-1 3,-1-1 3,4-2-6,3-1 2,2-2-2,2 1 0,1 0-2,1 2 0,-1 1 4,2 0-1,-1 1 1,1 1 7,-2 0-7,3-1 1,0-1-1,1 1 0,2-2-3,3-1 1,0 1 0,0 1 3,0-2-2,0-1 6,0-1-3,0 1-2,0 0 4,0 4-4,0 0 4,0 3-6,0 4 0,0 1 5,9 0-4,1-1 0,0-1-1,0 0 3,5-1 0,-3 0-3,2-3 4,-1-5-1,-1 0 1,0-3-4,3-2 0,2 1 1,5 0 1,3 0 0,3 0 1,1 0 1,0-1-1,1 0 1,-2-1-2,1 2-2,-1 0 2,-1-2 0,0-1-2,3-4 2,5-4 2,4 0 0,3-2-1,3-2 4,-2 0-6,-2 0 3,0 0-2,-3 0-2,0 0 2,1-2 1,4-6-3,1-3 1,2-2 2,-3-3-3,-1 2 0,-3-2 0,-3 1 3,-5 0 3,-4-1-6,-2 2 0,-2-2 6,0 1-6,4-3 0,0-1-1,1-1 1,1-1 1,-3-3 0,-1-1 0,-2-1 2,0-3 2,-1-2-1,-2-2-2,0 0 1,0-4-3,-2 0 0,-2 1-2,-5-2 2,-7 2 7,-4-1-2,0 2 21,-6 1-17,-9 3 6,-1 0 3,-5 0-13,1 0-2,0-1 1,-1-2-3,3 0-2,-2 2 3,4 0-2,-5 3 0,3 4 1,-1 0 1,-4 4 10,1 2-8,0-1-4,-1 3 0,2 0 2,1 2 3,1 3-3,2 1 0,2 1 10,-3 2 0,1 0-11,-2 1 6,-5 2-7,-1-3-1,-1 3 0,1-2 2,4 1 1,6 2-2,2 1 1,1 0-4,-1 3-13,-1 0-36,-4 0-41,0 16 1,0 8-34,6 0-47,9-3-90</inkml:trace>
  <inkml:trace contextRef="#ctx0" brushRef="#br0" timeOffset="225816">11476 5083 51,'0'0'53,"0"0"9,0 0-9,0 0-25,0 0-9,0 0-3,-23-48 6,19 38 17,1 0-4,-3 0 7,2 3-15,1 0-1,0 0-4,0 1-3,-2 2 5,0-2-11,1 2 1,0-2-3,-1 2-7,1-1-1,-1 0 3,-1 0 0,2-1 7,-3 2-6,0 0 2,-2-2 4,2 2-2,-5 1-3,0-1-7,-4 1-1,-4 0 1,-1 0 3,-1 2-4,1-1 7,-3 1-5,-1-2-2,-3 3 0,-4 0 0,-2 0 1,-5 0 0,-2 0 4,-1 0-3,1 0 2,1 0-3,4 0 0,3 3-1,7 1 0,3 2-1,5-2 1,5 2-3,-1 0 2,1 2 1,-3 2 1,-1 2 2,-1 2-6,-1 4 7,-1-1-3,0 0-1,0 1-1,2-2 1,2 3 1,1-3 2,2 1-3,1-1 0,2 1-1,0 3 4,4 1-6,2 2 2,-1 2 1,2 1 5,0 1-5,2-1 2,1 2 0,0 2 0,0 1 7,0 0-7,0-1-2,3-1-2,4 0 2,4-2 6,4-1 4,-2 0-8,2-4-1,-2 1 8,4-3-8,-1 1-1,4 0 2,2 0 4,5-3-4,1 1 1,4-1 3,3-2-4,-1 1 2,-1-2-1,0 0-3,-1-2 2,-3-1 2,4-2-2,0-2 3,3 2-4,1-3 5,3-1-3,-1-2-2,-1-1 4,-2-2-5,-4-1 0,-2 1 2,-2-1 4,1 0-6,1 0 1,-2 0 0,3 0-1,2 0 0,1-5 0,6-5 2,2-2 2,0-4-5,0-1 8,-6 0-7,-8 4 1,-7 1-1,-2 0 1,-5 1 0,4-3 2,-1-5 1,5-3-2,1-5-1,1-4-1,-2-1 4,-5 1-4,-2 2 1,-8 3 3,-4 0 14,-3 1 5,0-1-3,0 1-12,-9-2-5,1 0-1,2-1-1,1-2 2,1-1-2,-1 1 3,-1-2 2,-4 1-6,-1 3 3,-5 1-2,-1 2 13,-3-2-12,-4 2-2,0-1 0,-3 1-1,0 1 1,2 0 5,-2 0 0,2 1-4,2 2-1,-2 3 2,1 1-1,0 2 0,0 3-2,5 1-1,-2 3 1,-1 0-5,-1 7-2,-7 1-16,-4 0-35,-3 18-29,2 4-19,7 5-18,8 2-26,4-3-30</inkml:trace>
  <inkml:trace contextRef="#ctx0" brushRef="#br0" timeOffset="227796">13712 4889 93,'0'0'5,"0"0"35,0 0 4,0 0 23,0 0-24,0 0-22,-52-53 5,45 49-6,-1 0-8,-1-2 8,-1 0-7,-1 0-1,-1-1 9,-3-1-15,0 1 10,-4-2-1,-2-1 0,0 1 3,-4 0-12,1 1 3,0 2 9,0 2-12,2 0 1,-2 1-2,2 1-3,1 1 1,0 0-3,-1-1 2,2 2 1,-2 0 4,-1 0-7,1 0 0,-2 0 1,-1 0 4,-2 0-3,-1 0 1,-2 0 4,-5 3-6,-2 1 11,-6 0-2,-2 2-5,-1 1 5,1-1-9,3-2 3,5 0-1,7 1 0,8-3-2,2 4-1,7-1 1,1 0 0,3 0-1,-2 2-1,-2 3 1,0 3-2,-4 1 2,-1 2 0,-2 1 0,-3-1 0,0 1 6,0-1-6,2 0-3,-1 2 3,2-1 3,1 1-2,0-1-1,1 2 0,0-1 7,1 1-7,-1 1 0,3 0-3,1 0 1,2-2-3,1 2 5,4 1-2,1 0 1,3 0 1,0 0 0,0 1-1,1-2 0,1-1 2,-1 2 0,1 2 2,-2 0-3,0-1 2,3 1-1,0-1-2,0 0 3,0-1-4,0 0 2,0-1-4,9 0 4,-2-1 0,2 2 0,3 3 1,-1-1 2,-1 1 0,3 2-6,1 2 6,1-2 4,-2 4-1,3-3-5,0-2 0,1-1 2,-2-4-3,2-2-2,1-1 2,1-1 0,-1-2 0,4-2 3,-1 0 5,-1 0 7,1 0 2,1-1-11,2 2 1,0-1 7,4-1-13,5 1 5,0-4-4,5-1-2,3-1 1,1-2 5,2 1-4,0-2 0,-1-1-1,0 0 1,3-2-2,2 0-2,3 0 2,-2 0 2,-1 0 3,-5 0-8,-1 0 3,-5-3-1,-1-4 1,1-3 1,1 0 0,3-6 1,1 1-2,3-2 4,-2-1-1,-2-2-2,-3-1-1,-7-2 0,-2-1 2,-5-6 1,-2 0 2,-1-9-4,-3-4 1,0-2 0,-6-1-1,-1 3 2,-3 4 1,-5 3 6,-3 0-4,0 0 2,0 1-4,-11-3 2,0-1-2,-3 0-2,1-3 0,2-2 2,-2 2-4,0 2 0,-1 2 0,-5 4 21,-5 2-14,-7-1 7,-8 2-5,-9 2-9,-9 0-1,-7 2 1,-7 2 5,-7 4-5,-7 3-5,-5 6-17,-7 9-30,-14 3-100,-19 0-87</inkml:trace>
  <inkml:trace contextRef="#ctx0" brushRef="#br0" timeOffset="236726">194 2338 73,'0'0'39,"0"0"-2,0 0 7,0 0-5,0 0-26,0 0-11,0 0-4,0-34-5,0 32 0,0 0-14,1-2-4,-1-2-28,0-2-42</inkml:trace>
  <inkml:trace contextRef="#ctx0" brushRef="#br0" timeOffset="237552">307 1982 6,'0'0'75,"0"0"-34,0 0-37,0 0-1,0 0-3,0 0-1,0-37-2,0 31 3,0 0 3,0 1 12,0-1 17,0 0-2,0 1 4,-1-1-26,-4-1 22,2 0-2,-3 0 10,2 0 11,-1 1 4,1 2-17,-1-2-11,-1 4 1,2-1-12,-5 1-6,0 0-7,3 0-1,-6 2 0,3 0-9,-1 0 9,-4 0-1,-1 0 0,-4 4-1,-5 8 0,0 3 1,-3 3 1,2 2 0,3 0 2,5 0-2,4-4 0,8 0-5,2-5 1,3-2 3,0-3 1,0-1-2,0 2 4,2 2-4,8-1 0,8 2 2,7-3 0,8 0 17,6-4-2,4-2 0,-2-1 7,-9 0-11,-6 0-2,-14 0-3,-5 0-5,-7 2-1,0-1 0,0-1 0,0 0 4,0 0 1,0 0-5,-3 0-9,-7 0-48,1 0-34,-3-3-18,1 3-29,1 0-89</inkml:trace>
  <inkml:trace contextRef="#ctx0" brushRef="#br0" timeOffset="257826">146 6916 44,'0'0'0,"0"0"-12,0 0 6,0 0 6,0 0 0,0 0 5,0 0-1,0 0 9,-40-30 1,40 27 17,-2-1-5,1 1-9,-1 2 25,2-1 12,-1 2-13,1 0-8,0 0-11,0 0-13,0 0-1,0 0 7,0 0 0,0 0 7,0 0 7,0 0 3,0 0 4,0 0 5,0 0 1,0 0-9,0 0-7,0-2-7,0 0-5,6 2-10,7-1-3,4 0 13,5 1-5,2-2-5,-2 1 4,2 1-8,0 0 7,1 0 4,-1 0-1,-3 0-6,0 0 0,-2 0-3,1 0-1,1 0 0,2 0 2,4 1 2,3-1-1,6 0-2,4 0-1,3 0 1,2 0 0,-4 0-1,-1 0 0,-4 0 3,-4 0-2,-2 0 4,-6-1-5,-1 1-3,-7 0 2,-7 0 1,3 0 0,-8-3 2,-4 3 2,2 0 2,-2 0-3,0 0 6,0 0 7,0 0 6,0 0-12,0 0-8,0 0 1,0 0-3,0 0-12,0 0-18,0 0-8,0 0-14,0 0-28,1 0-57,4 0-17,2 0-46</inkml:trace>
  <inkml:trace contextRef="#ctx0" brushRef="#br0" timeOffset="258570">950 6622 251,'0'0'79,"0"0"-72,0 0 30,0 0-5,0 0 20,0 0-14,-63-22-26,63 22-12,0 0-6,11 0 5,11 3 1,5 4 10,1 2-3,1-2-1,-4 2 8,1-4-10,-4 3 5,0-1-6,-4 1 9,2 2-9,-5 3-3,-2 1 11,-4 1-11,-3 4 5,-4 2 4,-2 2 8,0 0 8,-8 3 9,-6-2-8,-5 1 7,-2-1-23,3-1-8,5-7-2,4-5-9,7-4-35,2-2-19,0 2-30,0-3-13,0-1-115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45:14.420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151 545 62,'0'0'0,"0"0"-14,0 0 14,-82 0 1,68 0 18,1 0 18,3 0 12,-1 0-2,1 0 13,5 0-8,2 0-21,0 0-4,3 2-6,0-2-7,0 0-7,0 0 1,0 0-3,0 0-3,0 0 6,0 0 3,8 1-10,14-1 17,14 0 32,13 0-18,15-1-5,8-15 12,16-1-14,9-4-16,12-1 10,7-4-11,-1 1-4,0-2-2,-9 3-2,-9 3 0,-15 3-2,-15 4 2,-16 4-1,-17 6 1,-16-1-4,-9 5 4,-9-1 0,0 1 1,0-2-1,0 2-12,3 0-33,0 0-21,6 0 15,-6 0-30,0 0-24,-3 0-43,0 0 20</inkml:trace>
  <inkml:trace contextRef="#ctx0" brushRef="#br0" timeOffset="540">1006 6 407,'0'0'6,"0"0"-3,0 0 26,0 0-29,0 0-3,0 0-13,3-13 6,22 13 10,8 6 5,3 4 3,0 2 0,1 2-6,0 0 0,0 1 2,-2 2-4,-7 0 2,-1 0-1,-9-1 4,-3 1-4,-6-1 10,-3 1 3,-2 0 1,-4 5 5,0 0 4,0 8-8,-6 2 6,-10 3-6,-4 4-12,1 0 1,4 1-5,0-4-1,6-4-13,2-4-23,1-4-19,0-6-29,3-3 7,-3-5-46,-2-8-60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47:35.224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1089 1107 151,'0'0'12,"0"0"-11,0 0 7,0 0-8,0 0-8,0 0 6,0 0 2,0 0 6,-2 0 0,2 0 0,0 0-4,0 0 16,0 0 11,0 0-3,0 0-4,-1-1-13,-2-1 18,0-1-20,-2 1 0,-1 0 6,-2-2-10,-3 1 6,0-1-4,-5 1 0,-2 1 1,3-1 10,-4 1-16,4 2 8,-3 0-4,0 0 0,-1 0-2,2 0-1,-2 7-1,3-1 3,-1 1-3,1 0 0,-1 0 2,1 0-1,1 0 4,-1 3-5,2-1 0,-2 2 2,1 0 3,-1 2-2,0-2-3,0 0 2,1-1 9,2-3-2,-1 1-8,2-1 25,2-2-10,1 1-7,1 0-7,1-1 0,1 2-2,2 2-1,-2 2-1,3 3-2,-2 3 4,-2 0-2,2 0 2,1-3 7,-1 1-7,1 0-2,1 0 2,-2 2 2,0-1 1,2-1-3,0 1 0,-2-1 4,5 1-3,0 1-1,0-1 0,0 1-1,0 0 1,0-1-2,0-2 3,0-1-1,0-1 0,5 2 1,-1-1 7,-1 3-2,4-2-2,-1 2-2,0-1-1,2 2 2,2 0 2,1 0-2,-1 0-1,3-2 3,1-2-3,-1-1 1,1-2-3,-1 2 2,-1-1 3,0 1-5,3 0 0,-1 2 1,2 0 1,0-1-2,4 1 2,0-2-2,2-1 5,1 0-3,1 0 0,1 0 2,-2 2-1,2-3 0,2-1-2,1-1 2,-1-2-2,2 0 9,-1-1-6,0-2-2,-2 1 5,-1-1-3,2 0-3,-3-2 7,-2 2-4,1 0 4,-1-1-6,2 2 2,1-1-3,-1-1 0,5-2-1,0 0-1,1 0 1,0 0 8,-2 0-3,1-3-2,-4 0 4,2 2-1,-2-2-4,-2 2-3,-1-1 4,2-2-1,-2-2-2,2-2-2,2-4 2,0-3 7,0 0-5,-3 2 0,-1 0 4,-2 3 1,1 1-6,-1-3 2,-1 1 0,3-2-1,-1 0-1,0-2-1,1-2 0,1-1 2,-2-1 1,-2 1-1,-2 2 0,-4 4 2,-7 2-4,3 0 10,-4 0-3,0-2 3,1-7-1,-1 1 5,-1-3-10,-2-2 3,-2 0-6,0 2 2,0 2 10,0-1-10,0 1 10,-8 2-9,1 0 14,-3 2-5,-1 0-10,3-1 9,-2 3 1,1-1-12,-1 3 5,-2 0 4,1-1-10,-1 0 7,-1-2-4,-1-1-3,-3 0 3,-3 1-2,-2 0 1,-2 0-2,2 2 7,-1 0 3,2 0 1,1 2-11,3 2 6,-1-2 5,5 2-6,-2 1-3,3-2 3,-1 2-2,4 1-2,-1 1 0,1 0 2,1 0-3,-3 0 3,-1 0 2,-1 0-3,-4 1-2,-2 1 2,-2-1 1,-3 3-2,0-2 1,-4 2-2,0-1 3,-1 2 0,1-1-2,3-1 2,1 1-1,3 1-2,5 0 3,5 0-3,5 0 3,3 0-3,0 0-1,2 0-1,1 0 2,-3 0-4,0 0 4,0 0 1,-2 0-1,1 0 0,-1 1 0,2 2 0,-1-3 1,4 0 0,0 0 2,0 0-2,0 0 0,0 0-1,0 0 0,0 0-1,0 0 2,0 0-1,0 0 0,0 0 1,0 0-2,0 0 2,0 0-3,0 0-1,0 0 1,0 0-2,0 0-2,0 0-1,0 0-1,0 0 2,0 0-5,0 0 8,0 0-2,0 0-3,0 2 3,-2-2-2,1 1 2,1 0-2,0-1 3,0 0-2,0 0 6,-2 0 0,2 0 1,0 0 0,-1 0-1,1 0 0,0 0 3,0 0 0,0 0-3,0 0-4,-2 0 0,1 2 4,-2-1-3,1 1-5,2-2-5,0 0-2,0 0 4,0 1 1,0-1 8,0 0 2,0 0-2,0 0 0,0 0-1,-1 0-4,1 0-6,0 0-11,0 0-4,0 0-15,0 0-7,0 0-3,0 0 16,0 0-15,0 0 6,0 0 1,0 0-12,0 1-7,0 5-79,0 1-26</inkml:trace>
  <inkml:trace contextRef="#ctx0" brushRef="#br0" timeOffset="196559">0 13 414,'0'0'0,"0"0"-16,0 0 16,0 0 0,0 0 17,0 0-10,0 0-7,0 0-13,0 0 5,0 0-1,1 0 4,-1 0-1,0 0 6,2 0 1,-2 0 2,0 0 7,0 0-10,0 0 9,0 0-3,0 0 3,0 0-2,0 0-7,0 0 2,0 0-2,0 0 0,0 0 0,0 0 0,1 0-1,-1 0 1,0 0 0,0 0 0,0 0-3,0 0 3,0 0-1,0 0 1,0 0-1,0 0 0,0 0-1,0 0-4,0 0-6,0 0 6,0 0-23,0-3-23,0-7-108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45:34.83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0 804 4,'0'0'13,"0"0"140,0 0-125,0 0-15,0 0 21,0 0-10,0 0-7,0 0 12,0-3-5,0 3-1,0 0-6,0 0 0,0 0 0,0 0-6,0 0-6,0 0 0,0 0 2,0 0 1,0 0-4,1 0 8,7 0-3,4 0 8,0 0 3,5 0-9,0 0-2,4 0 0,1 1-3,1 5-4,5 0 4,4-1-2,0-1 3,1 2-7,3 0 0,-5-1 1,0 1 7,-1-2-5,-3 2 0,2-1 2,-1-1-4,0 2 1,2 0 5,-2-3-6,1 2-1,-1 0 0,0-1 1,1 0 2,-4-1-3,-1 0-3,-2 1 3,1-1 6,-1 0-6,-1 0 1,0 1-1,0-1 4,-2 0-3,2-1 0,0 0-1,0-2 0,4 1 0,1 0 7,-3-1-1,0 0 0,-2 2 3,0-2-9,0 0 7,4 1-7,0 1 4,2-2-4,0 0 0,-2 0 2,1 0 0,1 0 1,-2 0 1,-4 0-2,-3 0 1,0 0-3,-1 0 0,1 0 1,2 0 3,-4 0-4,5 0 2,0-3 0,0 1 1,0 0-2,-4 0-1,0 1 0,-2 0 2,-3-1-1,-3 1-1,-2 1 0,-4-2 0,-1 2 0,-1 0 3,1-1-3,1 1 1,1-1 1,-1-1-2,3 2 2,-1-1 1,2-1-3,-1 2-3,-1-1 3,-1 1-1,1 0 0,-2 0 0,2 0 1,-2 0 0,0 0 0,5-2 0,1 2 0,9-2 3,1-3-3,1 1-1,-1 0 1,-5-1 1,-1 4-1,-4 1 0,-3-1 0,-3 1 1,-3-2-1,0 2 0,0-1 6,0-1 1,0 2-7,4-4 4,2 3-4,3-4 0,2 0 0,-1 0-5,-1 3 5,-3-1 1,-1 1 0,-2 1 1,0-2-2,1 1 0,-1-4 1,3 0-1,3-1 1,-2-3 0,2-1-1,-3 0-2,0-1 2,-3 4 0,0-1 1,-3 0 1,0 0-2,0-2-2,0-2 2,0 0 4,0-1-2,0-1-1,0-2-1,0 2 2,0-1 3,0-1-5,0 0 0,0-1-3,0-2 3,0 0 2,0 2 0,-1 2 0,-4 1-4,1-3 2,-1 1 0,0-1 0,0 4 0,0 2 1,1 0-4,-2-1 3,0 0-2,0 0 2,-1 0 0,0 0 0,-2 1 0,3 1-2,-1-1 2,1 5 0,2 0-2,-2 2-2,0 0 0,-2 0 4,2-1 0,0 2 0,-1-2 0,-3 0 0,-3 1 0,-3-2 0,-2 0-1,-1 0-1,1 0 2,-3 0 0,0 1-2,0 0 1,0 1 1,-1 0 0,-2 3-1,-3-1 2,-3 0-2,-1 0 1,-4 0 0,4 0-3,-1-1 5,9 3-2,5-1 0,6 1 1,2 1-1,3-2 1,-3 2-1,0 0 0,-5 0-2,0 0-1,-3 0 3,-1 0 0,-2 0-1,-7 0 1,-4 0 0,-1 0 2,4 0 1,5 0-3,2 0 0,0-4 3,0 1-3,0-1 0,4 0 0,-2 0 0,4 1-1,1 0 3,0 2-4,2 1 0,1 0 2,0 0 1,1 0-1,-2 0-6,1 0 6,-2 0 0,0 0-2,-1 0 5,-6 0-7,2 3 5,1-1-1,0 1 0,3 0-4,-2 0 4,2 1 0,1 0 0,-2 0 0,3-1-3,1 1 3,-1 1 1,4-2-1,1-1-3,1 1 0,-3 0 2,1 1 1,-2 1 0,1-1-5,4 0 7,-2 1-5,4-1 2,-5 0-2,0 2 3,3-1 0,0 1 0,0-1 0,0 1-1,2-1-2,-1 1 3,2 0 0,-1-1 0,1 1-1,-1 1 1,1 0-1,-2 1-1,0-1 2,2 0-2,0-2 2,0-1 0,3-1 0,-1 0 0,-1 0-2,2-2 2,-1 0 0,-1 1 0,2 1 6,-1-1-8,-2 3 2,1-1 0,-3 0 1,2 1 0,-1 0-1,1 0 0,2 0-1,-1 0 0,-1 2 1,0 0 0,-1 1 1,1 3-1,-3-1 0,3 1 0,0 1 0,0-4-3,2-1 3,-2 0-2,1-1 2,1 0 0,-3 1 2,1 0-4,-1 3 4,0-1-3,1 4 4,-2 1-3,1-1 1,-1 1 5,2-1-6,0-2-5,2-1 5,-2-2 0,3 2 0,-1-3 0,1 0 2,-2 1-2,1 0 0,1 1 1,-3-2 5,1 2-2,-1 1-4,1 0 2,1 0 4,-1-3-6,1 0 2,-1-3 5,2-1-5,0-1-2,0 0 0,0 3 0,0-1 4,0 2-3,0 1-1,0 0 1,-1 1 6,-1-1-7,2 0 0,0 0 2,0-3-3,0-1 3,0-1-2,0-2 0,0 1 2,0-1-4,0 0 2,0 3 0,0 0-1,0 0 1,0-1 0,0 1 1,0 0-4,0 0 6,0 0-3,0 0 5,0-1-5,0 0 1,0-2-5,0 0 7,0 0-3,0 1 0,0-1 1,0 2 0,0-2-1,0 0 2,0 0 2,0 0-2,0 0 0,0 0-1,0 0 2,0 0 0,0 0-2,0 0 0,0 0 0,0 1 2,0-1-1,0 0 0,0 0 2,0 0 0,0 0-4,0 0 2,0 0 3,0 0 1,0 0-2,0 0-4,0 0 10,0 0-6,0 0 0,0 0 3,0 0-7,0 0-1,-7 0-33,-5 0-18,-7 0-87,-4 0-104</inkml:trace>
  <inkml:trace contextRef="#ctx0" brushRef="#br0" timeOffset="110971">2323 471 76,'0'0'58,"0"0"-4,0 0 16,0 0-14,0 0-15,0 0-6,0 0 7,0 0-4,-3-15-19,3 8-9,12-4-4,6-5 1,9-3-5,9-5 5,11-2-2,11-6 4,14-3-9,13-4 4,4 2-1,7 2-3,-1 5 3,-4 4 3,-9 8-6,-16 4 0,-21 5-2,-21 3 0,-14 5 4,-7 0-4,-3 1-9,0 0 10,0 0-28,0 0 14,-13 7-7,-6 8 19,-3 5-33,-3 2-24,-2-4-39,-1-3-79</inkml:trace>
  <inkml:trace contextRef="#ctx0" brushRef="#br0" timeOffset="111562">2502 18 14,'0'0'70,"0"0"6,0 0-17,0 0 21,0 0-39,0 0-18,0-18-20,0 18-3,-3 15-6,-6 16 6,-7 12 30,-7 8 21,-4 3-32,-6 1-1,-5-1 7,1-4-9,-2-1-6,3-6 1,3-3 0,6-7-6,5-4 8,5-4-3,7-5-7,4-5-2,4-2-2,2-3 0,0-1 0,3-1 0,17 1-8,6-1 9,12-2 3,8-4 6,6-2-3,4 0-5,2 0 9,-4 0-9,-1-1 5,-7 0-5,-10 1-1,-7 0 0,-13 0 3,-6 0-3,-5 0-7,-4 0 6,-1 0-2,0 0 3,0 0 2,0 0 4,0 0-3,0 0-3,0 0 0,0 0 1,0 0-1,0 0-9,0 1 6,0 2-11,0-2 6,0-1-15,0 0 8,0 0 4,0 0 10,0 0-2,0 0 3,0 0-2,0 0-4,0 0-22,0 3-53,-7 1 30,-3 2-30,2 1-49,4-3-1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46:39.020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67 783 4,'0'0'18,"0"0"-3,0 0 2,0 0-11,0 0-4,0 0 2,0 0 6,0 0 8,0 0 5,0 0 3,0 0-6,0 0-7,0 0-9,0 0-2,0 0-2,0 0 0,0 0 0,0 0 0,0 0 3,0 0 0,0 0 0,0 0 3,0 0-3,0 0-3,1 0 0,4 0 0,4 0 11,-3 0-8,3 3 1,4 4 0,-3-1-2,4 1 0,1 0 0,-2-3 6,1 2-3,-1 1-1,2-1-1,-2-2-2,2 2 1,-1-2 3,2-1 1,-2 1 3,2 1-6,2-3 5,4 3-1,5-2 0,0 1 1,3 3-4,2-1-4,1 0 3,2 1 1,-4-3-4,0 2 3,-1-2-3,-1 0 3,-1 1 0,-4-1 0,1-3 0,1 2-3,-3-1 0,0-2 6,-2 1-4,0-1 0,-1 0 1,-3 0-3,2 0 0,-2 0 3,1 0 2,-3 0 3,-1 0-3,2 0-3,0 0 3,3 0-1,-1 0-4,1 0 4,0 0 0,-2 0-2,0 0 2,1-1 1,-1-1-4,-2 1 0,3 1-1,-3 0 0,5 0 1,-4-2 2,2 1 3,-1 1-5,-4 0 1,-1 0-2,-1 0 0,0 0 0,-2 0 0,3 0 4,-3 0-10,3 0 12,1 0-6,2 0 0,0-4 1,-3 2 0,1 2-2,-2-1 4,0 1-3,0 0 0,-3 0 0,1 0 3,-2 0-3,0 0-1,1 0 1,1 0 0,-1 0 2,3 0-4,-2 0 4,1 0-4,1 0 5,0 0-3,-1 0 0,2 0-5,0 0 5,-3 0 0,1 0 3,0 0-3,-1 0 3,4 0-6,-1 1 6,0 1-3,0-1 0,4 2-8,-6-3 8,4 0 4,-1 0-3,-2 0 1,-1 0-2,4 0-2,-4 0 2,3 0 0,-1 0 2,3 0-2,-1 0 0,5 0-2,-2-6 1,0 3 1,0 2 4,2-3-4,-1-1 0,5 1 0,2-2 3,0-2-3,-1-1 0,-4 1 0,-6 2 4,-3-1 0,-5 1-4,-1-1 2,-1-2 3,0-4 0,-1 0 3,2-2 5,-2-3-8,0-2-5,0-4 0,-2 1 0,1 1 2,-1-1 3,-1 2-5,0-6 1,0 0 0,0 2-2,0-1 3,0 2 7,0 2-7,0-2 0,0 0 3,-4 1-2,-1 5-1,-2 1 2,1 3 0,-3 1 10,0 2-3,0-2 2,-1 2-12,-2 0-1,-2 0 6,-5-4-3,-2 1-3,0-3 1,-3 2 2,0-2 2,2 1 4,1 1-5,2 0 5,2 3-5,2 2 0,3 5 2,-1-4 1,1 2-6,-3 3 0,0-5-1,-3 2 1,-1 0 0,-2 0-1,2-3 1,1 2-1,0 1 5,1 0-4,-1 0-1,-1 0 0,3 0 0,-4 1 3,1-1-3,-4 0 0,0 1 1,0 0-1,-1 2 8,0-2-7,1 5 3,-3-3-3,5 1-1,-1 1-1,0 1 1,3 1 2,0 0-2,3 0-1,1 0 1,-3 0 0,3 0 1,-3 0-1,2 0 0,-4 0 0,-2 0 0,-4 0 3,-3 0-3,-5 0 0,-1 0 4,4 0-4,3 0 5,5 0-5,2 0-2,4 0 2,4 0 3,3 0 0,0 0-5,2 0 2,-1 0 0,0 0 0,-4 0-2,1 0 4,-6 0-4,0 3 4,-3-2-3,-3 1 1,1-2 0,0 0 6,2 0-6,0 0 0,5 0 0,-1 0 1,4 0 3,0 0-4,1 0 0,1 0 0,1 0 0,-1 0 0,2 0 0,-2 4-2,-2-1 2,-3 0-1,1 1 1,-1-1 0,2 1 1,0-1 0,0 0 0,-1 0-1,3-1 0,0 1 2,2 3-1,-1-5-2,2 2-1,-1 0 0,-1 0 0,2 0 2,-1-2 6,1 5-6,-1-4-2,-4 3 2,-1 0 0,-2 2 0,1-3 2,2 2-1,2-5 0,1 2-1,-1 0 0,3 0 0,3-3 1,2 1 0,0 1-1,2-1-1,-1 2 0,0 0 1,-2 0-4,1 1 3,-1 0 0,-2 1 1,3-1-1,-2 0 1,1 2 0,1-3 0,-3 1 0,0 0 1,1 0-1,2-1 0,1-2-3,-2 1 3,4-1 0,-2 0 3,0 2-3,1 1 0,-2 2-1,1-2 0,-2 2-4,1 1 4,-1 3-1,1 0 2,-1 4 0,0 2 1,2-4-2,0-1 1,1-1-4,2 0-3,0-1 7,0 1 0,0 0-3,0-2 3,0 0 0,0 2-4,0 0 4,3 1-1,0 5 1,3 0-2,-2 1 2,1-2 3,-1 2-1,1-3-3,0-1 2,-2 1-2,2-1 1,0 3-2,-1 7 2,-1-3 1,2 0-1,-2-3 1,0-4 0,-2 0-2,4 0 1,-1 0 0,-1-2-1,2 2 1,-1 1 0,2-2 0,0 1 0,1-3 0,-1 3-7,3-5 4,-1 1 1,1 1 2,-2-3 0,1 0 0,1 0 0,1 1 4,1 2-3,-1 0-1,3 1-1,1-1 0,1 0 1,-2-1 0,2-2 0,-1 0 2,0-2-1,0 2-1,-2-3 1,1 2-1,-1-3 2,-3 0-1,-3-2-1,-3-1 0,-1 0 3,-2 3 3,1-3 0,1 0 8,-2 0 2,0 0-8,0 0 10,0 0-15,0 0 0,0 0-3,0 0 6,0 0-5,0 0 6,0 0-3,0 0 2,0 0-6,0 0 1,0 0-1,0 0 1,0 0-1,0 0 7,0 0-7,0 0-1,0 0 1,0 0 4,0 0-2,0 0-2,0 0 0,0 0-6,0 0-14,0 1 4,0-1-12,0 0 1,0 0-11,0 0 4,-2-4-18,-4-9-29,0-1 37,-1-2-21,-4-3-85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0:01.26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64 247 22,'0'0'22,"0"0"4,0 0-3,0 0 19,0 0 16,0 0 5,0 0 2,-6 4-7,6-4-18,0 0-11,0 0-11,0 0-5,0 0-12,0 3 4,1 2-5,13-1 30,5 3 13,8 0-2,4 0-4,7 0-3,4 2-11,4-2-2,3-2-4,5-1 6,4-1-8,8-3 0,4 0-5,3 0 4,-3 0-6,-3 0-3,-6 0 5,4 0-4,-9 3 1,-2 4 0,-8 0-5,-6 0 0,-5 0-4,-2-2 4,-2-1-1,0-1 0,-3-2-1,-2-1 2,-7 0 1,-4 0-1,-6 0-1,-3 0 9,-3 0 4,-3 0-5,0 0 1,0 0 2,0 0-6,0 0-3,0 0 3,0 0-6,0 0-6,0 0-4,0 0-10,0 0-15,0 0-15,-7 0-55,-4-1-62,-2-2 22,2-1 14,1-1-48</inkml:trace>
  <inkml:trace contextRef="#ctx0" brushRef="#br0" timeOffset="570">1152 209 186,'0'0'84,"0"0"-45,0 0 14,0 0-17,0 0-4,0 0-15,-6-15 12,6 15-9,0 0-13,0 0-1,6 0-4,8 0-1,5 6 8,1 2-1,7 0 5,1-1-7,2 3 5,-4 0-1,-4 0-3,-4 1-2,-6 1-4,-6 0-1,0-2 0,-6-3-3,0 0 3,-3 0 0,-12 0 20,-10 6-5,-8-3-7,-4 0-8,-9-3-41,-1-1-94,-5-5-17,1-1-142</inkml:trace>
  <inkml:trace contextRef="#ctx0" brushRef="#br0" timeOffset="1247">97 2 49,'0'0'93,"0"0"-69,0 0 35,0 0-23,0 0-36,0 0 6,7-3-4,-2 3 11,0 1 23,0 7-8,0 0-6,-4 2 0,1 2 2,-2 2-9,0 6 16,0 3-5,-8 2 6,-4 0-12,0 0-6,-1-5-11,0-2-3,-1-3 4,-1-2 4,2-2 8,-1-4 0,7-2-4,2-4 4,4-1-5,1 0 1,0 0-12,0 0 0,0 0-2,0 0-11,10 0 13,7 3 1,2 3 1,5 1 4,1 0 7,2 1-10,0 1 0,0 0 0,0 1 0,1 0-1,2 0-1,-2 0 1,-2-3 1,-6 0-1,-3-1 3,-8-3-5,-2-2-2,-5-1 2,-1 2 5,-1-2-5,0 1 2,0 2 2,0-3-1,0 0-3,0 4-1,-7 4-15,-6 1-38,0-1-98,3-2-271</inkml:trace>
  <inkml:trace contextRef="#ctx0" brushRef="#br0" timeOffset="1831">713 542 420,'0'0'56,"0"0"-37,0 0 27,0 0-46,0 0-2,0 0-22,0 9-49,5-8-26,1-1-171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47:38.674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13794 11483 68,'0'0'0,"152"-4"0,-59 4-33</inkml:trace>
  <inkml:trace contextRef="#ctx0" brushRef="#br0" timeOffset="325">16425 10997 136,'0'0'0</inkml:trace>
  <inkml:trace contextRef="#ctx0" brushRef="#br0" timeOffset="212580">0 0 377,'0'0'1,"0"0"-1,0 0 0,0 0-46,0 0-122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48:05.722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11 985 0,'0'0'7,"0"0"-7,0 0 0,0 0 9,0-74 14,0 67 29,0-1-21,0-1-23,0 1 4,0-2-10,0 1-1,0-2-1,0 0 2,0 0 4,0-2 2,0 5 34,0-1 24,0 2-21,0 4 1,0 0-9,0 3 28,0 0-15,0 0-33,0 0 2,0 0-9,0 0-10,0 0-16,0 7 15,6 9 1,2 11 17,4 8 10,1 9 1,1 4-17,-1 2-3,-2 0 3,-2-5-8,2-4 7,-3-6-9,-2-2-2,4-5 0,-4-4-5,0-5-21,-3 0-5,-1-2-39,-2-1-7,0-5-18,0-7-61</inkml:trace>
  <inkml:trace contextRef="#ctx0" brushRef="#br0" timeOffset="471">28 955 235,'0'0'2,"0"0"8,0 0-10,-27-79 21,26 62 18,1 3-3,0 0-11,0 1-2,0 1-5,3-3-10,8 1-6,3 1 2,5 1 8,-1 3-11,6 2 16,3 5-14,3 0 4,1 2-2,-1 0 7,3 6-4,-3 8-7,-2 4 5,0 8-6,-4 5-9,-7 7-1,-4 7 8,-9 3 2,-4 3 1,0-2 11,-8 2 1,-12-3-5,-1-2-4,-4-3 5,1-5-3,-3-7-1,8-7 8,1-7-12,1-6-1,1-6 0,-2-2-2,0-3-8,0 0 1,2-4-40,5-8-29,5-4-63,6-5-79</inkml:trace>
  <inkml:trace contextRef="#ctx0" brushRef="#br0" timeOffset="990">619 825 331,'0'0'5,"0"0"54,0 0-24,0 0-12,-84-3-1,71 22-4,-1 7-17,-2 7 3,7 3 5,3 1-5,4-3-3,2-4-2,0-7-7,8-6 1,13-8-22,0-7 14,3-2 0,1-3 7,-3-18 6,-2-5 2,-4-5 5,-5 0-4,-5 3-1,-3 2 9,-3 10-2,0 5 18,0 3 4,0 7 14,0 1 0,0 0-36,0 0-7,0 0-29,0 13-2,1 9 31,11 5 10,3 0-5,6 0-4,1-2-1,3-5 3,-2-3-3,5-6 0,-2-7-2,-4-4-9,2 0 10,-5-5 1,-1-19 5,-3-8-4,-5-5-2,-10-6 3,0-5 6,0-3-4,-16-2-2,-3-2 4,1-2 6,-6 4 0,2 2 9,-1 4-5,-2 6-11,-1 8 18,6 5-17,3 10 26,5 8 6,8 6-18,2 3 2,2 1-13,0 0-9,0 0-15,0 10-28,3 12 14,12 14 25,2 7 4,0 11 8,-3 7 1,1-1-9,-3 0 12,1-7-9,1-4-3,2 0-14,-4-7 7,6-4-52,-3-7-5,1-6-8,4-9-10,0-11 14,3-5-56,-2-10-55</inkml:trace>
  <inkml:trace contextRef="#ctx0" brushRef="#br0" timeOffset="1724">1195 567 31,'0'0'216,"0"0"-174,0 0 71,0 0-36,0 0 7,0 0-59,-57-40-25,43 66 1,1 10 0,1 10 5,6 1-5,6-4-1,0-7-4,6-4-2,9-9 6,3-7-7,0-5-4,-3-7-3,1-4 1,-1 0 6,3-18 7,-3-8 10,4-10-10,-7 0-4,-6 0 3,-4 4 1,-2 4 2,0 8 2,0 7 29,0 7 13,0 5 6,-2 1-13,2 0-39,0 0-16,0 9-17,0 12-18,2 7 51,8 4 14,2 0-10,1-2 0,1-3 0,2-2-2,1-6-4,-1-1-1,-1-4-12,-2-4-14,-1-3-7,-4-2-17,1-5-21,-2 0-34,-5-9 25,-2-8-158</inkml:trace>
  <inkml:trace contextRef="#ctx0" brushRef="#br0" timeOffset="2258">717 784 331,'0'0'16,"0"0"-16,0 0-36,0 0 36,0 0 20,0 0 14,109-41-7,-76 25-4,-2-1 8,-7 2-10,-6 2-5,-9 5 0,-3 1 3,-3 1-10,-3 1 3,0-2-12,3 1-1,-3 1-28,3 1-33,6-1-67,-3 1-135</inkml:trace>
  <inkml:trace contextRef="#ctx0" brushRef="#br0" timeOffset="4792">3360 20 561,'0'0'28,"0"0"1,0 0 48,0 0-77,0 0-8,0 0-102,-17-19-95,29 19-39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48:08.31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1020 389,'0'0'0,"0"0"-56,0 0 55,0 0-6,0 0-10,0 0 17,73-17 26,-43-5-11,-5-8-14,-4-1 0,-9-3-1,-9 3 7,-3 1-1,0 5-6,-3 7 23,-10 5 12,1 5 24,1 3 7,2 4-30,5 1-22,1 0-14,1 7-15,1 14 2,1 7 10,0 6 2,0 0-5,10 1 2,10-2-5,2-5-2,3-7 7,1-5-3,5-8 4,1-6 0,-1-2-10,0-6 13,-1-18 1,-5-8-1,-2-7-5,-10 2 5,-6 1 4,-7 2 0,0 5-2,-4 3 15,-11 3 8,0 5 11,3 5-12,5 3-3,5 5 4,2 2-17,0 2-8,0 1-44,5 0 3,11 0 24,7 4 15,2 9 0,3 1 2,-4 3 4,4 4-1,-2 0 2,-5 3-1,-2-1-1,-5 1 4,-4-3-7,-6 0-1,-4-1 1,0-2 6,0-2 2,-14-1 3,-9-2-11,-4-6-10,-7-7-90,-9 0-83</inkml:trace>
  <inkml:trace contextRef="#ctx0" brushRef="#br0" timeOffset="655">61 583 433,'0'0'142,"0"0"-103,0 0 81,0 0-94,0 0-26,0 0-13,-2-13-131,22 13-30,10 0 15</inkml:trace>
  <inkml:trace contextRef="#ctx0" brushRef="#br0" timeOffset="871">677 571 375,'0'0'167,"0"0"-160,0 0 34,0 0-41,0 0 2,0 0 12,105 22 23,-53-1 7,0 0-16,-1 0-13,-5-1-15,-7-3 2,-8-1-2,-7-4-13,-9-2-19,-6-5-25,-3-3-47,-5-2 1,-1-6-1</inkml:trace>
  <inkml:trace contextRef="#ctx0" brushRef="#br0" timeOffset="1119">998 494 491,'0'0'35,"0"0"45,0 0-42,0 0-33,0 0-4,0 0 29,-51 117 11,41-69-21,1 2-19,-1-4 3,2 1 3,2-4-7,3-2-9,3-6-35,0-5-49,0-11-22,9-11-64</inkml:trace>
  <inkml:trace contextRef="#ctx0" brushRef="#br0" timeOffset="1389">1280 505 432,'0'0'60,"0"0"-60,0 0-11,0 0 11,0 0 53,15 102-20,-9-67-7,-3-1-12,0-7-7,0-5-3,-3-5 1,1-7-3,-1-4-2,2-6-9,-2 0 9,0 0 28,0-17-26,0-4 7,-5-6-11,2-1 2,0 1 0,3 2 9,0 2-2,0 4-4,0 5-2,6 7 3,-1 3-8,1 4-2,4 0-8,1 2 4,-1 9 5,5 3 2,-3-3 6,0-2-3,-3-2 0,-2-6 0,-2-1-6,-1 0 6,5-5 6,0-15 16,0-7-12,1 0-1,-4 2-6,-1 3 4,-2 6-6,3 5-1,-4 5 2,2 3-2,-3 3-3,2 0 2,5 0-8,2 9-13,5 10 15,0 6 2,0 7 5,-6 1 4,2 3 7,-3-1-7,-3 2 2,-4-3-6,-1-6-25,0-3-19,0-8-32,0-7-77,3-10-76</inkml:trace>
  <inkml:trace contextRef="#ctx0" brushRef="#br0" timeOffset="1988">1744 473 520,'0'0'8,"0"0"-16,0 0 30,0 0-8,0 0 32,16 94-11,-8-61-13,-1-2-18,-2-3 0,-1-2-8,-4-4-17,0-4-47,0-7-82,0-9-74</inkml:trace>
  <inkml:trace contextRef="#ctx0" brushRef="#br0" timeOffset="2388">1904 180 432,'0'0'8,"0"0"71,0 0-56,0 0-23,0 0 0,0 0 26,61 105 10,-42-57-26,-4 3 11,-5-2-12,-2 0 3,0 0-8,-3-3-2,-2-2-2,0-6-4,-3-5-46,0-9-18,0-8-36,2-10-33,1-6-76</inkml:trace>
  <inkml:trace contextRef="#ctx0" brushRef="#br0" timeOffset="2648">2193 164 317,'0'0'78,"0"0"26,0 0 39,0 0-67,0 0-68,0 0-8,-2 18-34,2 24 34,0 11 15,0 6 3,0 3-3,0 1 6,0 0-15,2-6 0,1-2-6,3-5-15,-3-9-9,3-7-22,-2-10-29,-2-7 3,-2-9-47,0-8-54</inkml:trace>
  <inkml:trace contextRef="#ctx0" brushRef="#br0" timeOffset="2941">1935 578 462,'0'0'45,"0"0"-31,0 0 73,0 0-61,0 0-26,0 0-20,48-15 20,5 4 3,10-3-3,0 0-88,-10 2-66,-14 5-29</inkml:trace>
  <inkml:trace contextRef="#ctx0" brushRef="#br0" timeOffset="3106">2305 517 193,'0'0'140,"0"0"-105,0 0 46,0 0-2,0 0-11,0 0-36,61-40-12,-32 18-18,-3-1 4,-3 2-3,-10 2 4,-3 5 0,-8 4 21,-2 2 3,0 3 5,-6 3-32,-12 2 3,-4 0-7,-2 4-1,-2 14-2,1 5 3,3 2-4,7 1 1,5 0-2,8-1-2,2-3-3,2-2-12,14-3 5,6-6 7,4-5 7,4-6-2,5 0 5,5-5 4,2-11 0,1-5-4,-4-3 0,-7-2 5,-7 3-1,-10 3-4,-7 2-3,-4 6 3,-4 2 5,0 1-2,-2 5 0,-5 1 5,-2 3 12,1 0-14,-6 0-6,0 16 0,-2 5-1,1 5-4,6 0 2,2 1 2,5-3-1,2-3-10,0-6-3,10-2 0,4-6 14,2-7-3,4 0 4,5-3 5,3-16 3,-1-8-6,0-5 1,-6-4 2,-2-2-3,-5-2-2,-2 0 3,-6-6-1,-2 2 5,-2-5 3,-2 3 7,0 2-7,-2 6 11,-7 7 7,0 7 25,2 12-15,2 3-1,4 6 6,-1 3-9,2 0-34,0 0-14,0 18-21,0 12 27,0 11 8,0 11 11,3 6-1,0 6-2,3-2 1,0 1-4,5-2-4,-2-2-1,-1-3-10,-5-4-35,-1-8-24,-2-4-46,0-10-12,0-11-45,0-10-75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48:14.204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0 663 103,'0'0'81,"0"0"-77,0 0 2,0 0 6,0 0 1,0 0 0,28-14 28,-15 4-6,2-5-7,0 1-12,3-5-4,-3-2-4,-3-6 3,-2-4-5,-5-4-1,-4-1-4,-1 5 0,0 6 6,0 6-4,-3 9 33,-2 5-16,0 3 11,2 2-10,0 0 1,3 0-12,-3 0-10,0 14-8,1 12 8,2 6-2,0 2 5,0 0-3,2-3 0,10-1-4,3-5 3,-2-4 1,2-4 4,-1-4-3,-3-5-1,0-2-3,-2-6-14,4 0 10,-1-9 4,2-13 3,2-7 15,-7-7-10,0 2-3,-6 2 6,-2 5-7,-1 4 8,0 7 4,0 3 0,0 6 14,0 3 5,-1 4 5,-1 0-5,2 0-32,0 0-16,0 7-9,0 12 11,2 6 14,7 5 5,6-3-3,1-3-2,-2-3 0,-1-7-4,1-2 3,-4-8-4,-3-2-9,-2-2 6,1 0 8,3-20 6,0-6 7,-5-6 1,-1-4-12,-3 0 0,2 5 0,-2 4-2,1 8 7,1 8-7,-1 4 1,-1 5-1,2 2 0,-1 0 0,4 0-11,5 0-10,7 9 10,2 4 6,3 4 5,-1 1 2,0 1-1,-2-2-1,-2-1 9,-1-2-9,-5-2-4,-1-4 4,-1-2-1,-3-3-4,-1-3 4,1 0-13,1 0 14,3 0 4,1-7 1,2-6 0,2-4-3,0-4 8,0-1-9,-3-4-1,0 0 6,-6-3 0,-3-1-6,-3 2-14,0 3 7,-3 4-21,-13 5-23,-7 5-63,-4 5-43,-7 4 2</inkml:trace>
  <inkml:trace contextRef="#ctx0" brushRef="#br0" timeOffset="1079">44 92 117,'0'0'97,"0"0"-79,0 0-1,0 0 1,0 0 0,0 0-16,-4 19 12,4-5 0,4 0-3,5 0 7,-1-3-7,-1-2-6,2-4-3,-3-3-2,0-2-3,1 0 3,1-4 10,1-13 21,-3-7-15,3-3-13,-6 0 0,-3 4 7,0 3 3,0 4 1,-12 6 27,3 3 13,0 4-7,0 2-38,5 1-2,-1 0-7,-1 0-6,-3 12-12,-1 6-10,2 3-6,4 0-48,4 1-22,0-2-25,10-4-52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48:15.84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31 2398 160,'0'0'72,"0"0"14,0 0-33,0 0-30,0 0-9,33-82 5,-20 51-3,-1-4 2,3-9-3,1-9 4,2-11-18,2-8 2,-4-2-2,-7 7 0,-3 11 6,-6 10-7,0 13 5,-12 7 6,-6 8-8,0 5 52,-1 6-27,-1 4-23,1 3 4,3 0-5,1 8-4,-2 15-7,4 11 4,4 5-5,6 4 6,3-2 0,0-7-10,19-6-5,10-4 0,5-4 4,6-5 7,-1-2 0,-3-2 6,-2-2 1,-4-1-1,3 2 2,-6 1-1,-4 2-1,-6 1 0,-1 2-3,-7 1-2,-4-1 5,-4 0 3,-1 1 1,0 1 7,-12 1 2,-10-1 1,-6 2-9,-8-2 6,0-2-1,0-4-9,0-5 3,3-4-4,-2-3 10,5-1-4,3-16-5,3-7-1,5-6-18,7-2 8,4-4 2,6 4 0,2 5-5,0 3 5,4 7 4,9 3-6,1 3-3,2 5 12,-1 5-6,3 1 4,4 0 1,-2 12-5,5 8 7,-1 6 3,0 2-3,-3 0 6,6 0 4,-2-3-3,2-5-3,-2-4 1,3-3-5,-2-8 0,-5-3-3,3-2-2,-2 0-13,-1-16-8,0-5-23,-5-6-13,-4-1-17,-6-3 2,-6 2-6,0 0 33,0-1-1,-9 4 42,-3 0 9,0 3 32,2 4 50,2 1-23,1 4 38,4 1-27,0 6-13,3 2-6,0 4-7,0 1-23,0 0-21,0 0-13,13 7-4,5 10 17,3 4 0,-3 3 3,0 3-3,-2-1 10,-2-1-9,-4-3 2,2-2-2,-4-6-1,-2-4 0,-3-5 0,0-4-10,0-1-4,1-1 1,0-18 13,2-5 7,2-6-6,-2 2-1,-3 1 0,1 7 1,-1 8 3,-3 5 10,2 4 4,-2 3 19,0 0-37,0 0 0,3 0-27,3 7 8,1 6 19,2-2 9,3-3-9,-1 0 1,0-3-1,0-3-10,-2-2 7,3 0-13,-2-2 9,-1-15 6,0-7-1,-3 1 2,0-3-6,-3 3 6,-1 5 0,-2 6 2,1 3 5,-1 5 10,0 2 33,0 2-24,0 0-26,3 0-12,6 6-20,1 9 25,6 2 5,1 2 4,1 0-1,3-3 3,0-2-4,3-4 2,-3-5-4,3-3 4,-4-2-5,3 0 2,-5-14-7,-2-7-2,-1-6 8,-3-3-5,-5-2 7,-4 1-5,-3 1-2,0 6 7,0 3 1,-7 5 11,-6 6-12,-1 3 3,2 5 8,0 2 13,2 0-24,-2 7 0,1 12-5,4 7-3,2 4 4,3-2 2,2-4-10,0-6 3,7-7-3,5-4-9,4-5 2,2-2 4,3-3-4,1-15-12,-5-5-13,1-1 15,-8 3 1,-2 6 27,-7 6 1,-1 5 17,0 4 37,0 0-6,0 0-34,0 13-7,0 3-8,0 4 3,0-2 0,0-2 8,12-4-9,3-3-1,3-3 1,-3-3 2,4-3-1,2 0 7,2-6 0,2-15-7,-1-8 5,-5-6-5,-4-1-2,-3-4 0,-5 2-5,-5 0 2,-2 1 2,0 2 2,-12 2 6,-3 4 1,-3 2 11,2 6 26,-2 3-10,3 5 2,5 5-5,2 3 1,5 5-21,2 0-12,1 0-9,-2 10-14,2 14 4,0 10 19,0 6 1,0 0-1,2 1-1,8-2-6,6 0 4,-2-4 1,4-5 2,-2-3-15,-1-8 2,-1-3 2,-1-9-1,-1-6-3,7-1 13,2-11 2,3-13 3,0-10-3,1-3-3,-7-1 3,0-6-2,-6 0 0,-2-2-17,-7 1 19,-3 4-1,0 6 0,-3 2 1,-11 5 16,-3 6 35,4 5-18,1 7-5,4 4 11,4 5-19,3 1-4,-1 0-16,-1 20-22,3 8 8,0 10 13,0 3 1,0 2 0,0 2-5,5-5 5,8 1-11,0-4 9,2-3-16,5-4-21,2-7 2,6-3-12,4-9-9,8-9-55,3-2-122</inkml:trace>
  <inkml:trace contextRef="#ctx0" brushRef="#br0" timeOffset="2363">1982 1086 61,'0'0'259,"0"0"-248,0 0 23,0 0-34,0 0 1,0 0 21,0 87 17,9-46-20,-1 4 10,1 3-8,1 2 18,-4 0-21,3 1 8,-3-2-19,1-2 0,-1-5-1,-1-2-6,-2-3-4,0-3-10,-3-6-18,0-7-24,0-10-37,0-11-40,0 0-71</inkml:trace>
  <inkml:trace contextRef="#ctx0" brushRef="#br0" timeOffset="2650">1988 1338 236,'0'0'49,"0"0"3,-22-75 38,22 57-62,0 3-22,10 3-6,11 4-2,6 2-2,3 5 4,3 1 0,1 0-1,0 11 6,-1 6-6,-3 7 1,-6 4-6,-12 6-7,-5 3 4,-7 0 9,-3-1 7,-16-3 8,-8-4-1,2-4 1,2-6-3,1-8-9,4-5 0,3-4 4,0-2-7,5-3-21,-1-13-36,4-5-51,7-3-125</inkml:trace>
  <inkml:trace contextRef="#ctx0" brushRef="#br0" timeOffset="3023">2405 1194 208,'0'0'91,"0"0"-56,0 0 57,0 0-68,0 0-13,-84 51-3,75-20 2,3 0-6,6 1-2,0-2-4,0-3 4,15-5-7,-2-4 7,2-6-2,3-5 4,-2-4 2,1-3 7,4 0 3,-3-11-5,0-9 9,-5-2-11,-4-4 4,-6-1-10,-3 0-3,0 1 4,-19 3-8,-8 2-4,-3 5 8,3 4 11,3 3-4,6 4-5,6 2 3,5 2-5,-2 1-40,6 0-84,0 0-61</inkml:trace>
  <inkml:trace contextRef="#ctx0" brushRef="#br0" timeOffset="3459">2405 1194 306</inkml:trace>
  <inkml:trace contextRef="#ctx0" brushRef="#br0" timeOffset="3476">2405 1194 306,'98'-17'5,"-97"16"30,19-1-29,5 2 19,8 0 1,3 0 1,-5 9-8,-1 7 2,-5 2 0,-7 6-12,-1 1-1,-7 1-8,-6-2 0,-4-3-2,0-3-6,-1-4 8,-15-4 10,-5-4 11,4-6-4,-2 0 3,5-1 1,3-18-7,2-4-5,4-5 8,2-4 2,3-4-10,0 0 13,5 0-21,11 1-2,5 3 1,6 2-4,3 3-26,1 2-46,-1 5-58,-5 3-14,-6 2-78</inkml:trace>
  <inkml:trace contextRef="#ctx0" brushRef="#br0" timeOffset="3856">2918 888 309,'0'0'70,"0"0"-34,0 0-16,0 0-16,0 0 44,6 72-7,5-32 5,0 2-12,1 3 2,0-1-17,0-2-15,-5-2 0,2-5-4,-1-4-7,-4-4-34,-1-5 0,0-5-14,-3-5-48,0-10-36,0-2-108</inkml:trace>
  <inkml:trace contextRef="#ctx0" brushRef="#br0" timeOffset="4133">2850 1123 401,'0'0'6,"0"0"16,0 0 28,0 0-46,0 0-2,84-80-4,-39 66 2,2 0 0,-3 4 0,-7 2 4,-4 3-4,-9 4-1,-5 1 1,-5 0 13,-4 10 3,0 10 7,-4 2 7,-1 3-4,-2 1 5,2-2-25,-4-1 0,-1-4-6,0-3-2,0-5-13,0-2-19,0-5-20,-1-2-35,-10-2-30,2 0-121</inkml:trace>
  <inkml:trace contextRef="#ctx0" brushRef="#br0" timeOffset="4449">3115 837 448,'0'0'8,"0"0"111,0 0-15,0 0-94,0 0-10,0 0-94,-11-2-95,22 20 107,-1 0-166</inkml:trace>
  <inkml:trace contextRef="#ctx0" brushRef="#br0" timeOffset="4659">3455 941 317,'0'0'8,"0"0"90,0 0-34,0 0-19,0 0-22,0 0-22,-42 27 6,28 0-3,1 2-4,6 0 1,-1 1 8,8-3-4,0-2-4,0-4-1,3-5 0,8-4-4,0-3 2,1-6-2,4-3 4,3 0 16,6-4-3,2-15 2,-3-5-3,-5-1-4,-4-3 6,-7-1-6,-7 3-3,-1 0 9,0 5-2,-18 2 0,-3 4-11,-6 3 15,4 3-6,2 5-6,7 2-4,5 2-16,2 0-44,4 3-96,0 7-15,3-1-104</inkml:trace>
  <inkml:trace contextRef="#ctx0" brushRef="#br0" timeOffset="5087">3601 899 318,'0'0'0,"0"0"45,0 0 7,0 0-1,0 0-29,0 0-19,94-39 13,-72 39-10,-1 11 1,-1 6 7,-3 4 0,-3 5-10,-4 3 6,-4 2 14,-4 1-17,-2-4-5,0-5 2,0-4-2,0-5-2,-3-5 1,0-6 3,1-3 7,2 0 16,-1 0 9,1-16 10,0-8-46,0-9 21,0-6-19,6-6 2,10-2-4,7 1-9,0 2 5,0 6-2,-2 5 1,1 6 1,-1 6 3,-6 9-1,0 6-6,-5 5 4,-1 1-5,3 1 1,-1 16-1,-2 7 4,-3 7 5,-2 4 13,-3 1-1,-1-1-8,0-4 2,0 0-4,0-4 1,2-5 1,1-5-3,1-6 0,1-5-2,1-3 0,3-3 1,6 0 9,10-18 12,6-9-6,4-7-2,-2-3-13,-5-2 2,-1-1-2,-9 2-3,-5 3 1,-7 2 2,-6 7 2,0 2 2,0 4 4,-12 5-5,2 4 2,-1 6-3,4 5-2,-2 0-13,3 1 3,0 16-7,3 4 9,3 4-15,0 0-24,14-2 21,5 3 26,0-2 4,4-3 1,-4-1-1,5 0-1,-6-3 1,0-2 12,-5 1-7,-1-4-5,-6 1 1,-6-2-5,0 2-9,0 0 9,-14 1 1,-6-2 10,-3 0-2,-2-2-9,2-3 0,3-3-17,-1-3-54,4-1-60,1 0-41,8-14-161</inkml:trace>
  <inkml:trace contextRef="#ctx0" brushRef="#br0" timeOffset="6112">4835 397 150,'0'0'39,"0"0"83,0 0-52,0 0-22,0 0 3,0 0-33,-57-10-10,38 32-6,-7 8 19,1 7-2,1 4-14,8 4 8,4 0 16,6-2-16,6-5-8,0-5 2,10-3-3,11-4 6,3-7-1,7-3 1,4-8 0,2-5-10,9-3-7,5-3-22,4-12-46,5-8-40,-5-3 8,-9-3-88</inkml:trace>
  <inkml:trace contextRef="#ctx0" brushRef="#br0" timeOffset="6420">5086 519 299,'0'0'51,"0"0"3,0 0-11,-84 36-15,66-9 0,9 1-28,7-3-2,2 0 0,0-7-8,2-4-4,12-4-9,6-6 7,4-4-1,4 0 4,-2-3-17,-2-13 7,-6 0 13,-9-1 10,-5 5 0,-4 7 15,0 0 24,0 5 24,0 0-7,0 0-46,0 3-10,0 10-4,0 4 0,0-1-1,0-2 3,6 0-3,4-4 0,1-5 5,0-2 8,2-3-5,0 0 11,5-4 8,0-16-5,0-8-6,0-7 0,-6-3-5,-3-3-6,-2-3-11,-1 0-10,-3-2-5,-3-1 11,0 6 2,0 3 13,0 6 13,-6 5 30,0 4-18,2 6-2,1 7 4,1 7 2,1 3-4,-1 0-25,-1 3-29,0 17 14,-1 13 12,-2 7 6,0 6-1,3 2-2,3-2 0,0 1 1,0-3-1,0-1 0,10-4-2,1-9-2,1-7-3,1-7 1,2-11-3,6-5 4,6 0 3,6-10 2,4-14 0,0-4-2,-4-7-6,-3-2 8,-5-2-7,-4-4-11,-3-2-18,-2-2-23,-3 0 42,-3-1 15,-6 4 2,-2 6 0,-2 6 21,0 6 22,0 6-5,-2 7-5,-2 8-6,1 3 1,0 2-21,-3 3-7,-5 17-15,-3 11 10,0 4 4,-1 5 1,5 2 0,2 3 0,1 2 0,2-2 1,1 0 5,4-2-6,0-1-2,0-1-4,4-2-1,8-5 7,2-5-5,4-8-9,1-6-20,4-4-33,5-5-20,3-5-92</inkml:trace>
  <inkml:trace contextRef="#ctx0" brushRef="#br0" timeOffset="7373">5843 519 164,'0'0'182,"0"0"-160,0 0 32,0 0-23,0 0-21,0 0-3,55-63-2,-41 49-1,-2-1 4,-5-1 3,-4 2 3,-3 1-6,0 2-7,0 5-1,-10 1 0,-2 5 10,0 0 7,-3 0-12,0 12-2,0 7 4,5 4-7,4 0 0,6 1-1,0 0 0,0 1-7,10-5 8,7-1 0,2-6-13,5-6-7,12-7-1,5 0-20,6-7-62,2-9-55,-3-2 21</inkml:trace>
  <inkml:trace contextRef="#ctx0" brushRef="#br0" timeOffset="7697">6264 359 111,'0'0'114,"0"0"13,0 0-38,0 0-36,0 0 0,0 0-48,-68 18 1,52 4 5,4 2 0,5-1-11,6 0-1,1-2-1,0-4-3,0-4 1,4-3 3,8-6-1,2-4 2,3 0 14,3-3 2,7-15-2,1-6 7,-3-6-19,1-2-2,-3-6-2,-4-5-14,-5-3-5,-6-4 16,-5 4-6,-3-1-3,0 6 14,0 6 24,-8 7 11,-1 5-4,2 6 3,1 7 17,1 7-16,4 3 1,1 0-36,0 0-9,0 14-30,0 13 32,0 9 7,0 7 2,0 7 2,0 4 12,0 0-12,0 3-4,0-1-1,0 1-1,0-2 0,6 0-16,5-1-10,-6-5-24,-5-3-32,-10-7-51,-21-11-65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48:24.832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88 2433 228,'0'0'39,"0"0"-36,0 0 42,0 0 30,0 0 8,0 0-37,-9-31-44,9 31-2,0 0-3,0 8-22,12 16 19,4 9 6,1 8 15,-1 6-5,-4 6 10,-3 3-6,-2 0-6,-2-1-6,-1-5-2,-2-7-8,1-8-31,0-8-16,-3-9-12,0-12-14,0-6-55,-6-7-34</inkml:trace>
  <inkml:trace contextRef="#ctx0" brushRef="#br0" timeOffset="292">57 2475 176,'0'0'12,"0"0"48,-42-106 22,30 69-31,9 1-10,3-1-11,0 2-17,9 2-13,9 6-3,4 2-1,6 5 1,2 3 3,0 5 0,-2 4 0,-5 6 0,-2 2-1,-6 3-8,-2 18-3,-2 10 6,-7 7-4,-4 6 10,0 3 11,-4-4-6,-10-6-4,1-8 1,-1-7 4,4-7-5,1-7 10,6-4-3,3-4 2,0 0-1,0 0-7,0 0-2,12-3-8,1-4 8,5 0 3,3 1-3,0 2 2,4 2 1,2 2 5,-1 0-8,-1 0-3,-1 10 2,-2 7-4,-2 6 3,-4 3-2,-7 3 0,-6 0-1,-3 2 5,0 1 5,-3-1 2,-9-2-3,-7 3 1,-5-5-4,-2-1 2,-7-3 0,-4-5 1,0-5 4,-2-7-2,3-4 8,2-2-9,4-3 10,2-12-15,4-5 0,9 1-12,3 1 12,3 1 5,6 3 0,3 3-4,0 0 13,0 2-13,0 1-1,12 3 0,0 5-3,3 0-7,6 0 8,1 7 0,5 8 0,3 0 2,0 2 2,1-3 0,-1-3 0,1-5-2,-2-5 0,-3-1 0,3-3-2,-4-15 2,-1-8-4,0-6 4,-5-4 2,-5-7-2,-1-2 0,-7-3-17,-1 2 1,-5 2-7,0 6 23,0 6 11,0 6-3,-8 6 14,-1 6 15,2 6 1,2 5 2,2 2 8,3 1-46,0 0-2,0 16-44,0 10 36,5 6 7,8 2 1,5-1 4,1-2-4,5-5-4,0-5 0,3-2 3,0-8-10,-3-5-3,-5-6-5,-1 0 3,-2-1-1,-2-16 17,1-6 2,-3-5-2,-3-5-7,-3-4-15,1 0 4,-4-2 18,-3 3-5,0 3 10,0 6 5,0 6 33,0 5-7,-6 4-14,2 5-4,-1 4 9,4 3-8,1 0-19,0 0-7,0 17-34,0 10 25,6 7 16,7 3 3,1-1 1,2 0 2,-1-4-5,6-3 2,-2-4 1,2-7-8,3-4-4,0-7 8,-2-4-9,2-3 4,3-6 3,0-13-5,-2-10 4,-3-3-4,-5-6 0,-5-5 3,-8-2 2,-4 3-5,0 4 7,-3 5 4,-16 8 10,-5 5-5,-1 2-8,1 5 15,3 5 4,5 3-16,7 4-3,6 1-1,3 0-6,0 0-30,0 6-24,6 8 40,13 3 0,6 0 11,5-2-4,6-1 7,3 2 1,-2-2-15,-4 3 1,-5 0-8,-7 1 14,-7 0 4,-9-2-19,-5-2 20,0 0 8,0-3 34,0 0-10,0-2-3,0-3-15,0-2-2,6-3-4,5-1 3,8 0 8,5-4 8,3-14 1,0-7-15,1-6 2,-4-4-10,-5 2 3,-5-4-2,1 2 2,-8-3 3,-4-2-1,-3 2-4,0 0 4,0 3-5,-9 6 6,-7 7 4,5 6 22,-2 11 17,1 3-11,-1 2-33,4 0-2,0 10-4,4 8-1,5 5 1,0 0-8,3 1-11,17-2-14,5 0 32,2-4 3,4 0-10,-1-3 12,-3 0-2,3-1 2,-5-1 2,-5 1-2,-4 0 1,-4 0-4,-6 0-3,-6 0-11,0 2 9,-9 1 8,-12-1 2,-6-3 0,0-3 8,2-4-8,7-5 16,6-1 0,3 0-2,6 0-4,0 0 0,3 0-12,0 0-9,0-3-10,9-1-8,9-2 21,6-4 3,4-1 6,2-1-1,0-5-2,1-2 0,-1-4-9,-3 0 4,-5-5-16,-8-4-1,-5-3 15,-6-6 6,-3-2 1,0-4 0,0 1 3,-3 0 1,-6 7 8,-2 2-1,-2 5 13,-1-1 3,1 5-1,1 4 18,0 4-14,6 8 0,3 5-2,2 4-8,1 3-13,0 0-7,0 1-22,0 15-26,7 7 36,8 7 11,1 6 2,1 3 11,2 3-3,2 5-4,3 1-5,-2 0 4,1-3-4,-4-4-7,-4-4-2,0-7-14,-7-4-27,-1-3-4,-6-8-11,-1-5 6,0-6-36,0-4-114</inkml:trace>
  <inkml:trace contextRef="#ctx0" brushRef="#br0" timeOffset="6396">3900 962 638,'0'0'12,"0"0"92,0 0-44,0 0-60,0 0-36,0 0-124,0 0 49,64 22-69,-37-11-134</inkml:trace>
  <inkml:trace contextRef="#ctx0" brushRef="#br0" timeOffset="7349">4864 469 432,'0'0'7,"0"0"24,0 0 68,0 0-99,0 0-30,0 0-118,-5 7 15</inkml:trace>
  <inkml:trace contextRef="#ctx0" brushRef="#br0" timeOffset="153791">5117 0 82,'-338'297'0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48:27.48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0 737 596,'0'0'10,"0"0"70,0 0-70,0 0-10,0 0-11,134-61 8,-76 43-26,-10 1-36,-9 1 22,-9 0 30,-9 2 13,-11 3 14,-4 1 13,-6 3 48,0 3-8,0 1-27,0 3-35,0 0-5,0 0-22,0 0-71,0 0-47,-6 6 55,-1 0-53</inkml:trace>
  <inkml:trace contextRef="#ctx0" brushRef="#br0" timeOffset="1448">1141 717 207,'0'0'31,"0"0"-13,0 0 26,-82-65 0,61 42 8,-1-1-11,2-1-6,-2 0-5,0-4 8,-3 0-12,0-4-10,0-2-6,4 3 11,5 0-4,1 5 23,9 4-8,1 2-32,5 1-1,0 2 1,0 3-8,14 1 1,8 4-1,-1 5 0,2 5 3,-1 0-12,0 4 7,-2 17 9,-1 7-4,-8 8 4,-4 6 0,-7 6 0,0 2-6,-21 3 7,-6-4-14,-7-2 13,-2-5 2,2-5 0,4-6 3,6-7 1,11-10 11,7-5-8,6-8-8,0-1-11,0 0-5,19 0-9,12-4 25,11-13 17,9-8-4,1 0-9,-4 0-1,1 2 4,-10 2-5,-6 6-2,-14 3 5,-5 5-2,-10 3 3,-4 3-3,2-1-3,-2 1-16,0 1-8,5-1-65,3-4-140</inkml:trace>
  <inkml:trace contextRef="#ctx0" brushRef="#br0" timeOffset="2116">1747 192 274,'0'0'27,"0"0"29,0 0 13,-106 18-21,72-15-6,8-1-17,4-2 3,4 0 7,6 0 2,3-6-9,3-6-4,3-3-24,3-2-1,0-3-9,0 1 3,15 0-23,6 2-2,5 3 15,5-1-6,2 2 22,1-1-3,-7 1 1,-5 3 3,-9 3-5,-7 3 5,-4 1 3,-2 3 15,0 0-10,0 0-4,-5 0 13,-3 0-12,-1 7-5,-5 10-5,4 6-5,4 3 7,4 7-4,2 1 7,0 2-1,9 4 1,3 1 1,-1 1 3,-4 2-2,0 0 3,-2-4-5,-5 0 2,0-5-3,0-5 3,-5-3 2,-12-4-4,-10-5 2,-6-1-1,-6-6 4,-2-4 3,3-7-7,4 0 2,4-6-3,6-8 6,6 1-6,5 4-2,5 3 2,7 2 10,-1 3 11,2 1-17,0 0-4,0 0-31,5 0-4,11 7 31,2 2 1,6 1 2,6 0 1,3-4 4,4-5 0,3-1 10,5 0-14,-3-10-1,4-9 0,-7-5-18,-5-8 14,-4-3-1,-6-7 6,-5-7-6,-7-4 8,-4 0-2,-5 2 2,-3 4-1,0 5 4,0 7-4,-3 5 13,-6 7 2,1 7 2,2 6 6,-1 6-4,5 2 9,1 2-26,-2 0-3,1 14-22,-1 14 17,-1 11 5,2 5 0,1 3-3,1-2 1,0-1 1,4-5-5,5-4 2,-1-7 4,2-6-3,-1-6-8,-3-8-2,0-5 0,3-3-16,0 0 1,10-14 28,1-10 11,2-7-11,2-3 0,-4-1 0,-1 2 0,-7 3 2,3 5 6,-8 7-7,-4 5-1,-1 6 19,-2 6 25,0 1-8,0 0-35,0 0-1,0 8-29,3 12 17,4 5 12,0 2-2,7 0 2,2-3 0,-1-6-1,3-4-7,-4-4-10,0-5 3,0-5-5,2 0 8,1-15 10,1-9 2,-2-5-5,-1-4-7,-6 1-2,0 2 5,-6 6 9,-3 7 9,0 7 35,0 5-1,0 4 7,0 1-22,0 0-28,0 0-3,0 5-24,0 13-1,0 6 27,0 2 1,7-1-4,4-2 3,2-3-2,-1-6-1,4-4 0,1-5-15,4-5 18,0 0 1,6-9 0,-2-11 8,-6-6-8,-5-2 3,-4-4-3,-7-4 0,-3 3-1,0 0 1,0 6 1,-3 7 8,-6 6 19,5 6 5,2 4-7,2 2-26,0 2-2,0 0-36,2 0-22,11 6 24,7 8 33,0 3 2,-3 4-3,1 0 3,-5 2 1,1 1 7,-2-2-7,-2 1 10,-3-2-3,-2-3-6,-5-2 4,0-5-5,0-1-4,0-1-5,-12-4 9,-9 0 0,-9-5-8,-6 0-71,-10-8-65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48:31.46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0 340 327,'0'0'36,"0"0"-25,0 0-4,0 0 29,35 83 16,-17-58-8,4-1-23,0-3-8,-1-5-12,-4-5 5,-3-5-4,-3-5 7,-2-1 1,6-6 3,-2-15 0,2-7-13,0-6-9,-2-1 2,-4-1 3,-4 6-1,-2 4 5,0 9 5,-3 7 1,0 6 14,0 4 15,0 0-21,0 0-14,0 11-33,0 11 24,3 5 9,10 0-5,5 0 2,6-5 3,1-5-4,1-6 3,-1-7-10,-2-4-3,-1 0 6,3-21 8,-5-10 8,-4-6-8,-5-4 0,-4-3-3,-6-1-10,-1-1 8,0 3 1,0 5 4,-1 6 17,-3 6 19,4 8-23,0 4-13,0 5-1,14 5-12,0 4 10,5 0-9,5 13 9,-1 11 3,4 7 5,-1 1-2,1 2 1,-2 3 0,1 0 1,-5-2-1,0-1-4,-7-2-3,-5-2 3,-6-3 0,-3-6 1,0-3 14,-7-2-2,-14-3 11,-3-5-12,-2-1-3,-6-6-9,-2-1-19,-7 0-92,-6-11-34,-3-16-139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48:32.938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82 1268 212,'0'0'81,"0"0"-19,0 0 38,0 0-66,0 0-34,0 0-4,7 44 4,-1-7 13,0 11 17,0 3 17,0 3-13,-1-1-11,-2-2-9,-3 0-9,0-6-3,0-7 5,0-10-7,0-11-1,0-9-23,0-7-26,0-1-21,0-13 51,-11-20-78,-7-10-189</inkml:trace>
  <inkml:trace contextRef="#ctx0" brushRef="#br0" timeOffset="240">0 1328 69,'0'0'53,"0"0"14,13-76 33,-1 59-27,-4 7-22,2 7-19,-1 3-32,9 3 1,3 17 3,7 11 16,5 7 15,3 7-4,2 2-8,1 1-13,0-3 0,-3-3-10,-3-2 9,-3-5-9,-5-5-7,-6-9-7,-4-7-13,-3-10-22,-4-4-38,-4-14 6,-1-18-11,-3-8-139</inkml:trace>
  <inkml:trace contextRef="#ctx0" brushRef="#br0" timeOffset="525">422 981 125,'0'0'38,"0"0"162,-42-87-136,35 72 16,4 8 1,1 4 17,2 3-60,0 0-38,0 0-5,0 15-32,15 16 32,3 12 5,0 11 22,3 4-10,-5 2 2,2 1 6,-1 1-13,-1-3-2,-4 1-5,4-5-13,-2-6-2,-1-6-34,-4-7-23,2-9 6,-4-8-53,0-14 11,-1-5-112</inkml:trace>
  <inkml:trace contextRef="#ctx0" brushRef="#br0" timeOffset="832">741 1145 350,'0'0'16,"0"0"85,0 0 42,0 0-132,0 0-11,0 0 0,-46 88 7,41-45-4,5-4 2,0 0 7,3-4-12,11-7-2,7-4-2,1-8-2,-2-9 6,2-6 0,2-1 8,-2-8-3,5-16 12,0-6-2,-3-5-8,-8-5-6,-5 2 0,-10 0-1,-1 2 9,0 7-7,-19 5 4,-2 6 11,-5 5-9,3 6-4,0 1-4,7 6-3,-2 0-20,6 0-71,-1 4-92,4 3-141</inkml:trace>
  <inkml:trace contextRef="#ctx0" brushRef="#br0" timeOffset="1216">965 1053 368,'0'0'2,"0"0"31,0 0 38,112-38-36,-72 38 4,-1 0-19,-3 8-18,-3 10-2,-5 4-8,-3 2 2,-10-1 6,-6-4-3,-6-1-15,-3-5 9,0-1 9,-10-4 19,-2-4 2,0-4 3,0 0 4,1-2 3,2-18 9,1-7-39,0-5 26,2-5-10,6 0-7,0 0-9,0-1-1,12 3 0,9-2-22,4 3-35,2 2-16,4 2-31,1 4-28,-4 2-28</inkml:trace>
  <inkml:trace contextRef="#ctx0" brushRef="#br0" timeOffset="1559">1493 726 273,'0'0'21,"0"0"-13,0 0 47,24 94 10,-15-60-6,-3 4-27,5-1-10,-3-2-8,-3-5-5,-1-6-5,-2-9 1,-1-5-4,-1-6-1,0-4-7,0 0 7,0-8 21,0-16-14,-1-11-7,-5-5 0,1-1-10,4 4-6,-1 8 16,2 11 10,0 5-10,0 6 1,0 7 7,0 0-8,3 0-17,9 1 3,6 10 5,2 4 9,-1-2-3,0-4 3,-4 0-12,-3-7 0,-3-2-27,2 0 6,-5-2 27,2-16 6,-2-8 4,-3-3 10,2 0-9,-2 1 11,0 4 3,0 4-1,0 6 0,-3 7 27,2 4 10,-2 3-4,0 0-51,4 0-4,0 11-32,4 12 23,2 5 13,2 5 2,6-1 5,-2 2 0,4-3-6,-1-2-1,-1-3-3,2-5-30,-1-4-16,0-10-20,2-7-106,3-1-45</inkml:trace>
  <inkml:trace contextRef="#ctx0" brushRef="#br0" timeOffset="2168">2296 463 270,'0'0'133,"0"0"-121,0 0 33,-102-23-17,78 26-9,2 21-5,0 12-11,2 7 8,7 5-10,7-2 1,6-6-2,0-6-6,3-8 3,13-6-27,2-8-7,3-8 3,3-4-11,3 0 2,-3-21 11,4-8 9,-4-8-5,1-5-6,-8-1-13,-2 5 47,-9 6 10,-6 9 29,0 8 32,0 6 12,0 5-41,0 3 28,0 1-49,0 0-21,0 8-27,0 12 2,9 8 25,1 2 2,2-1 1,1-2-3,2-4 0,3-5 0,3-4-2,3-6-15,6-8-3,3 0 10,1-16 1,2-14 6,-2-10 3,-10-5 0,-3-8 2,-5-4 0,-7-3 7,-3-3 2,-6 1 1,0 6-12,-1 5 25,-13 7 15,-1 10 2,2 6 10,-2 7 12,6 7-42,1 5 24,3 5-12,3 4-23,2 0-11,0 6-32,0 19-9,3 13 41,9 11 3,0 4-2,4 4 1,-1-1-2,0-1 0,0 0-3,0-3-19,-3 0-51,0-4 20,0-4-26,0-9-19,4-10-16,1-11-49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48:35.930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37 569 200,'0'0'29,"0"0"88,0 0-34,0 0-51,0 0-32,0 0-19,-6 39 19,6 4 19,5 8 16,1 6 5,0 0-24,-1 1-5,2-1-2,-1-7-9,-3-4 3,0-11-3,0-7 0,-2-9-5,1-11 1,1-2-4,-3-6-5,0 0 13,0-19 14,0-11-14,0-7-13,0-10 8,0-4-15,0-3 20,7 1 1,10 4-1,2 6 2,-1 9-2,1 9 1,-5 8 3,1 8-4,0 5 0,2 4-3,4 0 1,3 12 4,5 13-6,-7 10 8,-1 6-4,-9 5 5,-8 2-5,-4-2 3,0-4 1,-18-1 0,-13-5 1,-8-8 1,-6-7 9,-2-9-14,5-7 7,3-5 5,8-5 6,5-12-6,9-3 14,5-2-26,4 5 26,8 6 3,0 4-15,0 4 5,0 1-20,0 2 0,0 0-30,9 0 21,12 2 9,4 5 11,4 3-11,9 0 12,0 3-4,-1-3-6,-4-2-2,0-4-3,-5-4-21,-1 0 11,-2-9 1,-1-13 9,-1-8-5,-4-3-3,-3-7 9,-2-3 1,-7-6 1,-1 0 10,-4-1-9,-2 6-1,0 4 25,0 8 6,-3 8 0,0 8-11,0 9 6,1 4 2,2 3-24,-1 0-4,1 6-29,0 17-36,0 9 65,0 6 3,0 2 3,3-3-6,10 0-1,4-3-3,0-4-5,0-7-10,-1-8-1,-4-5-5,0-6 11,-3-4-28,2 0 25,3-10 17,3-14 1,5-6 7,-4-5-8,-1-3 0,-3-2-2,0 0-5,-3 1 2,-3 6 10,-2 3-5,-3 7 18,-1 8 10,-2 5-1,0 6 17,0 3-16,0 1-28,0 1-13,0 20-37,1 7 38,4 8 12,-1 0 3,1 2-3,-1-3 0,4-2 0,-2-3 2,1-6 2,2-3-4,-2-6-1,1-5-2,-2-4-4,6-5 0,-2-1-7,8-4 14,2-16 14,3-7 0,0-5-14,-5-5-2,1-3-6,-2-7-5,-3-4 5,-3-4-6,-1 3-6,-8 5 13,-2 9 7,0 10 12,-12 7 12,-5 5 3,1 8-11,1 2-7,2 6-6,4 0-3,0 9-12,3 12 9,5 4-5,1 2-7,4 0-18,15-1 17,8-2-10,0-1 13,4-3 0,-1-5 4,-2-2-5,-4-3-4,-6 0 17,-6-2 0,-4 4-4,-5 0-6,-3 2-1,0 4 9,0 2 3,-8 2 7,1-2 5,4-1-10,3-2-1,0-3 2,0-2-6,0-2 6,3-5-6,7-2 3,-1-3 0,6 0 5,3-4 26,4-15-7,2-5-7,2-7-10,1-7 2,-1-7-1,3-7 2,-4-2-7,-3 2-3,-8 6 0,-10 6 6,-4 6 21,0 3-14,-15 7 20,-1 7-4,4 7-8,6 8-8,3 2-13,3 0-13,0 0-36,0 12 11,0 8 17,6 5-3,11 1-1,5 0 7,6 0-4,0-2 12,-1 1 6,-4-1-5,-2-1 8,-5-3 1,-4-1-4,-3-1 4,-2-1-1,-7 2-12,0 0 1,0 0 12,-19-1 2,-2-1 0,-7-3 9,2-4-6,2-1 8,4-6 7,3-3-2,7 0-6,1 0-2,3 0 0,4-2 2,2 0-10,0-1 1,0 1-3,0-1-8,11-1-9,11-3 14,8-2 3,3-2 9,3-6-8,-2-4 0,6-4 2,-3-8 3,-4-2-6,-7-3 0,-4-2 4,-6-1-3,-5-2 2,-5-5 1,-3-4-4,-3-2-8,0 3 0,0 3 8,-1 12 8,-7 7 19,2 9 15,3 11 12,1 3-16,1 5-8,1 1 4,-2 0-34,2 4-32,0 17-16,0 11 43,0 12 5,0 6 0,0 3 4,0 4 0,0-5-2,0-2-2,0-1 0,2-5 0,-1-4-6,-1-6-11,0-7-10,2-9-9,-1-5 0,2-6-1,2-7-3,11 0-78,2-10-48</inkml:trace>
  <inkml:trace contextRef="#ctx0" brushRef="#br0" timeOffset="2280">1610 304 637,'0'0'32,"0"0"49,0 0-71,0 0-2,0 0-8,140-41 9,-65 25-9,-2-4-14,-6 0 5,-12 1 8,-9 3 1,-16 2 1,-13 2 7,-10 5-3,-7 3 8,0 1-6,0 3-7,0 0-47,-9 0-54,-6 10-65,-4 4-15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1:03.198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949 562 289,'0'0'0,"0"0"11,0 0 26,0 0 14,0 0-16,0 0 0,0 0 19,0-13 17,0 13-15,0 0-9,0 0-12,0 0-11,0 0-9,0 0-15,0 0 0,0 0-6,0 4-6,0 9 10,0 1 2,3 3 6,2 2 5,-2 3-8,2 1 5,0 0-6,0 4 3,-2 0-2,1 3-1,-2-1-1,-1 1 3,1-2-2,1-3-2,-3 0 6,1-4-6,-1 0 0,0-4 0,0-5 2,0-3 0,0-3-2,0-3 0,0-1-2,0 0 2,0-2-4,2 0 1,-1 1 2,2 1-2,3-1-2,-3 1-1,5-2 6,-1 1 0,5-1 0,0 0 0,2 0 4,2 0-3,3 0 1,-2-1 2,3-7-4,0 0-4,1-1 4,-2-2-4,1 0-4,-3 1 4,-3 1 0,-2 3 4,-3-1 3,-3 1-2,-2 2-1,2-4 1,-3 3-1,0-5 0,0 0 4,-1-2-4,1 0 1,-2-2-1,-1-1 0,0-1-1,0-1 2,0 1 6,0 4-4,0-2 1,-1 1-1,-7 0 3,2 0-2,-1-1-1,2-1-1,-1 1-2,2 1 7,1 3-7,0 2 0,1 2 2,1 2-1,-2 1 4,3 3-3,-1-2 0,-1 2 3,2 0 3,0 0-6,0 0-1,0 0 2,0 0 2,0 0-5,0 0 0,-3 0-3,3 0 6,0 0-6,0 0 6,0 0-1,0 0-2,0 0 1,0 0-1,0 0 2,0 0 2,0 0-4,0 0-1,0 0-2,0 0 6,0 0-3,0 0 0,0 0-3,0 0 1,0 0 0,0 0 2,0 0 0,0 0 0,0 0-2,0 0 1,0 0 0,0 0 1,0 0 0,0 0 0,0 0-5,0 0 4,0 0 0,0 0 1,0 0-2,0 0 2,0 0 0,0 0 0,0 0-4,0 0 4,0 0 4,0 0-4,0 0 1,0 0-6,0 0 9,0 0-8,0 0 3,0 0 1,0 0 6,0 0-6,0 0 0,0 0 0,0 0 0,0 0 0,0 0 0,0 0 0,0 0-3,0 0 3,0 0 3,0 0-3,0 0-5,0 0 5,0 0 5,0 0-5,0 0 1,0 0-5,0 0 7,0 0-3,0 0 0,0 0-1,0 0 1,0 0 0,0 0 0,0 0 0,0 0 1,0 0-1,0 0-1,0 0-3,0 0 4,0 0 0,0 0 2,0 0-2,0 0 0,0 0 0,0 0-1,0 0 0,0 0-1,0 0 2,0 0 1,0 0-1,0 0-1,0 0 1,0 0 0,0 0 0,0 0-1,0 0 1,0 0 1,0 0 0,0 0 0,0 0-1,0 0-1,0 0 1,0 0 1,0 0-1,0 0-7,0 0 6,0 0-3,0 0-2,0 0 6,0 0 0,0 0 1,0 0-1,0 0 0,0 0 0,0 0 0,0 0 0,0 0-4,0 0 8,0-1-5,0 1 1,0 0-5,0 0 4,0 0 1,0 0-1,0 0 1,0 0 0,0 0-3,0 0 3,0 0 0,0 0-1,0 0 1,0-1-2,0 1 2,0 0-2,0 0 0,0 0 1,0 0-1,0 0 2,0 0 1,0 0-1,0 0-1,0 0 1,0 0 1,0-2-1,0 2 0,0 0 0,0 0 0,0 0-1,0-1 1,0 1-2,0 0 2,0 0 0,0 0 2,0 0-2,0 0 0,0 0 0,0 0 0,0 0 0,0 0-6,0 0 6,0 0 7,0 0-7,0 0-3,0 0 3,0 0-3,0 0 9,0 0-6,0 0 0,0 0 0,0 0 0,0 0-1,0 0 1,0 0 0,0 0 1,0 0-2,0 0 2,0 0-5,0 0 5,0 0-4,0 0 5,0 0-4,0 0 2,0 0-1,0 0 1,0 0-1,0 0 0,0 0 1,0 0-3,0 0 3,0 0 0,0 0-2,0 0-1,0 0 0,0 0 1,0 0-3,0 0 3,0 0-1,0 0 0,0 0 3,0 0-3,0 0 3,0 0-2,0 0-2,0 0 0,5 5 6,0 3-4,0 0 2,-1 2-5,1 1-1,1 3 5,0 3 2,1 2-1,1 2 0,-2 3 0,-2 1 1,1 1 2,0 1 0,0-1-2,-1-3 0,-2-1 3,4 0-3,-3-6-1,2 1 3,-1-5 1,-3-4-3,-1-2-1,2-5 1,-2 2-1,1-3 0,-1 0 2,0 0 1,0 0-3,0 0 1,0 0 0,0 0 7,0 0-8,0 0 2,0 0 3,2 0-4,-2 0 0,0 0-1,0 0 0,0 0-3,0 0 1,0 0 2,0 0 1,0 0-1,0 0-1,0 0-6,0 3 3,0 0 4,3 3 4,-2 2-2,2-1-2,-1 0 0,-1 1 0,1-2 0,-1-2 1,1 0-2,-1 0 2,1 4-1,-1-1 0,2 1 1,0 2 2,-3 2-1,3-2-2,0 1-4,-3 0 4,5-3 2,-4 1-1,1-4-1,-2 1 5,1-3-5,-1-2 0,2 1 2,-2-1-2,0-1 1,0 0-1,0 0 2,0 0-2,0 0-1,0 0 1,0 0-1,0 0 3,0 0-4,0 2 1,0-2 1,0 0 0,0 0 1,0 0 1,0 1-2,0-1 2,0 2-3,0 0 1,0 1 0,1 2 1,-1-3-1,2 4 0,-1-2 0,-1 0-2,2-1 2,-2 0 0,1 0 0,1 1 0,-2-1-1,1 1 1,1-1 4,-2-2-4,0 0 0,0-1 0,0 0 2,0 0-2,0 0 1,0 0 10,2 0-10,-2 0 9,0 0-6,0 0-4,0 0-4,0 0 4,0 0 3,0 0-3,0 0 0,0 0 0,0 0-1,0 0 1,0 0 1,0 0-1,0 0-1,0 0-1,0 0 2,0 0 2,0 0-1,0 0-1,0 0 0,0 0 3,0 0-1,0 0-2,0 0-1,0 0 1,0 0 1,0 0-1,0 0 0,0 0-2,0 0 2,0 0 1,0 0-1,0 0 0,0 0-4,0 0 8,0 0-3,0 0-1,0 0 0,0 0 0,0 0 0,0 0-2,0 0 2,0 0 2,0 0-2,0 0 2,0 0-2,0 0 0,0 0 1,0 0-1,0 0 1,0 0-2,0 0 3,0 0-2,0 0 1,0 0-2,0 0-1,0 0 2,0 0 0,0 0 4,0 0-4,0 0 0,2 0 0,-2 0-3,0 0 3,0 0 1,0 0 1,0 0-2,0 0-2,0 0 2,0 0 1,0 0 0,0 0-1,0 0 0,0 0-1,0 0 0,0 0 1,0 0 1,0 0 2,0 0-3,0 0 2,0 0-1,0 0-1,0 0-1,0 0-3,1 0 5,-1 0-1,0 0 0,0 0-2,0 0 2,0 0 0,0 0 0,0 0 0,0 0 0,0 0 5,0 0-4,0 0-1,0 0-6,0 0 6,0 0-3,0 0-1,0 0 3,0 0 1,2 0-1,-2 0 0,0 0 1,0 0 0,0 0 1,0 0-3,0 0 4,0 0-3,0 0 1,0 0-1,0 0 1,0 0-6,0 0 6,0 0 2,0 0 1,0 0-3,0 0 0,0 0 0,0 0 0,0 0 0,0 0 0,0 0-2,0 0 0,0 0 2,0 0 0,0 0 0,0 0-1,0 0 1,0 0 1,0 0 0,0 0-1,0 0-1,0 0 0,0 0 1,0 0 0,0 0 0,0 0 0,0 0 0,0 0 0,0 0 2,0 0-2,0 0 0,0 0-3,0 0 3,0 0 2,0 0-2,0 0-4,0 0 4,0 0 3,0 0-1,0 0-2,0 0 0,0 0-2,0 0 2,0 0 0,0 0 1,0 0-1,0 0 0,0 0-2,0 0 2,0 0 0,0 0-1,0 0-2,0 0 2,0 0-3,0 0 3,0 0-13,0 0-3,0 0-11,0 0-17,0 0 0,0 0-2,0-1-13,0-6-45,0-1 21,-2-3 4,-3-2-54</inkml:trace>
  <inkml:trace contextRef="#ctx0" brushRef="#br0" timeOffset="4935">399 855 42,'0'0'0,"0"0"6,0 0 2,0 0 8,0 0-12,0 0 5,0 0-2,-24-34 14,24 34 15,0 0 12,-1 0 7,1 0-6,0 0-8,0 0-12,0 0-4,0 0-2,0 0-13,0 3-7,11 13 15,3 7 47,4 9-36,-3 5 20,1 3 6,4 3-26,-1 0-7,-1-1-3,3-3-8,-2-2 0,2-4-7,-3-3-2,-4-6-1,-1-3 0,-7-4 4,-2-2-4,-1-2-2,0-3-10,-1-4-10,2-3-28,-4-3-16,3 0-22,-3 0 2,0-10 18,3-12-40,-3-3 1,0-1 0</inkml:trace>
  <inkml:trace contextRef="#ctx0" brushRef="#br0" timeOffset="5424">657 735 132,'0'0'30,"0"0"-19,0 0 67,0 0-11,0 0-32,0 0-22,-12-15 2,12 15-1,0 0-7,0 0-7,2 11 5,10 8 18,4 4 32,5 8-25,-2 6 9,1 2-7,-1 3-2,-1 1 19,-2-2-30,-1-2-11,0 1-6,-3-3-1,0-3 1,0-4-2,-3-5-1,-3-4-7,6-4-11,-6-4-16,1-8-13,-1-5-60,-1 0-37,-5-18-60</inkml:trace>
  <inkml:trace contextRef="#ctx0" brushRef="#br0" timeOffset="5939">1531 64 235,'0'0'63,"0"0"-35,0 0 65,0 0-19,0 0-40,0 0-3,-46-46 4,34 41-5,-6-1-1,-1 2-6,-7 1-4,0 3 11,-3 0-13,-2 0-4,-2 0 3,-1 0 7,-4 0-13,0 6 7,-4 1-15,0 3 2,4 0 5,-1 0-6,0 2 2,1 1-3,0 1-1,-4 4 6,3 1-6,-7 3-1,-5 2 1,-1 1-2,-3 1 1,4 1 0,3-1 0,8 6-2,1 0 2,2 5 0,3 2 1,1 2-1,3 0-6,2 0 6,1 0 0,3 1-2,3 2 0,-1 4 2,-1 4 0,2 3-5,-1-1 4,-2-3 1,2-4 3,1 0 1,0-5-4,9-2 0,0-3-1,6 0-5,5-4 0,1 2 0,0 1 1,0-1 5,7 0 0,5 1-2,0-1 1,4-1 0,-1-1 1,3 2-3,3 0 3,3-1-1,4 0-3,5-2 2,3-1 2,4-1-1,5-2 1,4-3 0,-1-3-2,10-3 1,3-3 1,5-7 4,1-3-4,-4-5 4,-5-1 4,3 0-7,-1-5 8,4-12-9,2-5 1,-1-7 0,1-3 0,-4-5 3,-2-5-3,4-2 3,-3-1-1,-1 1-1,0 2 1,-1-2 1,0 0-1,6-2-3,-1-1 1,-1 1 2,-6 2-2,-12 2 0,-11-1 2,-6 0-1,-4-3 5,-6 0-6,-2-2 0,-5-6 3,2-2 5,-4-4-1,-3 3-8,-1 2 2,-4 5 6,-1 1-4,0-2 6,-1 2 1,-13-2 4,-5 3 7,-1 6 3,-3 3-16,-3 7 19,1 4-3,-3 1-10,-5 3-9,0 3 1,-1 1-7,-1 5-1,2 0 1,-1 5 0,0 3 0,-6 4-4,-1 3 1,1 0 0,-2 0 1,2 0-10,1 9-15,3 1-11,5 1-16,7 2-42,5 1-20,5 4-64,1 2-40,-2 3-28</inkml:trace>
  <inkml:trace contextRef="#ctx0" brushRef="#br0" timeOffset="7246">1485 467 426,'0'0'1,"0"0"54,0 0 26,0 0-68,0 0-13,0 0-11,0 17-14,2 10 25,6 7 30,1 3-4,-1 2-1,4 2-4,-3-2-6,-2 0-7,-1-4-4,-3-4 4,3-6-6,-6-6-1,3-7 1,-3-6 0,0-5 0,0-1 2,0 0 9,0 0 15,0-11 3,0-9-30,0-7 0,0-1-1,0 0 0,0 1-2,0 4 2,0 5-1,8 3 0,-2 4 2,3 1 0,2 0-1,3 1-8,2 3 6,2 5-4,2 1-7,-1 0 7,-4 4 3,4 11-7,-5 0 7,-1 2 1,-7 1 2,2 3 3,-8 1-3,0 2 4,0-2-4,-11 1 10,-4-3-3,0-5-4,-4-5 3,5-3-6,-3-4-12,-1-3-7,6 0-27,1-2-23,5-10-24,2-5-32,4-3-42,0-3 7</inkml:trace>
  <inkml:trace contextRef="#ctx0" brushRef="#br0" timeOffset="7815">1757 546 334,'0'0'81,"0"0"-48,0 0 45,0 0-59,0 0-19,0 0-11,10 37 11,-1-9 17,-3 3 19,-3 0-17,0-1-12,0-3-4,-3-3-3,0-3-2,0-5-24,0-3-31,0-7-38,0-6-54,-3 0-10</inkml:trace>
  <inkml:trace contextRef="#ctx0" brushRef="#br0" timeOffset="8214">1840 233 503,'0'0'9,"0"0"78,0 0 2,0 0-75,0 0-14,0 0-22,5 14 7,5 11 15,5 11 10,-6 3 4,3 7-2,-2 1-3,-2 0-1,-1-1 1,-2-3 0,2-7-8,4-2-1,-2-5 1,2-7-2,0-4 1,1-5-6,-2-3 2,-4-5 0,-3-4-4,2-1-1,-1 0 7,8-14 2,5-12 4,2-9 4,2-6-7,-5-1-1,-1-2-1,-6 3 1,-3 4 0,-3 7 6,-3 5-4,0 4 8,0 6 0,-7 0-2,-1 7 2,1 2-4,4 3 5,1 3-11,-1 0 7,0 0-7,-1 3-1,-1 13-6,1 4 2,2 2 2,2 2 0,0 0-6,0 0 1,12-3 8,6-2-4,2-3 2,3-1 2,3-2 0,-5-2-3,3 0 3,-5 0 0,-4-1 1,-3 3-3,-3-3 4,-5 0 1,-2 0-2,-2-3 2,0 0-2,0-2-1,-9 0-2,-15-4-20,-7-1-83,-13-1-140</inkml:trace>
  <inkml:trace contextRef="#ctx0" brushRef="#br0" timeOffset="8874">1852 367 755,'0'0'39,"0"0"-27,0 0 74,0 0-77,0 0-8,0 0-2,85-33 0,-46 24-2,0-1-41,-2-1-37,-7-5-53,-11-3-104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0-08-17T04:59:37.851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</inkml:trace>
  <inkml:trace contextRef="#ctx0" brushRef="#br0" timeOffset="40798">9595 4339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18:16.185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0 300 627,'0'0'5,"0"0"-5,0 0-8,0 0 1,0 0 7,52 99 12,-35-49-3,-1 4-1,-2-2-4,-5-3 1,-2-7 2,-1-8-7,-6-9 7,0-10-14,0-8 9,0-7-2,0 0 8,-3-29 17,-12-16-25,-1-13-16,-2-1 13,6 2 3,0 11 21,3 5-1,6 5-10,3 7 0,0 3-7,22 1-6,8 3-4,6 2 4,6 6 3,1 5 0,2 9-5,-3 0 3,-1 14 1,-5 12-3,-4 9-7,-6 7 8,-7 3 1,-8 6 2,-9-4-5,-2-3 5,-11-4 0,-17-6 4,-11-3-3,-6-5 13,-5-6 10,2-6-7,5-7-8,10-7 4,9 0 0,9 0-10,6-9 6,0 1-9,5-1-24,1 2-29,3-1-35,0-4-175</inkml:trace>
  <inkml:trace contextRef="#ctx0" brushRef="#br0" timeOffset="575">712 327 878,'0'0'0,"0"0"-57,0 0 57,-99-4 0,79 30 0,3 7-2,5 2-4,12-1-23,0-4-3,9-9-16,14-7 15,2-10-10,5-4 15,-2-2 25,0-18 0,-2-5 3,-8 4-1,-5 6 2,-10 5 0,-3 7 24,0 2 11,0 1 0,0 0-29,0 0-7,0 0-13,0 8 12,0 8 0,0-1 1,5 2 0,7 0-2,2-2 2,7-3-7,3-2-8,6-9-2,3-1 10,4-3 5,-4-22 2,-2-10-6,-5-9 2,-7-8 4,-10 0 4,-5 1 4,-4 4 9,0 5 9,-13 4 12,-2 2-17,2 7 22,-1 2-29,4 7-1,4 9-5,3 4 7,3 5-10,-3 2-5,3 0-16,0 14-9,0 16 21,-6 11-9,-3 9 13,-3 3 1,3 0 7,3-4-8,6-5-3,0-6-13,3-7-29,12-6-6,6-8-5,3-6-60,4-9-50,2-2-132</inkml:trace>
  <inkml:trace contextRef="#ctx0" brushRef="#br0" timeOffset="1185">1327 220 541,'0'0'28,"0"0"-21,0 0 59,0 0-12,0 0-25,0 0-23,-90-27-6,78 51-1,3 3 1,8-1-11,1 1-9,7-6-22,17-3 15,3-9-13,4-6 9,-1-3 19,-6 0 0,-2-15-3,-8-2 15,-8-2 0,-5 3 11,-1 5 33,0 3 8,0 2-15,0 4-16,-1 0-9,1 2 1,0 0-13,0 0-10,0 7-1,0 11 8,0 6 3,0 5 2,0 0 0,0 4-2,0-1 0,0-4-12,0-2-37,4-11-67,2-7-5,2-8-205</inkml:trace>
  <inkml:trace contextRef="#ctx0" brushRef="#br0" timeOffset="1634">894 80 435,'0'0'307,"0"0"-307,0 0-21,0 0 2,0 0 16,118-25 6,-62 16 11,0 0-3,-1 1 11,-6 1-21,-4 0 4,-11 1-4,-8 2-1,-10 1 1,-10 2 4,-3-1-2,-3 2 28,0 0 15,0 0-13,0 0-27,0 0-6,0 0-16,0 0-91,0 0-14,-9 12-86,-7-4-17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44:01.980"/>
    </inkml:context>
    <inkml:brush xml:id="br0">
      <inkml:brushProperty name="width" value="0.03528" units="cm"/>
      <inkml:brushProperty name="height" value="0.03528" units="cm"/>
      <inkml:brushProperty name="color" value="#EA700D"/>
      <inkml:brushProperty name="fitToCurve" value="1"/>
      <inkml:brushProperty name="ignorePressure" value="1"/>
    </inkml:brush>
  </inkml:definitions>
  <inkml:trace contextRef="#ctx0" brushRef="#br0">58 14 532,'0'0'217,"0"0"-154,0 0-48,0 0 28,0 0-2,0 0-39,0 0 11,-18 0 13,18 0 1,-3 0-17,3 0-10,-1 0 0,-3 0 0,-1 0 0,-1 0-4,-3-1-41,0-2-70,6-1-41,3-2-150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44:02.901"/>
    </inkml:context>
    <inkml:brush xml:id="br0">
      <inkml:brushProperty name="width" value="0.03528" units="cm"/>
      <inkml:brushProperty name="height" value="0.03528" units="cm"/>
      <inkml:brushProperty name="color" value="#EA700D"/>
      <inkml:brushProperty name="fitToCurve" value="1"/>
      <inkml:brushProperty name="ignorePressure" value="1"/>
    </inkml:brush>
  </inkml:definitions>
  <inkml:trace contextRef="#ctx0" brushRef="#br0">233 370 30,'0'0'43,"0"0"28,87-45-49,-71 32-22,-4-2 0,-4 0-29,-4 0-83,-2-4 87,-1-2 25,1-7 18,5-4 39,-1-3 59,-2 5 10,-4 1-27,0 7-63,-9 5-36,-14 1-13,-7 5 11,-2 6-5,-3 5-2,-1 0-2,0 0 8,0 12-1,5 1-2,0 4 4,2 0-9,1 3-59,2 1-99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44:04.101"/>
    </inkml:context>
    <inkml:brush xml:id="br0">
      <inkml:brushProperty name="width" value="0.03528" units="cm"/>
      <inkml:brushProperty name="height" value="0.03528" units="cm"/>
      <inkml:brushProperty name="color" value="#EA700D"/>
      <inkml:brushProperty name="fitToCurve" value="1"/>
      <inkml:brushProperty name="ignorePressure" value="1"/>
    </inkml:brush>
  </inkml:definitions>
  <inkml:trace contextRef="#ctx0" brushRef="#br0">0 946 556,'0'0'59,"0"0"-46,0 0-2,0 0-11,3-82 0,2 72-2,-1 5 2,-4 2 6,0 3-3,0 0-1,0 0 20,0 0 1,0 0 11,0 0 1,0 0-11,0 0 6,0 0 15,0 0 12,1-2-11,-1 1-2,2-5-11,1-2-9,1-5-7,5-6-10,3-4-1,11-8 1,7-8-5,7-6-1,12-7 1,8-7 4,1-5-3,3 1 1,0 2-1,-3 5 7,-2 4-7,-3-1 0,-2 4-2,-3 4-1,-8 5-3,-9 13 1,-13 7 1,-9 11 1,-6 4 0,-3 5 0,0 0-5,0 0-13,0 0 6,0 0-16,0 0-9,-7 3-24,-5 8-1,-2 2-60,-2 0 7,4-3-32,-4-4-144</inkml:trace>
  <inkml:trace contextRef="#ctx0" brushRef="#br0" timeOffset="584">431 10 506,'0'0'75,"0"0"22,0 0-3,0 0-39,0 0-45,0 0-7,-10-7-3,10 7-6,7 0 6,11 0 3,5 0 48,9 0 0,4 0-12,-2 0-4,-1-1-17,-2-1-4,-4 2-8,0 0 0,-6 0-5,-5 0-2,-5 0 1,0 0 0,-6 0-1,0 0-2,-2 4-4,-2 5-4,-1 5 3,0 6 8,0 7 4,0 4 4,-9 3 6,-7-2-9,4-1 2,-3-1-2,5-3-5,-1-5 0,4-4-11,2-5-32,4-4-49,1-5-34,0-4 3,0 0-189</inkml:trace>
  <inkml:trace contextRef="#ctx0" brushRef="#br0" timeOffset="1403">1123 578 447,'0'0'85,"0"0"-24,0 0 25,0 0-47,0 0-20,0 0-14,-3-42 3,-2 33 3,-1-3 15,-4 0 13,-1 1 1,-3-2 5,-4 1-16,2 4-7,-5 1-2,0 2-18,-3 1 7,0 3-9,-1 1 0,-2 0 4,-1 0 1,-3 0 0,-1 0 0,1 0-1,1 0 7,-3 0 3,2 3 2,0 2 1,1 2-11,1 2 5,4 1-6,-1 0-4,1 1 2,0 3-1,-2 0 2,0 3-4,3-1 3,2 2-3,1-1 0,4 3 2,1 1-2,1 4 1,-1 8 3,1 3 0,-3 3 5,7-3-3,3-3 8,3-4-12,5-4 1,0 0-2,0-1 11,3-3-11,10 1 2,3 4 1,4-1 8,4 3-3,1 2 0,3 3-3,3-5-3,4-1-3,3-2 1,4-2 4,5-7-10,6-3 11,8-7-1,7-6-2,1 0 4,0 0-3,-2-6-1,-3-4-2,-3 0 2,-4 3 0,-4-2-2,-6-1 0,-3 0 2,1 0 0,0-6 2,-2-1-4,3-4 0,-5-1-1,-4-4-2,-4 2 2,-6-1 5,-5-2 1,-4-3 19,-2-3 11,-3-4-16,-2-4-13,-6-1 5,-4-1-3,-1 0-7,0 0 6,-9 1 0,-10-1 3,-8 3 9,-3-3-1,-4 5-6,-3 1 0,-2 5-1,-3 7-3,2 3-1,-1 4-5,3 5-3,-1 2-3,0 4 2,-4 0 2,0 0-2,-2 3 2,-3 0-2,6 2 1,2 2 0,6 0-5,6 0-6,1 0-19,3 9-12,-3 5-23,0 8-33,3 6-31,2 5 8,10 2-116,4-2-49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44:13.792"/>
    </inkml:context>
    <inkml:brush xml:id="br0">
      <inkml:brushProperty name="width" value="0.03528" units="cm"/>
      <inkml:brushProperty name="height" value="0.03528" units="cm"/>
      <inkml:brushProperty name="color" value="#EA700D"/>
      <inkml:brushProperty name="fitToCurve" value="1"/>
      <inkml:brushProperty name="ignorePressure" value="1"/>
    </inkml:brush>
  </inkml:definitions>
  <inkml:trace contextRef="#ctx0" brushRef="#br0">1377 0 55,'0'0'109,"0"0"-85,0 0-13,0 0-11,0 0-99</inkml:trace>
  <inkml:trace contextRef="#ctx0" brushRef="#br0" timeOffset="7335">0 410 295,'0'0'236,"0"0"-236,0 0-30,0 0-202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44:19.265"/>
    </inkml:context>
    <inkml:brush xml:id="br0">
      <inkml:brushProperty name="width" value="0.03528" units="cm"/>
      <inkml:brushProperty name="height" value="0.03528" units="cm"/>
      <inkml:brushProperty name="color" value="#EA700D"/>
      <inkml:brushProperty name="fitToCurve" value="1"/>
      <inkml:brushProperty name="ignorePressure" value="1"/>
    </inkml:brush>
  </inkml:definitions>
  <inkml:trace contextRef="#ctx0" brushRef="#br0">49 61 434,'0'0'88,"0"0"-75,0 0 53,0 0-24,0 0-42,0 0 1,5 0 4,-4 5-5,-1 6 9,0 5-1,0 4-7,0 3 4,-4 6 2,-5 2-7,-3-2-1,1 1-6,1 0-32,3-4-59,5-6-77,2-9-184</inkml:trace>
  <inkml:trace contextRef="#ctx0" brushRef="#br0" timeOffset="308">272 21 455,'0'0'58,"0"0"-58,0 0 0,0 0 0,0 0 7,0 0 15,0 59 12,0-39 11,0 1 7,0-3-33,0 0-5,0 1-6,-2 1-5,1-1-2,-2 1-1,0 0-8,-2 0-32,4-5-83,-1-1-21,2-7-164</inkml:trace>
  <inkml:trace contextRef="#ctx0" brushRef="#br0" timeOffset="660">545 80 465,'0'0'79,"0"0"-54,0 0 57,0 0-70,0 0-12,0 0 0,0 24 23,0-3-2,3 0-1,10-1-11,6-3-5,4-4 2,-1-2-3,5-5 0,3-4 2,0-2 2,0 0-7,-5-13 0,-3-7-14,-4-6-4,-6-1-18,-7-2 6,-5 2 0,0 4 30,-6 2 27,-6 7 25,3 4 8,4 6 4,4 3-4,1 1-46,0 0-14,0 4-17,0 14-7,-2 7 24,1 4 22,-1 2-4,-2 1 3,1-1-5,0 1-12,0-2-3,0-1 3,0-1-2,1-3-4,2 2 2,0-3-27,0 1-18,0-1-89,2-1 28,10-9-104</inkml:trace>
  <inkml:trace contextRef="#ctx0" brushRef="#br0" timeOffset="1162">1135 46 447,'0'0'119,"0"0"-98,0 0 1,0 0-21,0 0 6,0 0 43,-10 89-14,0-54-3,1-2-7,3-4-2,1-5-13,1-5 11,2-9-21,1-5 0,1 0 2,0-5-2,0 0 3,0 0 11,0 0 15,0 0-8,7-10-22,8-6 0,6 2-10,0 1-1,1 3 8,-2 3 3,-5 0 0,2 4-3,2 1 7,-2 0-7,3 2 4,-1 0-1,-1 6 0,-3 9-2,-5 5-12,-5 4 14,-5 4 2,0 0 0,0 2 46,-5-4-36,-8-4 9,-1-8-8,-2-4-13,0-4 5,-1-5 1,1-1 0,-2 0 3,1-8-9,3-9-8,8-4-97,6-2-98,0 3-190</inkml:trace>
  <inkml:trace contextRef="#ctx0" brushRef="#br0" timeOffset="1672">1459 290 650,'0'0'96,"0"0"-84,0 0 11,0 0-18,0 0 5,0 0 0,0 77-5,-4-61-2,-4 1-3,1-7-23,-1-6-66,1-4-71,3 0-105</inkml:trace>
  <inkml:trace contextRef="#ctx0" brushRef="#br0" timeOffset="2040">1723 36 588,'0'0'72,"0"0"-22,0 0-22,0 0-28,0 0 0,0 0 31,-6 74 9,2-45 15,-3 2-33,-1 1 0,-1 1-12,0-3 12,2-3-8,1-2 5,3-5-10,3-3-7,0-4 0,0-4-2,0 0 3,0-4-3,16-5 1,4 0-1,8 0 13,6-12-7,1-11-6,0-4-7,-6-1 0,-4 0-6,-6 4 13,-8 4-1,-2 2-7,-5 4-2,-4 0 0,0 2-7,0 2 7,0 3 3,0 3 4,-7-2 0,2 3 2,-2 3-4,-2 0 0,-3 0 3,2 3-1,-1 6 3,4 1-4,4-2-6,3 1 4,0-1-10,0 2 16,16 1 11,5 2 6,0 1-13,1-1 0,-3 1-1,-5 2-3,-2-2 3,-3 0-3,-5-3 0,-2-3 3,-2-1-3,0-1 6,0 0 4,0 1-2,-9 3 3,-6-4-9,-2-1 4,-3-1-6,-4-4-12,-1 0-41,-2 0-25,1-5-39,1-5-34,1-3-70</inkml:trace>
  <inkml:trace contextRef="#ctx0" brushRef="#br0" timeOffset="2768">1635 66 577,'0'0'97,"0"0"-8,0 0 58,0 0-95,0 0-50,0 0-2,111-24 5,-65 24-2,0 0-1,-2 0-1,-9 0 3,-2 3-3,-4-3 0,-9 0 0,-4 0 0,-8 0 0,-5 0 8,-3 0 5,0 0 16,0 0 0,0 0-11,0 0-9,0 0-10,0 0-13,0 0-12,0 0-42,-3 5-86,-7 5-20,-1 0-141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44:07.312"/>
    </inkml:context>
    <inkml:brush xml:id="br0">
      <inkml:brushProperty name="width" value="0.03528" units="cm"/>
      <inkml:brushProperty name="height" value="0.03528" units="cm"/>
      <inkml:brushProperty name="color" value="#EA700D"/>
      <inkml:brushProperty name="fitToCurve" value="1"/>
      <inkml:brushProperty name="ignorePressure" value="1"/>
    </inkml:brush>
  </inkml:definitions>
  <inkml:trace contextRef="#ctx0" brushRef="#br0">2007 915 352,'0'0'0,"0"0"-38,0 0-8,-100-69-14,69 55-19,-1 1 44,1 0 35,-2 0 0</inkml:trace>
  <inkml:trace contextRef="#ctx0" brushRef="#br0" timeOffset="306">1606 635 304,'0'0'65,"0"0"-27,0 0 50,0 0-11,0 0-1,0 0-23,23-63-4,-18 56 12,-1-3 7,0 0-26,-1 0-23,1-4-13,-4 0-1,0-1 0,0 0-4,0 0-1,0-2 5,0 1-5,0-2 9,0 0-5,-11-2-4,-4-2 0,-5 0 8,-9-2-1,-4-1-2,-4-1 7,-2 3 9,-1-2-9,0 5-12,4 3 12,-2 2-8,-2 4-2,3 1-2,1 2 0,3 3 0,0 1 0,-4 1 0,-13-4 4,-9 0 2,-2-2 10,2 2-6,4 3-8,0 3 3,5 1-4,1 0-1,7 0 0,4 0 1,4 0-2,0 0 2,-2 7-2,2 3 0,-8 5-2,-5 4 3,-2 2 0,3 3 0,11 3-2,3-2 1,7 3 1,2-4 1,4 0-1,1 2-1,5 0 1,-1 7 2,-1 2 4,0 8-6,-1-1 1,4-1-1,0 0 2,9-5-2,3 1 6,0-2 2,8 1 11,10-2-2,5 2-6,3 3-5,5 0-1,3-1 0,2-2-1,5 0-1,2-2-1,3-2 4,5-5-1,5-3-5,5-2 9,4-5-4,0-2-3,-1-7 0,-2-2 5,-6-3-4,-3-3-1,-3 0 1,1 0 0,0 0 1,4-5 5,2-3 1,-1-2 0,-1 0 2,1-3-10,-1-1 10,-3-1-6,-4-2-6,-2 1 11,-7-1-3,-1-1-5,-7 0 5,-1-3-3,-5-1 3,-1-2-2,-2-2-4,-2-3 1,0-3-2,0-3 5,-4-2-3,0-1-2,-2 2-1,-2 0 2,-3 1 0,-2-1-2,1 0 0,-1-3 0,-4-1 0,0-1 1,-3 1-2,0 2 1,0 1 0,-8 4 1,-3-3-1,-3 2-1,-2 2 1,-5 2-4,-1 4 3,-7 2-7,0 4 2,-6 3-1,-1 1 4,-2 4 0,0 1 2,-2 1 1,-3 0-2,1 1 2,-1 0 0,0 4 0,-1 0 0,0 4-4,-1 1 0,-4 0 3,-1 0-1,1 0 1,4 0 1,1 4 0,5 3-1,0 2-1,0 0 1,-1 2 1,1 0-1,-1 2 3,-2 1-4,0 0 3,-1 3-4,1-1 3,2 2-3,5 0 1,6 0-2,2 1 0,3-2 3,2 0 1,2 0 0,-2-2-1,1 2 2,1 2-1,0-1 0,2 4-4,3 1 4,4 4-3,1 2 2,6 2-6,1 2 7,3-1 0,0-2 0,0-3-1,0-2 2,0 0-1,0 0 2,1-1 1,2-5-3,0 4-4,0-2 4,4 2 1,-1-2 2,3 1-3,2 1 4,4 1-4,3 1 1,4 1 0,5-1 0,0-2 4,1-1-5,0-2 0,2 0-3,0-2 5,1-1-3,1-3 2,-3 0 4,1-4-5,3-1-1,-2-1 1,4 1 0,-2-5-4,1 2 1,-1-4-2,1 3 3,-2-3 2,-3 0 0,1-2 0,-1 0-1,-1 0-1,-1 0 3,-4 0-1,-4 0 0,-5 0-4,-5 0 1,-4 0 1,-4 0 0,-1 0-7,0 0-25,0 0-25,-1 0-42,-14 0-179,-6 0-55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18:14.159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1793 114,'0'0'0,"0"0"-19,0 0-8,82 19 12,-62-19 4,-4 0 11,-7 0 8,0 0 20,-8 0 30,-1 0-30,0 0-4,0 0 26,0 0 1,0 0 7,0 0-4,0 0-10,0 0-7,0 0-10,0 0 9,0 0-2,0 0 8,0 0-10,0 0-5,0 0 0,0 0-16,0 0 1,3 0-12,8 2 11,5 2 1,5 2 0,3 1 4,1 1-13,2 2 5,4 1-2,7 2-2,10 0 2,10-3-3,10-2 10,1-6 0,0-2 1,-2 0 1,-6 0-12,-1 0 9,-4 0-9,-2 0-3,4 1 0,6 0 2,11-1-2,13 0 2,15 0 0,7 0 8,-2 0-2,-7 0 0,-10 0-8,-10 7 0,-14-1 0,-7-2 1,-5-2-1,3-2 0,6 0 0,12-17 7,15-6-7,9-2 1,6-1-1,-2 5 0,-10 5 0,-14 3-4,-13 1 4,-12 2 1,-4-1-1,-11-2 0,-1-6 0,2-9 5,1-8 1,-1-6-4,-1-2 1,-9 1 1,-6 3-4,-5 3 1,-5 2 2,-8 0-3,-5-2-1,-2-6 1,0 0 1,-11-4 16,-2 1-16,2 0-1,1 2 3,-2-3 3,0 2-6,-1-2-1,1 1 0,-7-2-8,-1-2 9,-4 1 10,-6-1-9,2 6 8,-2-2-9,2 4-2,1-4-14,-3 3 11,-1-1-1,-2 5 1,0 0-6,0 6 6,-1 2 9,0-1-5,-4 4 2,1 5 0,0 0-1,-2 3 1,0 5-2,-1 2 1,-5 5-11,-7 3 9,-6 2-5,-8-1-10,-7-2 10,-1-2 3,-1-5-3,3-2 7,6-4 0,-5 3 1,5 0-1,5 6 0,3 4 5,10 5-10,2 1 1,-2 0-4,-1 0 8,0 1 0,-4 6 1,-3-1-2,-1 3 2,2 2 4,7 0-5,7 3-3,0 2 3,-2 2 3,-9 2-3,-8 3-2,-12 2 2,-5 3 3,-8 2-3,1 2 0,10 1 1,8-4 1,18-1 7,14-1-2,11-1-6,6-1 1,0 5-2,4 5-1,-1 7 1,-2 5 0,1 4 4,-1 4-1,-1 4-2,1 0 2,1-2-3,0-8 0,6-8 1,0-7-4,2-6 5,1-4-2,0-1 0,-2-2 0,2-3 0,0 1 0,2-4 1,-1-2 0,2-3-1,0-5 1,2-2-1,1-1 0,-2-2 5,2 0 2,0 1 11,-1-1 3,1 0-13,0 0 2,0 0 3,0 0-7,0 0 3,0 0-9,0 0 0,0 0 6,0 0-3,0 0-3,0 0 1,0 0-1,0 0 1,0 0 3,0 0 0,0 0 4,0 0-8,0 0-3,0 0 3,0 0 0,0 0 1,0 0-1,0 0 0,0 0-1,0 0 1,0 0 0,0 0 0,0 0-2,0 0 0,0 0-25,0 0-51,0 0-92,0-1-41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44:17.473"/>
    </inkml:context>
    <inkml:brush xml:id="br0">
      <inkml:brushProperty name="width" value="0.03528" units="cm"/>
      <inkml:brushProperty name="height" value="0.03528" units="cm"/>
      <inkml:brushProperty name="color" value="#EA700D"/>
      <inkml:brushProperty name="fitToCurve" value="1"/>
      <inkml:brushProperty name="ignorePressure" value="1"/>
    </inkml:brush>
  </inkml:definitions>
  <inkml:trace contextRef="#ctx0" brushRef="#br0">0 0 78,'0'0'88,"0"0"-87,0 0 0,0 0 59,0 0-24,0 0 20,0-3 27,0 3-12,0 0 2,0 0-7,0 0-26,0 0-13,0 0-22,0 3-2,8 8 1,-1 4 13,2 2-12,2 2-1,-4-1 3,3 3-7,-2 3 12,1-1-12,2 1 1,0-2 1,-2-2 4,2-3-4,-1-3-1,-2-5 0,-1-1 6,-1-2-6,0-2 1,0 2-2,-3-1 0,5 2 1,-2-3 2,-1 2-3,0-3-3,-1 0 3,-1-2 4,0 2-4,3-3 0,3 3 0,6 0 3,4 1 8,4 0-10,4 2 0,1 0-1,2 1 3,-3 1-3,3-1 1,4 2 2,3 0-3,8-3 0,6 2 0,9-2-1,15-2 2,12-2 8,8-1 10,4 2-11,-8 0-7,-5 1 2,-6 2-4,-4 1 1,-5 0 0,-2-1 0,-3 1 2,-4-7 0,5 0-2,3 0 0,14 0 0,17-9 12,14-1 56,6 3-39,-3 6-21,-3 1 6,-2 0-12,-4 4 2,-3 9-3,-7-2 1,-8 0-2,-8-2 0,-2-5 0,4-1 0,7-2 1,5-1 0,2 3-1,-7 1 0,-11 2 0,-14 1-2,-7 0 2,-4 3 0,-1-6 0,1 2 7,-1-3-7,5-2-1,7 2 1,13 1 0,8 2 0,3 1 0,-4 0 1,-9 1 0,-11-1 0,-9-1-1,-3-2 0,2 2 1,2 1 1,4-1-2,4 2 0,0 1 0,3 1 2,-3-3-1,-4 1-1,-8-3-2,-8 0 2,-8-1 0,-1 0 0,-1-3 2,4 4-2,3-1 0,-2 0 0,-3 2 0,-1-5 1,-3 1-1,-4 1 0,-3-3 0,-3 0 2,2 0-1,1 0 0,3 0-1,2 0 0,-3-6 3,-2-4-2,-2-3 2,-3 1-3,-1-2 3,-3-6 0,3 3 3,-1-3-1,5 0-4,3-3-1,1-3-1,2-1 0,-3-1 0,-2-3 1,-6 1 13,-4-5-12,-1 1 0,-3 2 0,4-1-1,-4 5 3,-1 4 2,0 3-5,-3 4 1,-1 4 8,-1 2-5,-4 2-4,1 2 5,-4 3-5,0 3 0,0-1-8,0 2-15,0 0-12,-6 0-40,-14 0-18,-7 0-21,-6 0-89,-1 0-246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2:58.205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0 133 89,'0'0'67,"0"0"-7,0 0 6,0 0-10,0 0 8,0 0-21,-7-20-25,20 15-3,15-2 1,19-5-4,14-3 17,15-1-5,5 0-10,-1 2-7,-7 4-1,-11 2-3,-10 2-3,-18 3 0,-7 2-13,-15 1-35,-5 0-78,-7 0-68,0 3 28</inkml:trace>
  <inkml:trace contextRef="#ctx0" brushRef="#br0" timeOffset="248">381 106 117,'0'0'130,"0"0"-121,0 0-8,0 0 24,0 0-20,0 0 6,0 48 43,7-24-25,3 4 5,-1 3-17,-1 4 11,3 5-7,-1 1-16,-3 1 7,-2 3-12,-1-1 5,-1-2-2,3-1-3,2-1-17,4-8-49,4-5-18,-1-13-82</inkml:trace>
  <inkml:trace contextRef="#ctx0" brushRef="#br0" timeOffset="524">561 397 267,'0'0'29,"0"0"-11,0 0 26,0 0-1,0 0-10,0 0-20,66-55-12,-27 55 3,7 2 4,-3 15 4,-1 6-9,-11 7-2,-7 2-2,-8 3 0,-13 2 1,-3-2 5,-1-4-3,-17-3 0,-3-7 0,-1-6 6,-2-8 4,6-7 2,0 0 25,2-12-4,4-13-18,1-6-7,4-6-6,7-3-3,0-6 6,4 3-4,13 0-6,4 5-1,4 7 0,2 3 3,4 7-1,2 3-32,3 2-42,4 3-16,5 2-22,-5 1-32</inkml:trace>
  <inkml:trace contextRef="#ctx0" brushRef="#br0" timeOffset="922">1219 209 154,'0'0'79,"0"0"-3,0 0-34,0 0-34,0 0-7,0 0 7,-107 72 14,80-47-11,8 1-10,5-3 3,4 3 5,5-2-9,5-1-5,0-4 5,0-3 3,3-5-3,7-5 1,-2-3-2,3-3 3,5 0-2,2-20 9,9-7 4,-2-2-4,-1-1-7,-9 3 5,-5 3-4,-7 6-1,-3 5 6,0 6 17,0 4 0,0 3 6,0 0-31,0 3-2,0 15-9,0 9 10,0 1 1,9 3 0,6 0-6,5-3 6,2-2 0,6-5-1,0-7 1,-1-7 0,0-7 0,-4 0 0,-1-8 7,-3-16-7,-2-6 4,-4-6-2,-4-4-2,-3 1 4,-4 2-4,-2 4 0,0 7 4,0 6 3,0 7 10,0 6 4,0 4 15,0 3-6,0 0-30,0 11-16,0 11 10,0 3 6,0 6-1,3-1 3,5 1 1,0-3-3,-4-4 1,1-3-8,-2-5-8,-1-5-47,-2-7-44,0-4 8,0-6-89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2:56.225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0 152 12,'0'0'18,"0"0"-14,0 0 0,0 0 13,0 0-6,0 0 21,0 0-8,39-44-16,-37 43 7,-2 1-15,0-2 2,0 2-5,3-1-13,1-2-21,1 2-6,-2-2 32,1 0 9,-4 0 2,3-1 24,-3 1 4,0-1 7,0 1-7,0 0-17,0 1-11,2-1-4,7-1-40</inkml:trace>
  <inkml:trace contextRef="#ctx0" brushRef="#br0" timeOffset="494">600 36 129,'0'0'39,"0"0"-34,0 0 3,0 0-8,0 0 0,0 0-22,6-27-23,-3 27 45,0 0 3,0 0 3,-1 0 22,-2 0 26,0 0-5,0 0 1,0 0-17,0 0 1,0 0-8,0 0-17,0 0-2,3 0-7,0 0 4,4 13-1,1 6 11,3 5 10,0 5 10,-2 5-18,1 5 0,-4 3 8,-1 4-16,-1 2 10,2 4 0,0 6-13,2 4 20,2 6 3,-1 2-13,0 1-3,0-2 4,0-2-16,0-4 8,-3 2-3,-3-1 1,-2-1 8,-1 0-8,0 4-4,0 1 10,0 1-9,0 0 3,-3-3 1,2-4-4,-1-3 0,2-2 0,0-3-3,0-4 5,-1-1-3,-2-6-2,-1 0 5,1-3-1,0 0-2,-2-1 1,0 1-2,2-1 4,-1-1-3,2-2 6,2-5-5,0-7-3,0-7-1,0-7 1,0-3 1,0-3-1,0 0 0,0 2 0,-1-1 0,-1 2 0,0 0 0,2 0 0,0-1 2,-2-2 3,2 1-5,0-1-1,0 0 1,0 1 5,0-1-5,-1 4 0,-1 5 0,-2 5 2,1 5-1,-2-1 8,2 0-3,2-7 1,-1-4-7,2-5 4,0-3-4,0-3 2,0 0-1,0 0 11,0-3 13,0-7-25,-3-4-64,-6 0-47,-6-2-84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3:35.524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1 269 347,'0'0'199,"0"0"-143,0 0 90,0 0-61,0 0-48,0 0-35,-3-28-2,3 23-83,16-6-118,8-5-298</inkml:trace>
  <inkml:trace contextRef="#ctx0" brushRef="#br0" timeOffset="195">243 0 594,'0'0'16,"0"0"70,0 0-27,0 0-59,0 0-25,0 0 20,16 79 5,-7-27 7,-3 4-3,-4 0-1,-2-4-3,0-6 2,-3-6 2,-8-8-1,3-9-3,0-9 6,3-7-6,4-6-4,-1-1 2,2-2 2,0-18 0,0-9-40,8-4 13,6 2 16,3 0 4,4 5 7,0 2 6,1 6-6,4 6-2,-3 6 1,1 6 1,-6 0-7,0 11-2,-4 11 2,-6 8-4,-5 4 11,-3 0 2,0-2 2,-7-1 0,-10-5-4,-3-6 1,-3-5 1,-4-5 6,2-7 2,1-3-8,6 0-4,5-16-5,10-6-42,3-7-105,7 0-132</inkml:trace>
  <inkml:trace contextRef="#ctx0" brushRef="#br0" timeOffset="666">614 257 403,'0'0'13,"0"0"12,0 75 35,0-46 21,-3 1-25,0-3-48,2-5 2,1-2-10,-2-6-38,2-8-84,0-6-62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2:01.80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0 464 210,'0'0'41,"0"0"-35,0 0 42,0 0-1,0 0-9,0 0-30,0 0 8,4 0 5,-1 3-8,6 9 33,3 5-4,1 9-22,-2 6 14,4 8-11,-5 6 0,-2 4 4,-1 3-10,-1 4 0,0 2-4,-3 2-1,-3 1-1,5 3-5,-2 1-5,1 6 4,-1 6-1,3 2 3,-5 3 2,-1 1-1,0-4-2,0 4 10,0-4-14,0-4 6,0-6-3,0-6 3,0-10-5,0-8-3,3-10 0,0-12-8,0-8 7,-3-7-6,2-5-9,-2-1 11,0-3-3,0 0-4,0 1 5,0-1-5,0 0-1,0 0 12,0-3-14,0-8-46,0-4-40,3-2-11,-3 1-24,3 1-121</inkml:trace>
  <inkml:trace contextRef="#ctx0" brushRef="#br0" timeOffset="8464">1126 808 289,'0'0'49,"0"0"-48,0 0 15,0 0-16,0 0-11,0 0 7,28 37 4,-17-4 6,1 3 10,-5 5-12,-2 3 22,-2 0-10,1-2 8,-1-3-13,3 0-5,0-3 0,0-2-5,2-2 1,-1-2-1,2-6-1,-3-3-9,0-7-8,0-8-34,3-6-30,-6 0-84</inkml:trace>
  <inkml:trace contextRef="#ctx0" brushRef="#br0" timeOffset="12215">544 1792 4,'0'0'27,"0"0"-7,0 0 15,0 0-2,0 0-9,0 0-8,0 0 1,-12-21-4,11 19 11,-1-2-1,2 0-1,-1 1 5,1-1-10,0-2-7,0 2 1,0 0 2,0-2-4,0 0-9,0 1 0,0-1 0,0 0-1,6 1 3,0-1-1,3 0-1,4 0-1,-1-1 1,0 2 3,1 1-3,-2 0 0,2 2 0,-1 2 0,-1 0 0,2 0-3,-2 0 3,-4 0-1,0 3 0,-2 6-7,-1 5 6,-2 2 2,1 4 0,-3 0 5,0 0-5,0-2 6,0-3-5,-8 1 8,-3-2-9,0-4 2,2-1 6,0-3-2,5-4-1,2 0 0,2-1-4,0-1-1,0 0 0,0 0 5,0 0-5,0 0-2,0 0 2,2-1 6,8-5-6,4-1-1,3 0 1,0 3 2,5 1 1,-1 3-3,-3 0-3,1 0 3,-5 0-2,2 1 3,-5 8-2,-1-1 1,-4 4-6,0 1 6,-1 3 0,-4 1 0,-1 0 3,0 1-3,0 1 1,-12-3 11,-1 1-10,-4-1 5,-2-2 4,-2-1 4,0-3-9,-1-5 3,-2 1-6,7-5 0,0-1 1,3 0 3,2 0 4,3 0 10,3 0-1,2-4 2,2-2-11,1 1-8,1 1 2,0 1-4,0 2 1,0 1 0,0-2-2,0 2 0,0 0 0,0 0-10,0 0-19,-2 0-22,2 0-17,0 0 1,-4 0-79,1 2-23</inkml:trace>
  <inkml:trace contextRef="#ctx0" brushRef="#br0" timeOffset="19583">271 2782 26,'0'0'33,"0"0"-5,0 0-9,0 0-7,0 0-2,0 0-3,0 0-7,-64-8-1,58 8-3,-3 0 2,2 0 2,2 0 0,1 0 0,-2 0 4,1 0 7,-1 0 6,-1 0 7,1 0-5,0 0 19,4-2-3,1 2 0,1 0 4,0 0-13,0 0 11,0 0-9,0 0 7,0 0-6,0 0-9,0 0-20,0 0-4,0 0-3,3 0-16,16 5 23,5-1 10,13 0 3,7-4 1,8 0 11,2 0-25,-2 0-4,-3 0-23,-7 0-25,-12 0-37,-11 0-53,-8 0-73</inkml:trace>
  <inkml:trace contextRef="#ctx0" brushRef="#br0" timeOffset="20009">368 2819 13,'0'0'201,"0"0"-182,0 0 15,0 0 20,0 0-48,0 0-1,-7 37 2,11-12 35,1 5-8,2 5-9,-1 2 2,-1 1-2,-4 0-16,1-1-5,-2-2-3,0-2-1,0-4-4,3-4-32,1-2-16,6-9-54,4-7-83</inkml:trace>
  <inkml:trace contextRef="#ctx0" brushRef="#br0" timeOffset="20303">686 3025 363,'0'0'11,"0"0"-3,0 0 49,0 0-36,0 0-9,-82 99-4,82-65-5,0-2 3,0-2 3,9-6-9,9-4 0,1-6-13,2-6 13,1-7 15,-2-1-3,-4-1-3,-1-14 8,-1-8-7,-5-1-6,-2-1 5,-6 0-7,-1-1 3,0 2 3,-7 3-8,-11 3 1,3 2 14,-1 6 1,1 4-2,3 4-13,1 0-1,1 2-2,3 0-38,2 0-65,5 4-44,0 1-100</inkml:trace>
  <inkml:trace contextRef="#ctx0" brushRef="#br0" timeOffset="20677">925 3029 168,'0'0'217,"0"0"-193,0 0 61,0 0-24,0 0-46,0 0-15,0 19 0,4 5 10,-1 4 3,0 1-2,3 0-1,-4-2-10,-1-5 1,-1-3-3,0-4 0,0-6-22,0-4-17,0-3-45,0-2-2,0-2 41,0-18-89</inkml:trace>
  <inkml:trace contextRef="#ctx0" brushRef="#br0" timeOffset="21179">726 3086 95,'0'0'8,"0"0"49,0 0 14,0 0-9,0 0-2,0 0-29,0-8-7,0 8-2,0 0-5,0 0-17,0 1 0,2 10 0,1 6 3,1 7 29,1 3-5,2 4 4,2 1 1,2 2-22,0-3 7,0-1-10,4-6-6,-5-6 6,2-4-5,0-6-2,-3-2-3,0-4-10,1-2-2,1 0-4,-2-5 5,4-10-30,-2-4-24,-4-3-22,-4-3-104</inkml:trace>
  <inkml:trace contextRef="#ctx0" brushRef="#br0" timeOffset="21594">871 2775 299,'0'0'66,"0"0"-48,0 0 53,0 0-13,0 0-57,0 0-1,0-8 0,0 8-19,4 0-12,4 0-26,1 0 13,3 0-60,-3 0-86</inkml:trace>
  <inkml:trace contextRef="#ctx0" brushRef="#br0" timeOffset="21843">1168 2807 244,'0'0'18,"0"0"-4,0 0 43,0 0-35,0 0-8,0 0-13,12 43 20,-8-20 18,1 7-2,-1 2-5,-2 2 1,1 1 5,-2 0-6,-1-1-25,2 0 13,-2-2-19,0 3 5,0-5-4,0-1-2,0-2-30,0-4-37,0-4-46,0-9-105</inkml:trace>
  <inkml:trace contextRef="#ctx0" brushRef="#br0" timeOffset="24945">4461 75 11,'0'0'43,"0"0"-13,0 0-2,0 0 7,0 0 32,0 0-32,-3-28-17,3 28 7,0 0-8,0 0 5,0 0-7,0-1 8,0 1 6,0 0 0,0-1-1,0 1-2,0 0-6,0 0 0,0 0-2,0 0-15,0 0-3,0 0-11,0 7-4,0 10 6,0 9 9,0 1 0,0 5 0,0-1 7,0-1 6,0 3-5,3 1 3,-2 1-9,1-2 10,-1 2-7,-1 0 3,0 1-6,0 1-1,0 1 13,0-1-10,0 2-1,0-3 1,0 2-1,0 2-1,0-2-2,0 2 1,0-3 0,0 0 0,0-2 0,2 2 2,0-1-3,1-1 0,0-3 0,-1-1 3,1 0-3,0 2 1,-3-1-1,3 2-4,-3 2 4,3-3 2,-3 3 1,0-3-3,3 1 0,-1-1 0,1 0 3,1 0-3,-3 1 2,1 0-2,-2 1 0,1 0-1,-1-4 0,0-4 2,2-4 0,-2-5 4,0-2-5,0-5 0,0 0 0,0-1-3,0 0 3,0 3 3,0 2-1,0 3 0,0 2-2,0 0-2,0 0 2,0-3 0,0-2 1,0-2 0,0-2-1,0 1 2,0-1-2,0-3-2,0 2 2,0-3 6,0 0-6,0 2-1,0-4 0,1 3 1,-1-1 2,0-2-2,0 4-4,2 3 4,-2 5 2,1 3-2,-1 4 2,2 1-3,1 1 3,-2-2 0,2-6-2,-1-5 0,1-5-4,-2-4 4,-1-2 6,0-2-5,2 0 3,-2 0 14,0 0 0,0 0-3,0 0 7,4-4-22,-4-5 0,3 0-11,0-6-76,-3-3-100</inkml:trace>
  <inkml:trace contextRef="#ctx0" brushRef="#br0" timeOffset="26334">1985 3085 82,'0'0'24,"0"0"-17,0 0 11,0 0 48,0 0-39,0 0-22,36-70-5,-36 69-6,0 1-16,0 0 16,0 0-1,0 0 7,0 0 28,0 0 26,0 0 18,0 0-20,0 0-6,0 0-7,0 0-12,0 0-11,0 0 0,0 0-14,0 0 6,0 0-2,0 0 9,0 0 5,0 0-12,0 0-8,-6 7 0,-3 7 3,-1 3-2,4 4 2,1 5-3,2 0 3,3 4 0,0 2 2,0 1 0,11 0-5,7-1 5,1-3-5,5-1 0,1-8 6,4-4 0,2-8-4,2-5-2,7-3 10,3-7-9,5-17-1,0-8-6,-6-5-1,-9 1 1,-11 0 4,-10 8 4,-7 6 2,-5 3 2,0 6 11,0 3 3,-11 4-13,3 4 11,2 2-12,-2 0-6,2 0-1,-3 11-5,-6 9 4,7 6 2,4-1 0,4-1-5,0-2-3,3-2 3,10-6 5,-1-3-3,2-5 2,-1-6-5,2 0 6,4-2 0,-2-12 3,4-4 1,-5-3 2,-7 1-4,-3-1 5,-3 1-6,-3 2-1,0 3 5,0 2-3,-9 3-2,1 3 8,0 1-8,2 2-4,1 2-6,-1 2-6,0 0-56,-1 0-77,5 6 2,2 1-36</inkml:trace>
  <inkml:trace contextRef="#ctx0" brushRef="#br0" timeOffset="27157">2816 3076 179,'0'0'85,"0"0"-42,0 0 38,0 0-4,0 0-40,0 0-24,-47-30 1,38 30-5,-3 16-9,-3 5 4,4 4 1,2 1-4,5-1 0,4-1-2,0-4-2,0-2 3,15-2 1,0-6 1,6-4 1,1-6-1,6 0 4,1-20-6,-1-9 3,-5-7-3,-4-8 5,-7-2-7,-3-6 5,-9-1-6,0 2 4,0 6-1,-9 5 6,0 11 9,-2 5-2,3 7 14,2 6-1,1 5-1,4 5-2,1 1-16,0 0-7,0 13-27,0 13 15,0 10 12,1 6 0,7 4 0,0 2 2,0 0-2,-2-1 0,6-3-1,1-6-10,2-6-53,5-7-23,2-6-18,-1-8-50,0-9-69</inkml:trace>
  <inkml:trace contextRef="#ctx0" brushRef="#br0" timeOffset="27645">3158 3162 207,'0'0'80,"0"0"-53,0 0 9,0 0-11,12-77 0,-12 60-25,0 2 20,0 4 39,-6 2-33,-9 4 7,0 1-5,0 4-7,-1 0-12,1 1-5,-3 15-2,6 5-1,2 4-2,7 2-6,3-2 7,1 1-3,19-1 3,5-4 2,8-2-1,3-5-2,4-5 0,3-8 0,-4-1-5,-2 0-14,-2-14 2,-7-8 6,0-2-2,-2-3 0,-6-3 13,-6 0 0,-5 5 1,-9 4 1,0 3 20,0 6 4,-6 3 19,-3 5-31,1 3 8,1 1-13,1 0-8,0 8-1,0 9-8,0 4 9,6 2 0,0-1-13,0-1 5,6-2 8,8-5 6,2-2-6,-1-8 0,4-4-4,5 0 3,6-13 0,0-13-1,-2-8-4,-4-6 3,-11-4 6,-7-4-6,-6-1 5,0 2-2,-6 3 8,-10 5 12,-2 5-9,3 6 9,2 8 1,1 7-1,6 5 7,3 5 11,0 3-24,3 0-14,0 0-14,0 1-6,0 15 8,0 8 9,6 8 3,6 6 0,-2 6 0,1 3 2,2 2 1,-1 1-3,-3-1 6,4-2-7,-5-5 1,6-4-1,-3-3-18,1-1-35,0-6-46,-1-4 4,-4-13-98</inkml:trace>
  <inkml:trace contextRef="#ctx0" brushRef="#br0" timeOffset="28867">3897 2444 164,'0'0'50,"0"0"19,0 0 0,0 0-8,0 0-12,0 0-29,0-33-20,0 33-2,0 0 0,0 7-8,7 17-2,1 13 12,-3 10 3,-2 9 25,-3 9 5,0 9-4,0 4 2,0 10-17,0 5 3,0 6 0,0 4-4,-1-3-10,-6 3 1,1-3-3,0-10 5,0-6-6,1-15 0,2-15 3,-1-10-3,4-9 0,0-11-5,0-8-2,0-9-19,0-7-35,4-3-24,4-16 26,-7-6-203</inkml:trace>
  <inkml:trace contextRef="#ctx0" brushRef="#br0" timeOffset="29620">1766 4147 173,'0'0'46,"0"0"21,0 0 7,0 0-11,0 0-28,0 0-34,-3-4-1,3 19-7,-3 8 7,3 8 20,0 1-11,0 1-1,0-2-5,6-3-1,6-1-1,3-7 6,0-5-4,1-5-2,1-6-1,-1-4 0,4-4-5,-1-20 5,5-10-2,-5-5-10,-1-5 11,-6 2-12,-5 1 10,-5 8 3,-2 8 5,0 8 6,0 7 15,0 7-4,0 2-2,0 1-16,0 0-4,0 0-16,0 12-6,4 10 22,4 4 1,-2 4-1,7 3 3,-2 0 2,1 1-5,1-4 2,1-3-1,0-8 5,0-3-12,5-7 10,-1-8-4,6-1 2,0-10-2,6-16-4,-5-6-5,0-7 8,-8-2-12,-8 0 8,-7 3 5,-2 4 0,0 4 2,-11 7 12,-1 7 11,0 6-9,5 6-7,2 1 13,5 3-6,0 0-16,0 0-13,0 0-8,3 10 11,16 5 9,11 0-12,6 4 12,3-1 1,1 4 1,-8 0 0,-7 3-2,-4 0-2,-9-3 3,-8-2-8,-2-3 8,-2-3-10,0-4 3,-2-4-1,-7-2 8,3-4 11,3 0 4,0 0-6,3 0-9,0-9-10,3-5-25,14-5 8,4-1 9,1-3 16,2-2-3,-2-4 1,-1-1 3,1-6 1,-8 1-1,1 2 1,-8 6 0,-7 6 12,0 7 10,0 6 1,0 4 7,0 4 4,-1 0-17,-2 0-17,-2 15-13,1 12 13,3 3-4,1 3 0,3-3 4,17-3-2,4-6 2,0-7-1,0-6-5,-2-6-10,4-2 7,0-10-21,0-15 5,-1-9-9,-7-4-2,-2 0 12,-5 4 11,-5 7 13,-3 7 9,-3 9 33,0 4 4,0 5 0,0 2-14,0 0-32,5 5-3,2 16-12,3 6 15,1 5 0,2 2 0,1 0 3,0-2 0,0-3-6,4-4-17,0-7-56,3-8-105</inkml:trace>
  <inkml:trace contextRef="#ctx0" brushRef="#br0" timeOffset="30839">3453 3985 498,'0'0'2,"0"0"27,0 0 34,0 0-52,0 0-11,0 0 0,-77 46-9,68-15 10,6 0-2,3-2-12,0-5-7,4-8-10,7-2 6,5-8 2,-2-4 10,-1-2 9,5-6-4,1-19 4,0-9-14,0-9-3,-7-6-6,-5-5 18,-7 1 1,0 1 7,0 6 15,-9 10 38,-1 5-4,1 6-3,0 7 13,3 9-40,3 5 11,3 4 2,0 0-32,0 0-5,0 18-18,0 8 15,6 11 8,3 5 6,-2 5-5,2 2 5,0 5-1,0 0-1,0-2-8,-3-4 1,0-7-40,3-9-36,0-9-29,5-10-7,2-11-100</inkml:trace>
  <inkml:trace contextRef="#ctx0" brushRef="#br0" timeOffset="31327">3823 3980 401,'0'0'16,"0"0"74,0 0-25,0 0-45,-86 30-12,71-1-6,8-3 0,5 1-2,2-4-8,2-8-14,15-3-11,3-10-13,4-2 12,-5-5-10,1-17 19,-6-2-3,-3 0 13,-2 5 15,-3 8 9,-5 5 37,-1 3-3,0 3 10,0 0-51,0 1-2,6 15-16,3 2 16,6 3 0,0-4 6,0-1-6,-3-6 0,0-6 0,0-4 3,0 0-2,1-18 6,2-12 3,0-9-7,-9-8-3,-2-5-8,-4-2 7,0 3-1,0 6 4,-4 8 10,-8 9 4,5 8 46,1 7 6,1 5-43,2 6 15,3 2-16,0 0-24,0 0-7,0 16-21,0 11 18,3 9 10,3 3 8,-1 6-2,-1 1-6,2 1 1,1 0 5,-1-2-6,2-4-7,-2-4-20,3-9-56,0-7-14,4-10-18,7-11-92</inkml:trace>
  <inkml:trace contextRef="#ctx0" brushRef="#br0" timeOffset="31927">4323 3838 460,'0'0'13,"0"0"63,0 0 19,0 0-46,0 0-34,0 0-15,-88 30-7,79-1 7,2 2 0,7-5-5,0-7-6,0-2-10,10-7-12,2-4-22,0-5 6,3-1 24,-1-4 8,2-13 4,-1-4-10,1 0 3,-5 4 10,-1 5 10,-5 5 3,-4 4 5,-1 3 40,0 0-11,0 0-28,0 5-9,0 9 0,5 7 16,1 2 2,1-1-10,5 1 2,-3 0-5,-1-5-5,0-3 1,-3-4-1,-1-3-2,-1-6-33,0-2-45,-1-2-66,-2-18-160</inkml:trace>
  <inkml:trace contextRef="#ctx0" brushRef="#br0" timeOffset="32391">3762 3808 435,'0'0'26,"0"0"-18,0 0 10,0 0-18,0 0 0,93-14 0,-29 6 24,3-3-16,-6 2 8,-9 1-11,-14 0-3,-13 3 0,-11 2-2,-8 0 0,-5 0 0,-1 0 2,0-2-2,0 2-41,-3 2-15,-12 1-62,-3 0-50</inkml:trace>
  <inkml:trace contextRef="#ctx0" brushRef="#br0" timeOffset="34360">2482 1103 222,'0'0'71,"0"0"-71,0 0 0,0 0 12,0 0 15,-65 75-15,57-51 4,1 0-2,5 0-1,1-2 0,1-5-3,0-5-7,0-5-3,0-4 0,0 0-6,10-2 6,7-1 13,8 0 0,5 0-6,4 0 9,2 0-4,0 2-11,-1 6 2,-3 2 0,-4 1 0,-5 3-3,-4 1-2,-4 4 2,-2 1 0,-5 1 3,-4 3-2,-4-1 5,0 1 0,-1-2 5,-16-1 12,-4-1 7,-4-1-11,-3-4-7,-2-4-4,2-4 4,1-4-1,4-3-6,-1 0 0,1-14-5,0-7-14,5-6-14,2-4-34,7-1-1,6-1-30,3 0-31,0 1-38</inkml:trace>
  <inkml:trace contextRef="#ctx0" brushRef="#br0" timeOffset="34846">2517 1122 387,'0'0'27,"0"0"-18,0 0 24,0 0 24,0 0-23,0 0-32,-2-18 0,24 11-2,7-1 0,5 0 10,2-2-5,6-1-3,1-1-4,-1 4 1,-6-1-3,-8 4-42,-4 0-11,-5 1-11,1 0-46,-3-1-39</inkml:trace>
  <inkml:trace contextRef="#ctx0" brushRef="#br0" timeOffset="35145">3152 1070 499,'0'0'3,"0"0"27,0 0 44,0 0-73,0 0-1,0 0-18,75-22 18,-22 14 8,1 2-5,-12 0-3,-8 5-5,-16 0 5,-6 1 5,-9 0-5,-3 0 0,0 0 3,0 0 10,0 0-13,0 11-10,0 12 10,0 7 4,0 12 13,0 4 2,0 8-1,5 2-3,3 1-10,1-1-2,5-5 0,2-2-3,-2-2-12,-1-1-31,-4-1-15,-4-3-54,-5-10-127</inkml:trace>
  <inkml:trace contextRef="#ctx0" brushRef="#br0" timeOffset="36307">5505 33 14,'0'0'28,"0"0"8,0 0 5,0 0 6,0 0 11,0 0-2,-6-27 2,3 22-18,3 4 8,0 1-2,-2 0-15,2 0-28,0 0 3,0 0-6,0 1 0,0 13 0,0 7 3,0 12 10,0 4 1,0 5 13,0 6-10,0 0-4,0 7 2,0 2 0,0 3-1,0 2 2,0 2-9,0 2 1,0-1-8,0 1 3,0 2-2,0 1 6,0 3-4,0 1-2,0-1 2,0 2-2,0-3-1,0-4 0,0-4 4,0-9-5,0-3 2,-4-3 3,-3-4-4,-1-2 0,2-3 2,2-4-2,-4-3 3,5-1-3,-3-1 0,2-3 0,1-2 0,1-8 0,1-7 0,1-7 2,0-2-2,0-1 0,0 0 2,0 0 12,0 0-8,0 0 2,0 0 3,0 0-11,0 0 0,0 0 0,0 0-9,0 0 9,0 0-2,0 1 1,0 2 1,0 5-1,0 6-8,0 8 1,0 8 8,0-1 2,3 2-2,0-1 0,1-9 1,-1-7 7,0-6-8,-3-4 0,0-2-3,3-2 3,-3 0 7,0 1-7,0 2-2,0 3 0,0 1 1,0 4 1,3 1 7,-3-2-7,0-3 0,0-2-5,0-1 11,2-2-10,-2-1 9,0-1-3,0 0 0,0 0 10,0 0-8,0 0 7,0 0 3,0 0-4,0-1-7,0-3-3,0 1 0,0 0-1,0 0-5,0 0 3,0 1 3,0-1-2,0-1-13,0-1-7,0 0-21,0-2-34,0-1-21,0 0-21,0-4-157</inkml:trace>
  <inkml:trace contextRef="#ctx0" brushRef="#br0" timeOffset="38871">5256 2592 111,'0'0'21,"0"0"28,0 0 26,0 0-19,0 0-13,0 0-17,0 0 0,-58-51 6,41 50-10,1 1-10,-5 0-11,0 1 16,-3 14-17,0 1 8,6 4-8,2 1 0,7 3-4,7 0-6,2 1 4,2 2 6,16 0 2,9 0 0,4-2-2,5 0 2,1-3-1,-1 0 5,-5 0-6,-7-1 0,-7-1 0,-8-1 0,-4 0-1,-5 1-1,0-1 2,-7-3 10,-11-2 2,-4-4 21,-3-3 2,-1-4 11,-1-3-37,3 0 3,-1 0-7,4 0-5,0 0-8,8 0-11,5-6-28,4-3-3,4-5-27,4-7-42,20-4-76</inkml:trace>
  <inkml:trace contextRef="#ctx0" brushRef="#br0" timeOffset="39347">5466 2596 364,'0'0'14,"0"0"66,0 0 6,0 0-28,0 0-58,0 0-16,9 27 5,-1 7 11,2 5 10,-4 5 1,3 1-1,-3 1 0,1-1-8,-5-4 3,-1-4-5,1-1 0,-1-4-2,1-3-16,2-7-32,-1-6-40,2-8-8,-2-8-64,1-1-35</inkml:trace>
  <inkml:trace contextRef="#ctx0" brushRef="#br0" timeOffset="39616">5426 2933 552,'0'0'11,"0"0"0,0 0 78,0 0-46,0 0-43,0 0-51,52-19-43,3 16 13,3 2-56,-10-1-117</inkml:trace>
  <inkml:trace contextRef="#ctx0" brushRef="#br0" timeOffset="39780">5736 2947 383,'0'0'41,"0"0"-38,0 0 53,0 0-36,0 0 8,0 0 3,91-21-8,-65 9-14,-7-1 0,-3-2-6,-8-3 13,-5 0-14,-3 3 11,0 2 1,0 2-8,-14 2 8,-7 4 0,-1 3-11,-3 2-2,2 0 9,2 10-8,4 9 1,5 1-3,4 6-1,5 2-6,3 0 5,0 3 2,3-1 3,11-2 0,3-4-3,5-1 0,3-7-1,3-5 1,8-8 0,7-3-42,7-2-62,6-12-33,1-1-104,-7-3 158</inkml:trace>
  <inkml:trace contextRef="#ctx0" brushRef="#br0" timeOffset="40149">6247 2897 328,'0'0'31,"0"0"40,0 0 13,0 0 19,0 0-45,0 0-43,-96-6-12,69 29 7,2 3-2,5 0-8,11 0 0,5-6-8,4-3 5,2-4-5,14-4-15,8-9 4,2 0 7,0-3-5,-1-16 4,-5 0 12,-8 1-9,-4 5 8,-5 4 2,-3 5 1,0 4 21,0 0 1,0 0-23,0 0 0,0 8-17,8 7 14,1 2-1,4-1 4,4 0 0,1-5 4,0-5-4,4-6 0,2 0 6,1-12-2,5-13-3,-4-10-1,-4-6 0,-4-8 0,-9-5 0,-6-4 5,-3 3-1,0 5-3,-9 7 10,-8 7 30,2 6-10,-1 7-1,5 7-9,4 8 12,2 5-24,1 3-6,4 0-3,-1 6-17,-1 19-2,-1 10 19,3 8 2,0 2-2,0 0-2,5-1-6,9 1 8,5-4 0,0-3 0,5-5-10,-2-7-3,1-5 9,0-5-4,-2-6 0,-3-6 7,0-4-3,1 0-1,-1-11-9,3-10 6,-3-8-12,-2 2 18,-6-2-11,-4 2 13,-2 6 3,-4 4-1,0 6 21,0 5 13,0 5-3,0 1-8,0 0-25,0 0-14,0 17-11,0 7 23,1 4 1,5 0 1,0-1 5,2-6-5,-2-3-7,1-6-36,-4-5-34,0-7-46,0 0-67,-1-17-33</inkml:trace>
  <inkml:trace contextRef="#ctx0" brushRef="#br0" timeOffset="41047">6782 2669 1,'0'0'66,"0"0"8,0 0 13,0 0 3,0 0-42,33 88-12,-27-68-21,0-2-2,1-1-2,-1-4-7,2-5-1,-2-2-1,1-6 11,6 0-4,1-7-2,2-10 0,-4 1-7,-4 4 5,-4 3-2,-2 5-3,-2 2 11,4 2-3,-4 0-6,3 0-4,3 0-8,3 8 9,4 3 1,1 2 0,4 0 9,1-4-7,2-3 0,1-5 2,-2-1 6,1-5-3,-2-15-3,-5-6 9,-2 0-6,-7 1-4,-2 5-3,-3 5 2,0 7 0,0 3 12,0 4 26,-3 1-26,-1 0-14,1 7-6,2 7 1,1 4-4,0-3-11,0-2 1,11-6 10,0-6-5,0-1 14,-1-7 0,-4-12 1,-2-6 10,-2 1 5,-1 3 0,-1 4 25,0 6 2,0 5 26,0 4-14,0 2-16,0 0-39,0 0 0,2 1-19,4 17-4,4 12 21,4 9 2,2 9 1,4 9 4,3 3-5,0 9 0,2 6 7,2 6-3,-2 3 0,-1-2-3,-9-5-1,-14-13-17,-1-13-7,-31-10-16,-10-14 40,-6-16 0,-2-11 20,4-15 6,2-21 9,7-7-17,9-5 10,11-4 19,11-1-30,5 0-7,6 0-6,14 5-3,8 2-2,8 2 1,6 3-9,6 0-26,1 5-33,-6 5-22,-12 5-52,-19 8-10</inkml:trace>
  <inkml:trace contextRef="#ctx0" brushRef="#br0" timeOffset="42106">5450 3519 315,'0'0'21,"0"0"6,0 0 8,0 0-25,0 0-4,7 76 22,4-31 10,-4 4 11,-1-2 2,3 3-9,-6-2-15,0-4-14,-2-5-12,-1-11 2,0-9 4,0-10-6,0-6 3,0-3 6,0 0 11,-10-15 0,-5-15-21,3-4-19,3-2 19,8 3-2,1 5 2,0 4-1,15 3-4,1 4 4,5 4-4,4 7 3,-1 5 1,4 1-5,-3 1 4,-2 18 1,0 5-10,-8 4 11,-4 4 10,-5 1-1,-6-2-7,0-2 2,0-4-1,-14-5 1,-6-4 0,-7-6 2,-3-6 10,-1-4-6,3 0-10,4-12-34,12-6-79,7-7-40,5 1-101</inkml:trace>
  <inkml:trace contextRef="#ctx0" brushRef="#br0" timeOffset="42577">5778 3759 515,'0'0'6,"0"0"12,0 0-18,0 0 30,0 0 16,0 0-22,16 96-12,-11-69-6,-1-2-6,1-5-51,1-13-115,-3-7-129</inkml:trace>
  <inkml:trace contextRef="#ctx0" brushRef="#br0" timeOffset="42758">5789 3565 340,'0'0'161,"0"0"-150,0 0-22,0 0 5,0 0-134</inkml:trace>
  <inkml:trace contextRef="#ctx0" brushRef="#br0" timeOffset="42891">5975 3442 616,'0'0'9,"0"0"25,0 0 4,0 0-34,0 0 2,28 113 50,-13-57-25,-4-1-21,-1 1 24,0-2-18,1-1-10,1 0-3,-2-4-3,-2-5-23,-4-9-22,-1-6-21,-3-15-69,0-14-45,0-3-175</inkml:trace>
  <inkml:trace contextRef="#ctx0" brushRef="#br0" timeOffset="43131">5918 3792 613,'0'0'22,"0"0"10,0 0 56,0 0-74,0 0-14,0 0-23,37-6 23,2 2 7,3-2 3,3-1 3,-9-2-13,-8 1-3,0-2-14,-11 3-24,-4 1 0,-7 5-10,-4 1-10,-2 0 25,0 0 5,0 0-54,-5 0-52,-7 0-63</inkml:trace>
  <inkml:trace contextRef="#ctx0" brushRef="#br0" timeOffset="44953">4913 915 78,'0'0'65,"0"0"16,0 0 2,0 0-28,0 0-10,0 0-7,-3-11-17,3 11 8,0 0 2,0 0-4,0 2-14,0 12-13,3 11 6,10 11 18,2 6 7,-1 5 8,-1 2-20,-1 2-1,1 5-4,-1 0 0,-1 0-4,-1-7-6,-3-3 7,-2-3-7,-2-5 0,-3-3 4,0-8-5,0-7-3,0-9 3,0-5-3,0-6 6,0 0-1,0 0 11,0-3 3,3-14-19,-3-3-14,0 0-42,0 5-26,3 1-11,2 1-32,2-4-116</inkml:trace>
  <inkml:trace contextRef="#ctx0" brushRef="#br0" timeOffset="73313">6703 1070 293,'0'0'19,"0"0"8,0 0-1,0 0 6,5-74-20,14 59-5,6 2 3,6 2-6,5 2 14,0 6-17,-3 3 2,-2 2 6,-7 18-12,-7 8 3,-6 7-3,-8 5 3,-3 2 5,-1 0-5,-18-1 3,-7 2 6,-2-6 2,-3-4-2,2-9-8,10-9 4,7-6 5,5-7 2,7-2 6,0 0-12,0 0-6,0 0-8,17 0-15,10-7 22,9-5 1,6-5 7,-2 2 8,-7-1-15,-2 0-5,0-1-17,2-6-95,-1-7-124</inkml:trace>
  <inkml:trace contextRef="#ctx0" brushRef="#br0" timeOffset="73739">7416 904 423,'0'0'17,"0"0"35,0 0 23,0 0-17,0 0-5,0 0-53,-62 3-13,38 29 13,3 10 6,0 1-5,6 3 5,3-3 2,6 0-7,6-1-1,0-5-1,11-4-3,9-4-9,4-9 9,1-8-5,-2-6 3,-2-6 5,-8 0 2,-1-2 4,-4-14 6,-5-4 1,-3-2-3,0 5-9,0 4 0,-5 3-6,-5 4-2,-8 3 0,-3 3-2,-6 0-69,-3 6-61,2 7-77</inkml:trace>
  <inkml:trace contextRef="#ctx0" brushRef="#br0" timeOffset="93583">10154 3626 611,'0'0'4,"0"0"34,0 0 23,0 0-61,0 0-51,0 0 23,131-9-41,-71 3-74,-10-2-94</inkml:trace>
  <inkml:trace contextRef="#ctx0" brushRef="#br0" timeOffset="94574">11168 3378 554,'0'0'9,"0"0"53,0 0-62,0 0-8,0 0-114,0 0-26</inkml:trace>
  <inkml:trace contextRef="#ctx0" brushRef="#br0" timeOffset="101059">12948 1305 577,'0'0'22,"0"0"34,0 0 1,0 0-57,0 0-54,0 0-238</inkml:trace>
  <inkml:trace contextRef="#ctx0" brushRef="#br0" timeOffset="105928">14776 2784 542,'0'0'13,"0"0"-7,0 0 25,0 0-31,0 0-48,0 0-181,15 4 9</inkml:trace>
  <inkml:trace contextRef="#ctx0" brushRef="#br0" timeOffset="118812">18926 549 164,'0'0'268,"0"0"-268,0 0-6,0 0-32,0 0-128</inkml:trace>
  <inkml:trace contextRef="#ctx0" brushRef="#br0" timeOffset="135277">2102 2739 117,'0'0'14,"0"0"-4,0 0 11,0 0-11,0 0-7,0 0 1,0 0-4,0 0 110,0 0-98,0 0-1,0 0 17,0 0 16,0 0-21,0 0 9,0 0 3,0 0-14,0 0-3,0 0-16,0 0 5,0 0 3,0 0-8,0-2 12,0-3-4,9-8-1,10-10-1,11-11 2,12-6-9,8-10-1,9-5 0,6-1 7,1 1-7,-5 5 0,2 11 0,-8 11 3,-10 6-3,-11 10 3,-10 3-9,-12 3 12,-2 4-5,-5-1-1,-2 3-4,-2-2 4,1 2-2,-2 0 0,1 0 0,1 0-5,-2 0-4,1 0-5,-1 0-6,0 0 6,0 5-8,0 3-31,0-1-85,0 0-56</inkml:trace>
  <inkml:trace contextRef="#ctx0" brushRef="#br0" timeOffset="135885">2473 2253 173,'0'0'37,"0"0"4,0 0 21,0 0-33,0 0-7,0 0-11,-16-14-3,16 14 4,0 0 0,0 0-10,15 0 6,13 0 3,9-4 1,13-3 7,5 0-6,2 1-11,-7 4 3,-9 2-4,-10 0-1,-9 0-4,-7 6 4,-3 1 0,-9 3 0,0 3-11,-3 3 11,0 2 0,0 2 2,-3 2 1,-10-1 2,-1 4-5,4 0-7,1-3-44,9 0-36,0-8-61</inkml:trace>
  <inkml:trace contextRef="#ctx0" brushRef="#br0" timeOffset="423840">5408 5654 443,'0'0'7,"-116"27"-14,61-6-15,5 0 7,6 0 7,5 6 16,9 5-8,6 2 3,9 9 10,7 2-11,7 2-2,1-3-16,12-1-52,13-5-15,5-4 44,1 0 10,-1 0 13,-3-2-44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3:32.328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989 0 217,'0'0'0,"0"0"69,0 0 7,0 0-43,0 0-33,0 0-4,0 0 4,3 0 0,-1 0 5,-2 0 0,0 0 7,0 0 3,1 4-2,-1 0 8,2 3-18,-2 2 13,1 1-2,2 4-4,0 1 4,-3 2 1,0 5 12,0 2 1,0 4-4,0 1 7,0 4-10,0-2-1,0 0-11,0 2-9,0-1 7,0 0 2,0 1-1,0-2-7,0 1 6,0 3-1,0 4 17,-4 2-11,-1 1 0,1 0 0,-2 1-10,-2-1-1,-1 0-1,2 4 4,-2-2-4,0 6 0,0 1 0,0 1 6,3 5-5,-2-3 0,-2 7-1,0 1 2,1 2 0,-3-2-1,0-4 0,0-5 3,-2-3-4,2-2-2,-2-3 2,0-1 0,1 0 0,1 1 7,0-3-3,3 2-2,-2-2-2,5-1 0,-1-2 1,3-1-2,1 1 2,1 0-2,1 2 2,1 1-1,-2-2 5,1-4-5,-2-2 0,0-5 1,0-4-1,3-7 0,-2-6 2,-1-5-2,3-6 1,0-1 1,0 0 13,0-1 8,-3-12-23,-3-3-24,-1 2-79,-7 2-57,-2-1-60</inkml:trace>
  <inkml:trace contextRef="#ctx0" brushRef="#br0" timeOffset="1073">401 989 275,'0'0'39,"0"0"-10,0 0 29,0 0 0,0 0-3,0 0-27,0-18-28,0 18-3,2 10-5,-2 13 8,0 6 8,0 8 25,0 2 12,-2 6-17,-4 7 15,2 4-16,2 3-16,2-1 8,-1-6-18,-2-3 13,2-3-14,-1-3 3,1-5-2,-1-5-1,2-10 7,0-5-2,0-8-8,0-8 7,0-2-4,0 0 21,0-1-7,0-15-14,0-4-81,-4 1-29,-3 2-122</inkml:trace>
  <inkml:trace contextRef="#ctx0" brushRef="#br0" timeOffset="2273">290 3350 230,'0'0'2,"0"0"5,0 0 47,0 0 5,0 0-15,0 0-1,-83-65-37,62 65 8,-1 0 0,-8 6-2,2 12 2,-2 3-5,3 5-1,9 1-8,8-2-3,8 3-3,2 2 0,3-1 6,20 1 4,11 0-4,6-1-4,4 2-23,0 1 15,-5-3 4,-9-2-1,-9-2 6,-9-2 1,-8-2-2,-4-3 1,0-2 0,-10-2 3,-16-1 23,-6-4 6,-9-2 15,-2-4-19,3-2 3,4-1-1,8 0-4,4 0-10,9-6 1,5-1-14,3 1 0,6 0-42,1 1-17,0-5-41,8-1-50,14-4-99</inkml:trace>
  <inkml:trace contextRef="#ctx0" brushRef="#br0" timeOffset="2783">503 3442 499,'0'0'1,"0"0"37,0 0 34,0 0-9,0 0-24,0 0-39,-6-26-4,6 46-10,0 13 13,0 10 1,0 10 11,0 2 7,0-2-6,0-3-9,0-8-1,0-7-2,0-5 0,0-7-1,3-5-60,0-7-56,3-11-29,-2 0-194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3:36.543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93 0 327,'0'0'222,"0"0"-199,0 0 34,0 0-37,0 0-19,0 0 23,-22 90 17,4-32-4,3 6 0,0 2-16,5-3-17,2-6 1,3-5-2,5-6-3,0-8 0,8-5-3,4-9-38,1-9-31,1-8-38,2-7-24,1-5-49</inkml:trace>
  <inkml:trace contextRef="#ctx0" brushRef="#br0" timeOffset="262">16 314 601,'0'0'57,"0"0"-21,0 0 26,0 0-62,0 0-17,0 0-4,100-2 15,-50 2-16,-5 0-48,-8 0 2,-12 0-16,-8-4-13,-8-2-31,-9-4-92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3:45.041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1250 27 5,'0'0'49,"0"0"-2,0 0-4,0 0 12,0 0 57,0 0-61,22-27-21,-21 27 2,-1 0-14,0 0 6,0 0-24,0 0 2,0 0-5,0 0 6,0 3 2,0 11-3,0 8 10,0 7 6,0 7 22,-10 4-18,1 4 0,-1 7 2,-4 1-19,4 7 4,-1 2 7,3 0-14,2 3 13,0 1-3,-2 4-12,-4 5 3,-1 2-1,-10 7 0,-2 3 0,-2 2-1,0-4 4,0-6-7,0-9 4,4-4-2,4-2 1,3 1 3,6-3-3,0-2 1,5-4-2,1-3 4,1 2-3,-1-3 5,0-2-2,-2 1-4,2-7 5,-1-4-4,1-6 6,-2-3-4,-2-5 5,1-2-3,2-5-2,-1-2 2,2-1 2,1 2 0,-2 0-7,-2 4 11,4-1-11,-1 1 1,1-2-1,3-4 11,-3-3-8,3-2-1,0-2 2,0-3-2,0 1-1,0-2 0,0 0 0,0 2 2,0 1-3,0 0 1,0 2 0,0-2-1,0-2 0,0-1 2,0 0-2,0-1 0,0-1 0,0-2 1,0 0-2,0 0 2,0 0 4,0 1-3,0 2-2,0 1-1,0 1 1,0-1 0,0 0 1,0-1-2,0 0 1,0 1 0,0 0 0,0 1 4,0-2-4,0-1 0,0 0 0,0-2-2,0 0 2,0 0 6,0 0 3,0 0-9,0 0 0,0-4-16,0-14-57,0-4-78,0-8-29</inkml:trace>
  <inkml:trace contextRef="#ctx0" brushRef="#br0" timeOffset="1664">0 2649 391,'0'0'29,"0"0"-17,0 0 83,0 0-50,0 0-45,0 0 0,46 33 18,-9-23 36,5-1-24,4-3-24,-3-1 6,-7 0-12,-9-2-12,-14-2-50,-8-1-25,-5 0 2,-6 0 15,-15-3-177</inkml:trace>
  <inkml:trace contextRef="#ctx0" brushRef="#br0" timeOffset="1835">177 2711 32,'0'0'80,"0"0"1,0 0-39,0 0-6,0 0 39,0 0-32,-11 46 7,10-17 2,-1 3-7,1 5-7,-2 5-3,-1 2-19,-2 5 1,0 1-4,1-2-13,1-3-5,4-4-29,0-8-54,0-7-45,1-12-112</inkml:trace>
  <inkml:trace contextRef="#ctx0" brushRef="#br0" timeOffset="2100">571 3006 462,'0'0'30,"0"0"58,0 0 19,0 0-55,0 0-50,0 0-2,-106-2 0,79 26-3,6 3 1,5-3-7,10 0-3,4-4-6,2-6-17,0-4 9,5-7-3,13-3 8,7-6 21,6-14 4,2-7-1,-2 1 0,-5 0 3,-8 6 0,-5 6 8,-7 6 15,-4 4 20,-2 2-7,0 2-16,0 0-18,0 0-8,0 0-26,-2 13 24,-1 7 0,0 2 3,3 1-2,0-2 0,5-3-5,8-2 1,6-8 3,4-5-3,7-3 3,2-8-8,3-17-15,-4-2-2,-6-2 20,-5 1 0,-8 5 7,-6 5 9,-5 7 20,-1 4 25,0 5 3,0 2-18,0 0-39,0 0-4,0 15-19,0 10 8,-3 6 15,-4 3 10,1-1-10,3 0 6,-1-4-6,2-6 0,1-7-25,1-5-19,0-8-20,0-3-40,0-6-3,0-21-138</inkml:trace>
  <inkml:trace contextRef="#ctx0" brushRef="#br0" timeOffset="2851">1133 2825 505,'0'0'29,"0"0"16,0 0 29,0 0-39,0 0-30,3 92 46,-3-43 25,0 5-33,-4 4-23,-8 0 2,-4-4-21,2 0 3,1-7 1,4-6-5,4-5-4,4-5-7,1-9-8,0-10-44,0-10-44,0-5-55,7-24 60</inkml:trace>
  <inkml:trace contextRef="#ctx0" brushRef="#br0" timeOffset="3794">677 813 184,'0'0'68,"0"0"-12,0 0 10,0 0-14,0 0-36,0 0-15,94-28 2,-59 28 3,-2 0-5,-4 7 7,-5 4-4,-6 1-3,-9 7-1,-6 1 1,-3 3-6,-3 2 6,-21-3-1,-9 1 4,-3-3 10,2-5-7,7-4 11,7-4-9,9-2 0,6-4-2,5 2-6,0 3-1,0 6-16,12 5 9,9 6 7,6 3 11,1-1-9,0 2 17,-2-1-15,-7 0 4,-6-4-3,-5-3-5,-6-3-2,-2-3 2,0-2-2,-8-1 1,-11-2 2,-3-4 4,-4-3-4,-1-1 21,3 0-18,2 0 16,7-7 1,0-1 3,6 2-9,3 0-10,1 2-1,5 2-4,0 1 2,0 1-7,0 0-9,0 0-30,0 0-24,0 0-12,6 0-1,10 0-16,3 0-188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3:51.865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315 810 161,'0'0'39,"0"0"-1,0 0 55,0 0-26,0 0-11,0 0-16,-24-31-21,9 32-19,-9 22 0,-13 15 7,-6 14-2,-1 10 5,1 3-9,10 0 10,6-4-9,12-9 0,8-4-2,7-7-10,3-7 4,15-6-11,6-10 0,2-9 12,3-9-6,2-3 11,0-21 2,-1-7 6,-7-3-4,-4 1 6,-7 5-1,-3 7-6,-6 6 11,-3 5 13,0 7-14,0 3 41,0 0-54,0 8-12,0 18-5,-2 10 13,-9 8 4,-1 4 7,-2 5 12,-1 0-13,3-1-5,1-4 7,3-3-4,2-4-4,3-7-2,3-7-49,0-9-52,1-11-39,16-7-88</inkml:trace>
  <inkml:trace contextRef="#ctx0" brushRef="#br0" timeOffset="496">440 1303 31,'0'0'370,"0"0"-358,0 0 42,0 0 23,0 0-77,0 0-15,-10 5 15,2 19 2,1 4-2,2 2-2,4-1 1,1-3-1,0-5 2,0-5-7,9-8 6,-3-4 1,4-4 0,8 0 13,1-14-3,6-7-6,-2-5-3,0 1-1,-6 3-4,-6 3 4,-5 8 4,-5 5 4,-1 5 8,0 1 18,0 0-31,0 1-3,0 18-19,-4 5 14,-5 4 5,4 0 5,3-1-5,2-2 2,0-2 0,8-6-2,7-3-3,3-5 3,0-7 0,6-2 3,-2 0 2,4-11-8,-1-10 10,-2-3-14,-3-6 5,-3-2 0,-2 2 2,-6 1 2,-5 3-2,-2 5 0,-2 2 11,0 8 3,0 3 13,0 4-18,0 2 12,0 2-15,0 0-6,0 0-11,0 16-13,0 5 17,-3 6 7,0 2 0,0-1 0,3 1-1,0-5 0,0-5 1,10-2-1,2-6 1,3-5-8,4-6 2,4 0-1,-1-6 0,1-13-4,-6-8 7,-6-3 1,-5-2 3,-6 0-7,0 2-1,-2 3 2,-13 5-6,-4 6 2,2 3 8,0 5 0,2 5 2,-2 3-2,5 0 2,-1 3 0,-1 11 0,1 7-2,0 4-5,0 4 7,5-1 1,5-3-1,3-5-4,0-4-15,1-5 15,10-5 2,7-6-7,4 0 8,6-3 0,2-16-17,-3-5 6,-6 1 3,-5-1 6,-8 5 3,-7 5 3,-1 5 3,0 4 17,0 2 4,0 3-4,0 0-23,0 0-5,-9 7-9,-4 8 14,-2 7 6,0-1-5,3 3 0,3 0 0,5-1-1,1 1-1,3-1-1,0-2-1,7-1 3,5-4 3,4-3-1,-3-6 6,-3-3-8,3-4 0,1 0 10,4-7-9,-2-11-1,2-5-5,-3-4 5,1-1 0,-5-2-6,-1 3 6,-7 6-1,-3 6 4,0 4 7,0 5-2,0 3 18,0 3-11,0 0-15,0 0-11,0 7-8,0 7 18,2 0-3,2 0 3,1-3 1,-1-2 1,4-3-1,-1-5 0,2-1 3,5 0 2,3-8 5,3-9-10,-4-3 6,-5 2-6,-3 4 4,-4 4-2,-1 5-2,-3 4 0,0 1 4,0 0-4,3 3-12,-2 14-3,5 4 14,0 1 1,1 0 1,4-2-1,1-2 0,7-3 0,3-2 0,5-5-4,3-5 4,1-3 1,-1 0-1,-1-10 2,-8-6-2,-4-3 0,-7 1 0,-7 4-1,-3 1-3,0 3 4,0 4 4,-5 4 1,-3 2-4,1 0 2,-2 2-6,2 12-4,4 2 3,3 1 1,0-3 0,0-2 3,13-3 0,8-3 0,3-6 0,3 0 0,1-11-2,-1-13-5,-3-8 1,0-4-12,-5-8-10,-2 1 14,-4-3 12,-7 7-1,-2 2 3,-4 9 20,0 4 7,0 9-9,0 7 13,0 6-6,0 2-9,0 1-16,0 22-21,-3 9 13,-4 12 7,-3 6 1,1 7 5,-1 2 11,2 3-7,2-2-2,1-5-2,5-5-5,0-7-7,0-7-29,0-7-24,5-11 5,8-12-143</inkml:trace>
  <inkml:trace contextRef="#ctx0" brushRef="#br0" timeOffset="2362">2011 1153 519,'0'0'6,"0"0"-6,0 0-7,0 0 7,-33 113 36,18-44-1,-1 7-14,0 2 0,0-5 5,0-2-25,3-10 0,1-8 7,3-11-5,0-12-3,3-12-10,2-8 10,2-7 0,2-3 0,0-4 20,0-23-18,2-16-2,17-7-18,8-7-12,2 2 18,3 7 0,-4 7 11,-4 10 2,0 8-1,-2 3 0,2 7-2,0 6 2,0 5 1,1 2-1,-1 0-9,-3 17 4,-9 8 2,-6 2-4,-6 6 3,0 1 8,-12-2-1,-13-3-3,-4-5 5,-3-6-3,-1-7-1,4-4 3,1-4 5,3-3-15,7 0 6,4-10-33,13-10-68,1-2-68</inkml:trace>
  <inkml:trace contextRef="#ctx0" brushRef="#br0" timeOffset="2849">2281 1534 304,'0'0'46,"0"0"-44,97-12 22,-57 2-12,-1-1-4,-4-1-4,-9-4 0,-6-2-8,-10-2 4,-7-1-6,-3 3-4,0 1 10,-7 3 7,-7 2 6,-2 5 16,4 4-16,-4 3 3,-5 0-11,-3 17 4,-2 10-2,4 4-1,8 3-2,7 0-3,7-1 0,0-1 3,4-6-4,10-6 8,4-4-7,-2-6 9,4-6-3,5-4 6,2 0-3,10-11-7,1-11-3,-1-3 0,-1-2-4,-8-1 1,-4 4 3,-7 3 0,-6 3 0,-2 5 2,-3 4-2,-3 5 5,1 2-5,-1 2-3,-1 0-13,1 18 4,-1 4 6,-2 5 6,0 1 1,0-2 6,0-1-2,0-4-4,0-3 2,3-2-2,10-6 1,5-7 5,6-3 10,2 0-17,0-19-13,3-5-1,-6-1-43,-3 1 23,-10 4 13,-5 5 21,-4 5 29,-1 6 21,0 1 15,0 3-17,0 0-48,0 7-4,-6 14-6,-4 6 10,-2 1 0,3 0 3,0-4 0,3-1-3,0-5-2,5-1-5,1-6-60,7-5-44,17-6-6</inkml:trace>
  <inkml:trace contextRef="#ctx0" brushRef="#br0" timeOffset="3584">3185 1545 417,'0'0'35,"0"0"-17,0 0 31,0 0-10,0 0-30,-83 38-4,83-20-10,0 1 3,10-3-22,11-5-43,1-6-4,4-5-80</inkml:trace>
  <inkml:trace contextRef="#ctx0" brushRef="#br0" timeOffset="3781">3345 1593 344,'0'0'88,"0"0"-5,0 0-18,0 0-37,0 0 0,0 0-22,-66 33-5,53-12-1,4 0 0,3 0 0,3 0-4,3-5-5,0-3 9,0-5-19,10-7 3,7-1 16,4 0 4,4-18 0,3-8 10,5-7-13,0-7 1,0-7-4,-2-5-21,-2-3 21,-6 0-6,-5 6 8,-7 5 26,-4 3-5,1 6 0,-3 5 12,2 8-16,-4 9 4,-2 9 7,-1 4 3,0 0-31,0 11-11,0 15-11,-7 11 21,-8 12 1,-2 4 13,-2 5-7,-3 3 1,2-1-7,2 1 5,3-3-5,4-4-2,3-8-14,2-8-5,0-8-36,-3-9-23,3-10-37,0-11-125</inkml:trace>
  <inkml:trace contextRef="#ctx0" brushRef="#br0" timeOffset="6068">1228 89 188,'0'0'13,"0"0"44,0 0 11,0 0 21,0 0-28,0 0-18,-28-61 4,22 55-18,0 2-4,-2-2-10,-4 2-12,-3 1-6,-9 2 2,-2 1 1,-3 0-3,3 14 3,4 6-6,6 4 4,9 3-7,7 2-4,0 6 1,20-2 3,15 4 8,8 0 1,6-2-5,-2-1 5,-6-2 8,-7-1-8,-11-2 4,-8-4-4,-8-3 0,-7-2-5,0-4 3,-3-5-5,-19-1 7,-8-3 0,-6-4 14,2-3-1,4 0-9,7-2 21,7-12-7,9-7-7,5-7-11,2-6-14,6-4 7,14 0-15,5 1 12,-1 3 6,1 3 4,-1 2 0,-3 2 3,-1 3 3,-7 4 17,-3 3-10,-4 3 8,-4 2-6,-2 0 3,0 2-1,0 2 4,-2 1-13,-2 2-6,-2 4-2,-1 1-3,-4 0-9,-1 11-26,-1 9-55,4 5-7,6 0-23,3-3-118</inkml:trace>
  <inkml:trace contextRef="#ctx0" brushRef="#br0" timeOffset="6681">1514 340 23,'0'0'523,"0"0"-518,0 0 60,0 0 48,0 0-81,0 0-32,0 3-55,9-3-107,9 0-97</inkml:trace>
  <inkml:trace contextRef="#ctx0" brushRef="#br0" timeOffset="6892">1772 231 311,'0'0'6,"0"0"3,0 0 37,0 0 32,0 0-65,0 0-13,100-48 0,-74 59 4,-4 8 8,-4 4-12,-5 1 1,-8 5 1,-5 2-1,0 3 3,-21 3-2,-7-3 8,-7-4 11,-2-1-15,6-8 7,2-5-4,14-5-1,7-7 2,5-1-10,1-3 1,2 0 0,0 0-1,0 0 1,0 0-1,9 1 3,16 0 1,10 1 12,6-2-7,1 0-3,0 0-6,0 0 4,-5-6-2,-4-2-4,-5-2-30,-4 1-65,-6-6-20,-3 1-200</inkml:trace>
  <inkml:trace contextRef="#ctx0" brushRef="#br0" timeOffset="7305">2326 308 324,'0'0'48,"0"0"-17,0 0 67,0 0-37,0 0-46,0 0-15,-21-23-3,18 24-4,0 12 0,0 1 2,3 2-5,0 1-1,2-1 8,10 1-1,4 2 4,2-1 0,1 1 1,2 0-1,-1 1 6,-3-1 0,0-2-2,-7-2 4,-5-1-8,-4-3 1,-1-1-5,0 0 8,0-3-2,-6-1 5,-4-2-3,-8-1 3,-3-3 6,-6 0-5,-4 0-8,-5-1-14,-3-12-51,5-6 3,6-5-98,10-8-97</inkml:trace>
  <inkml:trace contextRef="#ctx0" brushRef="#br0" timeOffset="7689">2298 180 372,'0'0'74,"0"0"-29,0 0 53,0 0-16,104-50-49,-59 47-33,8 3 8,1 0-5,-2 0-1,-7 0 0,-11 0 0,-14 0-2,-8 0 2,-9 0-1,-3 0-1,0 0-5,0 0-11,0 0-50,-3 3-109,-12 7-59,-2 3 44</inkml:trace>
  <inkml:trace contextRef="#ctx0" brushRef="#br0" timeOffset="8053">2956 255 186,'0'0'142,"0"0"-96,0 0-4,0 0-42,0 0-3,0 0 3,4 82 16,-4-41-6,0 3 20,-7 1-10,-7-1 2,1-4 9,-1-4-25,5-8-1,1-7 4,3-7 4,0-4-8,2-3 2,2-4-4,-1-1 4,2-2 3,0-2 19,0-18 12,0-8-29,9-3-9,5 0-3,-1 3-2,1 6-1,1 3 3,0 6 1,-1 5-1,2 2-3,0 5-1,3 1 3,1 0-6,0 7 5,4 8-6,-6 5 7,-1 3-3,-7 3-6,-5 1 5,-5 2-2,0-3 7,-15 0-6,-9-6-9,-6-5 11,2-5 4,1-5 0,3-2 3,12-3 1,3 0-4,3-1-18,3-15-77,3-6-122</inkml:trace>
  <inkml:trace contextRef="#ctx0" brushRef="#br0" timeOffset="8558">3169 504 345,'0'0'45,"0"0"-40,0 0 13,0 0 2,0 0 34,2 85-9,-2-56-19,0-2-25,0-3 5,-4-4-6,-2-5-4,-3-8-79,3-7-135</inkml:trace>
  <inkml:trace contextRef="#ctx0" brushRef="#br0" timeOffset="8903">3481 248 353,'0'0'49,"0"0"-42,0 0 4,0 0-10,0 0 19,-44 113 13,28-68-26,4 0 12,3-1 3,4-4-17,1-4 8,4-4-13,0-7 5,0-6-4,0-6 2,0-6 1,6-5-4,5-2 6,8-3 18,11-16-5,6-7-5,-4-8-12,-2-2-2,-6 3-5,-10 3-2,-7 6 7,-7 7-12,0 5 7,0 6 5,0 3 12,-1 3-7,-4 0-5,-1 6-11,-2 12 4,1 5-1,4 4-6,3-1 6,0 2 4,0-1 4,2-1 1,3-3 3,0 0-1,-2 0-2,0-2 4,0-2-3,-1-1 0,-2-3-2,0-3-4,-2-2 1,-19-3-26,-7-3-52,-3-4-22,1 0-104</inkml:trace>
  <inkml:trace contextRef="#ctx0" brushRef="#br0" timeOffset="9442">3269 185 621,'0'0'21,"0"0"-8,0 0 50,0 0-63,0 0-26,0 0 12,60 32 11,-13-12 3,4-3-2,-5-2 0,-5-5-25,-14-1-11,-11-7-13,-10-2 17,-6 0 34,0 0 28,0 0-5,0 0-16,0-2-7,0 0-11,0 2-28,0 0-38,0 0-114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4:02.493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720 237 130,'0'0'158,"0"0"-100,0 0 20,0 0 23,0 0 2,0 0-32,-14-20-37,14 20-18,0 0-3,12 0-13,25 0 0,25 0 5,28 0 14,11 0-11,3 0-2,-3 4-3,-11 2 2,-5-3-4,-13 1-2,-16-3-4,-15 1-41,-12-2-18,-10 0-21,-1 0-25,-1-7-31,-4-7-107</inkml:trace>
  <inkml:trace contextRef="#ctx0" brushRef="#br0" timeOffset="306">1435 0 389,'0'0'24,"0"0"10,0 0 37,0 0-19,0 0-52,0 0-36,60 1 36,-9 21 1,7 4 20,2 4-19,-7 4 8,-11-2-2,-12 1-4,-12-2-4,-14-5 0,-4-2 0,-6-2-3,-24-2 3,-9-1 8,-10 1-8,-6 3-36,-4-2-51,-6-2-39</inkml:trace>
  <inkml:trace contextRef="#ctx0" brushRef="#br0" timeOffset="712">79 1078 340,'0'0'31,"0"0"20,0 0 33,0 0-5,0 0-2,0 0-35,27-54-42,-26 58-8,2 22 1,-1 12 7,-2 11 23,0 9-1,-10 5-4,-9 0-2,2-3-12,2-4 5,-2-6-9,5-4-6,2-8-39,1-6-62,6-9-24,3-12-19,0-11-181</inkml:trace>
  <inkml:trace contextRef="#ctx0" brushRef="#br0" timeOffset="1012">467 1166 493,'0'0'2,"0"0"6,0 0 48,0 0-39,0 0-17,0 0-17,-30 5 9,30 20 8,0 5-7,16 0 3,5-2 4,2 2 6,4-3-4,-2-2-1,0 0 3,-1-2 6,-6-2 2,-3-1-12,-6-2 11,-5-1-10,-2-1 0,-2-1-1,0-2-2,-3-1 2,-15-1 8,-6-1-7,-10-4-1,-6-6-6,-1 0-27,1-7-18,4-18-65,9-12-95</inkml:trace>
  <inkml:trace contextRef="#ctx0" brushRef="#br0" timeOffset="1343">424 1063 472,'0'0'63,"0"0"6,0 0 14,0 0-32,116-49-41,-62 48-8,3 1 0,-2 0 1,-11 0-3,-10 1 0,-12 4-3,-11-3-20,-5 1-22,-1 3-24,1-1-32,0 0-34,0 0-244</inkml:trace>
  <inkml:trace contextRef="#ctx0" brushRef="#br0" timeOffset="1604">1207 1124 409,'0'0'79,"0"0"-52,0 0 95,0 0-50,0 0-64,0 0-8,-12-4-15,-13 30 15,-8 6 5,-2 8 6,4 4-6,4 2-3,7 3-2,7-2 0,9-3 2,4-8-2,0-6 0,3-9 5,6-7-5,3-4 1,-2-4 2,2-4 1,3-2 13,2 0-16,0-8 21,-3-9-21,-4-2 16,-7-1-11,-3 0-6,0 1 0,0 3 2,-11 3 11,0 2-13,2 4-6,1 4 5,3 0-18,-1 3-42,1 0-63,-2 0-49,2 0-4</inkml:trace>
  <inkml:trace contextRef="#ctx0" brushRef="#br0" timeOffset="2054">1547 1439 628,'0'0'23,"0"0"4,0 0 101,0 0-48,0 0-9,0 0-49,0 7-16,0-5 5,2-2-5,-2 0 0,2 0-5,0 0 7,-2 0-5,0 0 9,0 0-7,0 0-2,0 0 1,0 0-6,0 0 4,0 0-4,0 0 0,0 0 0,0 0-22,0 0 6,0 0-7,0 0-4,0 0 8,0 0-6,0 0 2,0 0-19,0 0-17,0 0-11,0 0-51,0 0-77,0-6-7</inkml:trace>
  <inkml:trace contextRef="#ctx0" brushRef="#br0" timeOffset="2850">1969 1073 312,'0'0'32,"0"0"11,0 0-6,0 0 4,0 0-18,0 0-15,11-53-6,-4 52 8,1-1 10,1 2-6,7 0-5,8 0 1,3 7-10,8 9 2,1 4-3,-4 5 1,-10 3 0,-7 5-1,-10 2 0,-5 0-5,-8 1 10,-19-4-4,-6-4 7,-6-2 13,-4-5-4,4-5 1,5-1-5,7-4 11,10-2-3,8-4-4,4 0-11,5-5-4,0 0-1,0 0 6,0 0 2,0 0-1,0 0 4,0 0 7,0 0-3,5 0-4,1 0-4,4 0-6,-3 0 3,-1 0 5,0-2-9,-3 1 1,1 1 6,-4-2-7,0 2 3,2 0 0,-2 0-3,0 0-4,0 0 4,0 0-8,0 0-3,0 0-8,0 0-3,0 0 6,0 0 15,0 0-5,2 0 6,-2 0-2,0-1 2,1-1-1,-1 1 2,2 0-1,-2 1 6,0-2-6,0 2 1,0 0 0,0 0 1,0 0 3,0 0-3,0 0 0,0 0-1,0 0 9,0 0-5,0 0 1,0 0-2,0 0-3,0 0 1,0 0 0,0 0-2,0 0-2,0 0 0,4 0 2,5 0-3,7 0 3,6 2 2,1 0 1,1 1 5,1 0-8,-1-1 5,0-2-5,0 0 1,-3 0 3,-3 0-3,0 0 1,-5 0-2,1 0-7,-7 0-4,-2 0-18,-4 0-32,-1 0-85,0-2-37</inkml:trace>
  <inkml:trace contextRef="#ctx0" brushRef="#br0" timeOffset="3785">2630 1154 481,'0'0'12,"0"0"-3,0 0 83,0 0-33,0 0-49,0 0-1,-52-24-8,36 40-1,5 2-7,4 5 1,4-1 3,3 4 1,0-2-5,4 2 7,11 0 0,4-2 1,-2-2 5,-1-1-6,-2 1 5,1-1-3,-5-1-2,0-2 4,-4-1-1,-1-3-1,-2-1 8,-3 0-9,0-4 3,0 0-4,0-4 0,0-2 3,-11 0-3,-9-3 1,-7 0 2,-4-4-3,-1-13-70,2-6-34,7-8-108</inkml:trace>
  <inkml:trace contextRef="#ctx0" brushRef="#br0" timeOffset="4155">2584 1037 496,'0'0'24,"0"0"51,0 0-12,94-51-21,-57 49-31,5 2-10,0 0-2,-2 0 1,-3 12-11,-4-2-86,-3-6-86</inkml:trace>
  <inkml:trace contextRef="#ctx0" brushRef="#br0" timeOffset="4380">3332 1035 556,'0'0'0,"0"0"-43,0 0 43,-13 72 13,3-19 27,-3 5 9,-4 1-26,-5-1 6,-2-8-15,-1-5 1,2-13-15,4-10 8,3-9-1,7-7-4,4-3-3,2-3 17,1 0 1,1-19 22,1-11-34,0-7-6,7-5-6,14 3 6,6 2 0,-1 6 0,4 9-2,-2 3 0,0 9 2,-4 6-4,-2 4 1,-4 0 3,-1 9-10,-4 12-5,-3 6-1,-2 5 16,-7 4 2,-1-3 3,0 0-4,-14-3 0,-4-7-1,-8-2 2,-5-6-2,-3-5 16,2-5-13,5-5-3,7 0-28,8-4-10,9-13-87,3-6-27</inkml:trace>
  <inkml:trace contextRef="#ctx0" brushRef="#br0" timeOffset="4830">3476 1353 289,'0'0'186,"0"0"-186,0 0 0,0 0 64,-12 72 24,3-48-31,2-2-39,1-3-10,0-5-8,1-1-13,-2-6-63,4-7-121</inkml:trace>
  <inkml:trace contextRef="#ctx0" brushRef="#br0" timeOffset="5143">3871 1140 570,'0'0'0,"0"0"-17,0 0 17,-17 99 28,14-58 2,3-5-18,0-2 1,13-9-8,4-3 7,2-9-8,-1-8 10,6-5-3,1 0 0,3-18-8,-1-10-2,-7-5-1,-4 3 0,-7 5-8,-6 8 6,-1 9 2,-2 5 15,0 3 2,0 0-17,0 2-1,0 14-36,0 11 35,0 4 2,3 3 0,1 1 0,-1-1 14,0 0-5,0-1 6,-2-2 8,2-8-8,-3-6-9,0-8 0,0-6-6,0-3 2,-13 0 14,-13-10 24,-15-13-40,-9-5-19,-5-7-83,3-3-114,9-6-174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2:07.495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921 0 16,'0'0'13,"0"0"-11,0 0-2,0 0 0,0 0 5,0 0 8,12 0 13,-9 3-4,-1 1-6,1 1 1,1 4 8,1 0-13,0 3 10,1 3 11,-1 4-20,1 1 2,-3 3 3,0 4-3,6 5 11,-5-1 3,4 4-12,-1 0-6,1 2-8,2 0 2,1 2-4,-2 1 1,-1 1 0,-2 5 2,-1 0-4,-2 4 0,0-2 5,-3-2-2,3 1-2,-3-5-1,3-1 4,-1-3-4,0-1 0,1 1 1,-1 0-1,-1 0 1,-1-1 1,2-2 2,-1 2-8,-1 1 10,2 2-6,-2 0 3,1 0 5,-1-2-4,2-1-8,-2 1 2,0-2 2,0 0 0,1-1 8,-1 0-5,0 1 0,0-1-3,0 2 1,0-4 2,0-3 0,-3-3 7,0 0-3,-3 1 0,1 3 1,-3 0 10,2 0-6,0-4-9,1-5 2,2-8-3,2-7-2,1-4 4,0-3-2,0 0 11,0 0 1,0 0-3,-3 0-11,0-3-13,-3-4-61,-3-1-31,3 0-85</inkml:trace>
  <inkml:trace contextRef="#ctx0" brushRef="#br0" timeOffset="1299">5 595 3,'0'0'36,"0"0"36,0 0-16,0 0 9,0 0-17,0 0-26,-10 0-4,10 0-10,0 0-4,0 0 1,0 0-5,3 0-11,13 0 11,12 0 10,13 0 14,8-7 1,0-3-20,-1 0 3,-9 0-6,-5 4-2,-7 0-6,-5 0-22,-5 2-27,-7 0-75,-4 1 18</inkml:trace>
  <inkml:trace contextRef="#ctx0" brushRef="#br0" timeOffset="1574">147 585 72,'0'0'59,"0"0"-59,0 0-24,0 0 24,0 0 6,0 0 9,10 33 19,1-14 7,-2 5 3,1 3-8,-1 6-21,-1 3 14,-2 1-16,-2 4-1,0 0 2,-1 0-2,0 3-12,2-2 4,-2-2-4,3-4 0,4-5-26,-4-7-16,2-10-74,1-11-62</inkml:trace>
  <inkml:trace contextRef="#ctx0" brushRef="#br0" timeOffset="1904">500 790 306,'0'0'1,"0"0"0,0 0 21,0 0-13,0 0-1,0 0-4,-41 17-3,33 4 2,-4 4-2,-1 2 8,4 0-9,0-2 4,6-2-8,1-5 9,2-2-10,0-8 3,0-2-2,8-6-2,4 0-4,6-7 9,-5-14-1,2-5-6,-3 1 1,-6 2 7,-3 4 3,-3 3 3,0 5 7,0 2 8,0 3 33,-4 4-9,2 0 3,2 2-32,0 0-15,0 0-1,0 3-17,0 16 9,0 3 8,0 5 1,0 1-1,2-2-3,8-1 3,2-3 0,-3-5-2,6-4-3,-5-6-15,1-5 18,2-2-6,2-6 1,1-17 4,-2-6 1,-1-2 1,-5 2 1,-2 4 0,-3 7 3,-2 4-1,-1 4 1,0 4-3,0 5 26,0 1 3,0 0-23,0 0-6,0 0-8,0 5 0,0 11 3,0 5 4,0 3 1,2 1 1,2 4 2,-1-6-4,0 2 2,3-7 0,-3-4 0,0-4-1,0-4-2,0-6-51,0-2-29,4-20 17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3:41.711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99 66 10,'0'0'69,"0"0"-6,0 0 2,0 0-1,0 0 18,0 0-9,0-34-37,-1 34-6,-2 0-30,-5 7-17,-5 16 17,-4 7 6,-2 5 2,4-1 10,2 0-17,7-6 13,6-3-8,0-5-6,0-6-8,16-3 3,8-4 5,10-3 6,9-2 2,-1-1 10,0 2-9,-8 3-3,-4 2-3,-7 5-3,-2 1 0,-5 2 0,-6 2-3,-2 2 4,-4 2-1,-4 4 4,0 0 1,0-2-3,-1-1-1,-10-4 13,-3-4-7,-5-2 13,-6-2 10,-5-4-4,-3-3-11,1-4-9,2 0-2,5 0-2,2-14-2,5-6-13,3-6-22,9-13-47,6-7-28,0-9-144</inkml:trace>
  <inkml:trace contextRef="#ctx0" brushRef="#br0" timeOffset="502">229 65 391,'0'0'51,"0"0"26,0 0 14,0 0-13,0 0-51,0 0-27,27-15 0,0 13 4,7-1-2,9 0-2,2 0 5,1 2-5,-3 1-31,-1 0-26,-2 0-53,-2 0-10,-5 0-100</inkml:trace>
  <inkml:trace contextRef="#ctx0" brushRef="#br0" timeOffset="750">821 23 487,'0'0'19,"0"0"1,0 0 75,0 0-22,0 0-56,0 0-17,-1-23-16,29 23 16,14 0 1,6 0-1,-2 0 3,-9 0 0,-10 0-1,-13 0-2,-6 0 2,-6 0 0,-2 0-4,0 0 2,0 6-13,0 8 7,-7 7 6,-2 5 10,-2 6 0,2 3 2,-1 3 9,2 3-15,1 1 6,1 2-12,-2 1 5,4 0 3,1-2-2,1-5-6,1-6-4,1-6 4,0-6 0,0-4-8,0 0-28,0-5-35,1-4-109,7-5-76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3:40.405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349 140 138,'0'0'10,"0"0"4,0 0 15,0 0-1,0 0-25,0 0 1,0 0 0,-15 0-1,12 0-3,0-1 10,0-3-8,-3 0 5,2-1-3,-1 0-4,1-1-6,0 1-3,-2-1-10,-2 0 7,-1-1-10,-2 2 14,1-3-28,2 1 26,4 2 2,1-3 8,3 3 9,0-1-2,0 1 18,0-1 2,0-1 28,0 2-2,0-2-29,0 0-7,3 1 29,-2 2-29,2 4 12,-3 0 2,0 0 11,2 0-19,-2 0 2,0 0-2,0 4-10,0 10-13,0 10-4,0 11 4,0 10 20,-5 8 21,-4 3-12,-1 6-3,3 6-4,-1 2-9,2 5 1,-3 2-4,2 5 4,2 7-6,2 4-5,3 6 3,0 4-6,0-2 8,-1-2-6,-8-5 4,-3-6-3,-3-4 0,-3-5 3,1-6-2,0-5-1,-1-4 1,3-3-3,-1-8 1,1-6-2,2-10 1,5-8 1,3-9 2,2-9 0,3-4-4,0-3 1,0-3 1,0 1-2,0 1-8,0-1 8,0 5 0,0 2 1,0 2-4,0 2 5,0 3-4,0-1 2,0 5 0,0 0 4,0 3-4,0 0-2,0 0 2,0-2 5,0-5-5,0-6 0,0-6 0,0-3 3,0-1 2,0 0-4,0-3-1,0-11-14,6-4-81,-1-2-2,2 4 6,-3 1-13,-2 1 6,-2-2 21,0-1 38,0-4-17,-12-4-103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4:26.917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36 545 420,'0'0'7,"0"0"-7,0 0 35,0 0 5,0 0 45,0 0-68,0 0-17,0 0 0,-14 29 4,26 25 20,-1 7 6,-4 2-3,-1 4 6,-4 0-13,-2-5-12,0-4-2,0-10-1,0-13-5,0-9 0,0-13-3,0-11-15,0-2-8,0-31 21,0-22-134,0-16-60,0-5-78</inkml:trace>
  <inkml:trace contextRef="#ctx0" brushRef="#br0" timeOffset="240">22 570 82,'0'0'109,"0"0"14,-21-75-45,20 68 28,1 7-38,0 0-61,14 19-7,14 13 0,13 10 36,4 5 18,9 1-11,6-1-10,-1-4-11,1 0-18,-8-4 3,-9-3-7,-7-6-4,-7-6 4,-7-5-15,-7-9-13,-4-6-8,-3-4-29,-2-6-17,2-21 23,-4-12-148</inkml:trace>
  <inkml:trace contextRef="#ctx0" brushRef="#br0" timeOffset="495">518 354 217,'0'0'135,"-30"-74"-12,17 51-21,2 10 54,8 9-71,1 4-33,2 0-52,0 20-8,0 15 8,14 16 10,4 9 16,-3 8-18,0 7-3,-5 1-4,-2-1 4,2-3-5,5-6-20,7-6-48,11-11-68,5-15-58,3-19-48</inkml:trace>
  <inkml:trace contextRef="#ctx0" brushRef="#br0" timeOffset="758">1001 590 581,'0'0'12,"0"0"-5,0 0 39,-98-9 9,74 36-32,4 10-18,7 8-1,7 3 1,6 3-5,0-3 6,21-3-6,6-7 0,2-5-4,4-9 4,0-10 5,-2-9 8,-1-5-7,-1-16 10,-3-19-7,0-11 4,-5-6 2,-8-2-12,-8 3 5,-5 6-8,-15 8-2,-13 8-4,-8 9 6,0 7-3,1 8 3,7 5-30,7 1-77,11 13-79,4 2-79</inkml:trace>
  <inkml:trace contextRef="#ctx0" brushRef="#br0" timeOffset="1118">1185 584 525,'0'0'30,"0"0"4,0 0 44,0 0-39,88-40-22,-44 45-3,0 17-5,0 10 2,-5 4-11,-5 5 5,-8 5-5,-10-3 0,-13 0 0,-3-7-1,-9-6 2,-13-6 1,-1-10 5,1-9 0,1-5 15,2-2-6,1-25 22,10-13-11,7-12-24,1-6 1,17-2 2,14 2-6,12 5-1,3 9-1,2 5-16,0 8-31,-2 9-57,-6 6-65,-2 6-87</inkml:trace>
  <inkml:trace contextRef="#ctx0" brushRef="#br0" timeOffset="1454">1913 482 363,'0'0'27,"0"0"-19,0 0 39,23 80 55,-7-41-31,-3 5 17,-1 1-52,-6-1-3,-3-2-7,-3-5-21,0-8 1,0-6-2,0-12-3,0-5 2,0-6-2,0-7 13,-2-20 6,-7-16-20,5-13-17,4-4 14,0-1 2,0 7-2,12 9 3,0 14 4,-3 10-4,-3 10 0,0 8-2,5 3-2,6 4-16,7 18 7,3 8 12,-4 3-1,-3 0 1,-4-4 2,-2-8-1,-4-7 3,-4-7-3,-1-7 2,-1 0-2,5-26 20,4-16-13,3-9-7,-2-6 0,-2 5 1,-3 5 1,2 9 3,-4 11-1,-1 9-4,-1 8 3,0 7 5,-2 3-8,5 0-13,3 17-1,3 13 5,-2 9 9,-3 10 17,-3 8-3,-3 4-7,0-1 8,3-2-14,2-4 2,5-6-3,2-7-24,4-6 9,1-11-27,7-10-65,7-14-72,6 0-82</inkml:trace>
  <inkml:trace contextRef="#ctx0" brushRef="#br0" timeOffset="2062">2952 521 394,'0'0'79,"0"0"37,0 0 47,0 0-69,-71-75-44,35 75-35,-3 4-14,0 22 5,5 6-5,9 5-1,7-2-3,12-2-4,6-4 7,0-4-26,9-6-7,18-8 4,6-9 9,8-2-10,6-15-7,-1-16 5,-7-4-20,-10-2 12,-10 5 40,-8 5 13,-6 7 7,-4 9 31,-1 4 8,0 5-4,0 2-28,0 0-27,0 17-14,0 9 9,2 5 1,10 1 2,6 1 0,-1-5 4,5-3 2,1-3-1,4-8-3,3-7 0,3-7-7,3 0 15,0-24-5,-1-12-2,-2-8 10,-9-14-9,-3-12 7,-9-9-7,-5-5 2,-5 0-4,-2 8 6,0 13-2,-2 15 5,-7 16 49,2 13-7,4 11 3,1 5 1,2 3-55,0 14-5,0 27-22,0 18 25,0 15 2,0 5 11,6 1-10,-1 4 3,2 0-2,2-3 2,3-4-4,3-8-1,2-7-3,0-6-23,0-6-42,-1-12-42,-7-15-106,-4-15-211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4:29.977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70 162 416,'0'0'24,"0"0"25,0 0 35,0 0-11,0 0-69,0 0-4,6 17 0,12 32 8,3 19 31,-5 11 0,0 5 17,-5 0-14,-2-2-13,0-1-20,-3-2-8,0-8-2,0-4-25,1-9-52,-1-12-61,-3-14-16,-1-18-176</inkml:trace>
  <inkml:trace contextRef="#ctx0" brushRef="#br0" timeOffset="248">140 693 495,'0'0'13,"0"0"21,-15-95 17,15 74 12,19 6-24,14 8-27,12 7-5,10 0-7,8 16 0,0 14 5,-1 11 0,-10 7 0,-14 4-5,-17 4-7,-21-5-11,-6 0 18,-39-6 2,-15-4 2,-8-7 4,-1-10-5,2-8 0,6-9 13,5-7-15,6 0 11,12-11-7,10-11 16,10-1-15,9 5-6,8 5-5,1 5 5,0 6 12,16 2-10,7 0-2,8 0-11,3 14 11,6 5 6,1 4 0,-2-2-5,2 0 8,-3-4-6,-2-4-2,-2-9 0,2-4 3,2-3 8,4-22-11,5-12 8,-1-12-9,-6-11 2,-7-9-2,-6-5 0,-7 3-1,-6 7 1,-7 15-1,-7 14 4,0 11-2,0 10 6,0 5 26,0 8 14,0 1-34,0 4-13,-2 24-29,0 13 23,1 14 4,1 5 2,0-3-2,10 0 1,9-6-2,8-9 0,3-8-2,-3-11-1,0-12 2,-2-11-1,2 0-5,7-30 8,2-12-1,3-13 1,-3-7 1,-8-5 1,-4 4-1,-8 6 1,-7 9-2,-6 10 4,-3 10-2,0 8 20,0 9 22,0 6-9,0 3-10,0 2-23,0 0-10,2 20-15,7 11 22,2 10 3,0 5 0,3 5 0,0 0 1,1 1 3,2-5-1,-1-5 0,2-5-3,3-5-5,-3-5 5,1-7-1,-2-7-1,-1-6 2,2-7 5,4 0-3,8-17 10,6-13-1,3-8-11,-4-9-2,-2-8-10,-4-5-7,-10-1 3,-6 4 2,-9 5 7,-4 8-3,-11 5 2,-14 7-6,1 4 14,5 11 5,7 6 1,5 10 9,7 1-15,0 10-22,0 17-11,19 8 29,9 3 0,9 3 4,0-2 0,-1 0-1,-4-1-2,-6-2-5,-9 1 3,-7-3-3,-7-3-2,-3-1 4,0-4 5,-10-2 2,2 1 2,7-7-2,1-3-1,0-4-9,18-5 9,10-6 1,8 0 7,4-13 3,1-10-11,0-14 9,-3-10-7,0-11 0,4-9-2,-8 1-6,-5 3-1,-13 11 5,-13 10-2,-3 7 3,-4 7 1,-11 7 7,1 9 0,5 6 16,6 5-14,3 1-9,0 7-23,0 15-13,15 9 28,9 6-2,5 1 10,2 2 7,0-1-2,-1 1-3,-2-1 0,-1 1-2,-3-2 0,-7-1 4,-7-8-4,-7-5 0,-3-7-13,-9-9-10,-11-3 15,0-5 8,0 0 0,8 0 11,8-7 8,4 1-13,0 3 1,10 0-8,20 2 1,9-1-4,6 1 4,0-3 0,-4-3-1,0-6 1,-3-6 9,0-8-8,0-7 3,-2-9 4,-3-7 4,-2-11-7,-5-7-4,-5-12 0,-5-8 0,-5 1 3,-4 9-4,-7 16-5,0 17 5,0 12 12,0 13 1,-3 7 24,0 7-5,3 5-7,0 1-25,-1 7-7,-1 21-17,-2 17 20,-1 15 4,-1 13 3,1 4-3,0 4 0,2-5 0,0-5 2,1-4 1,2-5-6,0-4-2,0-6 4,0-6-22,0-10-38,0-9-38,0-16-74,0-11-151</inkml:trace>
  <inkml:trace contextRef="#ctx0" brushRef="#br0" timeOffset="2100">2578 322 828,'0'0'47,"0"0"-26,0 0 40,0 0-33,101-31-10,-4 22 0,17 0-11,-4 0-2,-13 0-1,-21-1-4,-19 2 3,-18-3-8,-12 2 10,-13 2-3,-9 0 3,-5 3 9,0-3-14,0 0-21,-16 1-77,-14 4-64,-8 0-83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4:40.790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0 694,'0'0'13,"0"0"2,0 0-1,0 0-14,0 0-4,0 0-26,27-3-44,-18 19-74,-6 0-181</inkml:trace>
  <inkml:trace contextRef="#ctx0" brushRef="#br0" timeOffset="1958">1174 206 495,'0'0'1,"0"0"-1,0 0-74,0 0-268</inkml:trace>
  <inkml:trace contextRef="#ctx0" brushRef="#br0" timeOffset="5699">6672 63 368,'0'0'168,"0"0"-165,0 0-3,0 0-59,0 0-265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4:37.791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348 699 191,'0'0'21,"0"0"27,0 0 1,0 0 13,0 0-19,0 0-16,0 0-3,0 0-7,6-51-1,-6 49 0,0-2 10,0 0 0,0-2-7,0-1-5,0-1 12,0-2 12,-6 0-22,-4-4 0,-5 1-11,4 0 9,-5-1-14,1 3 13,-1 1-8,-2 2-5,-3 4 0,-3-1-6,-4 5 6,-2 0 0,-1 2-1,-1 11 1,7 3-1,1 3-6,6 0 5,9 3 1,6 0-3,3 5-7,5 4 1,17 2 7,8 2-2,4 3 5,5-3 6,3-1-3,1-6-3,0-4 0,2-3-2,-5-1 2,-1-1-3,-6 0 2,-5 2 1,-7 3 0,-6 2 1,-8 0-2,-7 3-4,0 1-15,-8-2 20,-15-2 8,-4-3-8,-4-4 4,-5-5 2,-4-6-6,1-5 18,-3-3-11,-2 0 8,2-6 4,6-4 6,9 1-18,8-1 2,8 3-5,7 2 0,2 4-3,2 0-1,0 1-19,0 0-54,14-2-44,11-1 19,8-4-44</inkml:trace>
  <inkml:trace contextRef="#ctx0" brushRef="#br0" timeOffset="831">748 594 266,'0'0'23,"0"0"12,0 0 25,0 0-11,0 0-22,0 0-5,-9-24 11,9 24 4,0 0-30,0 6-7,0 14 1,0 9 43,3 12 10,0 10-9,-3 8-8,0 7 4,0 2-21,-6-1-12,-4-5-4,2-3 0,2-4-4,6-4-7,0-9-45,0-8-36,3-10-57,3-15-31</inkml:trace>
  <inkml:trace contextRef="#ctx0" brushRef="#br0" timeOffset="1153">590 1063 267,'0'0'227,"0"0"-215,0 0-12,0 0-31,0 0-3,0 0 28,42-10 5,-17 17 1,0 1 0,1-2 3,-1-2 9,4-4 13,5 0 29,3 0-2,5-15-11,4-5-28,-4-4 1,0-4-6,-9 0 6,-11 1 2,-7 1 7,-12 5-21,-3 2 23,0 1-5,-15 4-5,-2 4-13,-3 5 0,-1 5-1,0 0-1,-5 17 2,1 11-4,3 4 4,5 7 0,7-3 7,4 2 0,6-2-4,0-3 0,16-2 1,8-2 1,9-4-2,4-7 8,10-3-8,8-8-2,3-7-3,3 0-18,-4-5-40,-9-9-54,-4-3-34,-8-1-86</inkml:trace>
  <inkml:trace contextRef="#ctx0" brushRef="#br0" timeOffset="1620">1581 946 286,'0'0'84,"0"0"22,0 0-68,0 0 2,0 0-13,-102-44 6,77 46-22,1 17-2,7 4-9,4 1 0,4 2 3,6 0-3,3-3-1,0-4-4,0-2 2,18-7-10,6-6 2,7-4-1,2 0 5,0-14-2,-5-8-7,-5-2 12,-6 1 0,-8 0 4,-6 8 14,-3 4 5,0 5 25,0 5 9,0 1-27,0 0-26,-7 14-11,-2 8 11,2 5 5,4-1-3,3-1-4,0-2 3,10 0-1,11-4 0,1-6 5,2-8-1,3-5-2,6-4 3,1-23 1,2-13-4,-3-7 4,-5-15-6,2-13-9,-5-9 2,-4-2-3,-6 7-1,-6 11 11,-9 14 16,0 5 16,-1 12-8,-10 5 10,2 12 2,2 11 15,4 4-39,-2 5-12,2 5-1,-1 20-16,-3 13 16,2 12 1,2 6-1,0 5 3,3 5-4,0 3 4,0-1 3,6-6-5,9-7 0,1-8-7,4-11 1,0-6-5,3-10-16,-1-9 25,2-8-5,0-3 7,2-9 1,2-17 5,0-9-6,-1-5 0,-3-10 1,-6-2-2,-3 4-23,-9 7 14,-5 13 9,-1 12 1,0 8 6,0 8 26,0 0-13,0 1-19,0 19-17,-6 10 17,0 5-2,6 2 2,0-5-1,0-4 0,9-5-13,6-7 5,3-6-9,6-8 8,1-2-10,9-1 5,-1-16 2,-3-3 7,-5 3 4,-8 3 2,-7 4 0,-5 8 3,-4 0 5,-1 2 9,0 0-11,2 0-6,2 7-8,4 6 8,5-1 5,5 0-4,4-4 1,4-2-2,2 0-5,3-5 5,1 0-2,-4-1 4,3 0-3,-2-4 2,-1-9 1,3-4 0,-3 1-1,-2-3 0,0-1-1,-6-2 7,-1-6-7,-2-3 5,-5-4-2,-3 2-2,-3 6 5,-6 6 10,0 9 12,0 8 7,0 4-1,0 0-34,-6 7-3,-4 19-7,-4 11 5,1 6 10,1 5 0,6 2-3,3-2 3,1 1-1,2 3-1,0 2 2,0 1 5,0 0-2,2-7-7,-2-5 11,0-6-8,0-8-3,-5-8-1,0-9 0,0-5 1,2-4 2,-1-3-3,-7-1 4,-7-20-4,-10-14-56,1-14-44,0-17-123</inkml:trace>
  <inkml:trace contextRef="#ctx0" brushRef="#br0" timeOffset="4267">3602 330 269,'0'0'37,"0"0"54,0 0-22,0 0-44,0 0-25,0 0 0,-3 71 5,3-16 20,0 6-15,0 5 18,0 4-14,0 4 15,0-3-8,-4-7-16,1-12 1,-2-13-6,1-11 2,-1-11-2,1-9 1,2-7 1,1-1 4,-4 0 11,-2-16 13,-2-14-15,6-10-15,3-6-15,0-4-7,0 4 15,9 6 4,4 10 1,1 8 4,2 8-2,7 10 3,2 4-6,9 0 2,2 13-2,1 15-5,-7 10 16,-4 9-7,-7 2 2,-10 0 9,-9-5-5,0-3-6,-12-7 5,-15-6-2,-9-5 6,-6-7-3,-7-4-3,0-10 7,7-2-9,6-9-2,11-15-10,13-10-80,12-3-58,12-1-247</inkml:trace>
  <inkml:trace contextRef="#ctx0" brushRef="#br0" timeOffset="4762">3911 721 427,'0'0'48,"0"0"-48,0 0 0,0 72 31,0-34 28,-6-1-24,0-3-24,3-3-6,2-4-5,1-8-50,0-9-81,1-10-219</inkml:trace>
  <inkml:trace contextRef="#ctx0" brushRef="#br0" timeOffset="5115">4229 312 554,'0'0'28,"0"0"-10,0 0-16,0 0-2,0 0 0,-5 99 28,-1-36 24,-1 6-27,3 4 1,4 0-11,0 2 5,0-7-17,0-4-1,8-9 1,4-8-3,0-6-32,3-10-26,2-9-20,5-12-24,2-10-57</inkml:trace>
  <inkml:trace contextRef="#ctx0" brushRef="#br0" timeOffset="5392">4047 634 632,'0'0'26,"0"0"0,0 0-21,0 0-5,0 0-2,133-9 2,-54 9 5,1 6-5,-7 1-103,-10-2-54,-14 0-70</inkml:trace>
  <inkml:trace contextRef="#ctx0" brushRef="#br0" timeOffset="5722">5312 495 384,'0'0'35,"0"0"18,0 0-5,-94-24-23,72 24 12,4 9-23,-2 11-10,8 7-2,3 3-4,9 6-3,0 1 3,14 0-12,19 5 2,7 0-10,3-1 22,-4-1-6,-5-4 6,-8-4 5,-11-2-3,-5-3 13,-6-6 0,-4-3 2,0-4-7,0-4 4,-10-3-7,-14-4 12,-6-1 15,-6-2-7,2 0-23,0-12 11,5-5-5,6 0-4,2 1-6,9 3-10,7 3-10,5 0-81,0 2-58</inkml:trace>
  <inkml:trace contextRef="#ctx0" brushRef="#br0" timeOffset="6224">5877 911 74,'0'0'543,"0"0"-491,0 0 84,0 0-71,0 0-9,0 0-36,33-12-14,18 12-6,15 0 7,10 0-6,-2 0-1,-1 0 1,-10 4-1,-5-1 0,-8-2-3,-6-1-9,-5 0-1,-8 0-5,-7 0-22,-7 0-43,-7-7-64,-6-1-50,-2 0-153</inkml:trace>
  <inkml:trace contextRef="#ctx0" brushRef="#br0" timeOffset="6510">6350 670 463,'0'0'19,"0"0"37,0 0 30,0 0-13,0 0-73,0 0 2,57 0-2,-11 27 8,2 3-8,-5 5 2,-7 1 0,-9-2 2,-8 2-4,-10-2-4,-6-5 3,-3 0 1,0-5 0,-4-2 8,-11-2-5,-6-1 2,-4-3 26,-4 0-19,1-4 7,1 1-13,0-2-6,-1 1-8,-1-1-53,1-2-91,3-4-146</inkml:trace>
  <inkml:trace contextRef="#ctx0" brushRef="#br0" timeOffset="197249">1378 25 285,'0'0'0,"0"0"-50,0 0 35,0 0 9,0 0-5,0 0-12,0 0 23,-18-16 2,18 16 2,0-2-4,1 2-6,4-2-43,1-3-41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4:45.379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7 138 60,'0'0'120,"0"0"-82,0 0 12,3-85 15,3 67-27,-1 3 32,-1 4-5,-1 5-9,-1 3 14,-2 3-14,0 0-49,0 18-7,0 16 0,0 14 15,-2 13 30,-7 2-9,0 1-9,2 0-5,4-1-9,3-1-13,0-4 3,0-5 0,0-9-3,4-10-8,-1-7-34,0-13-50,0-7-58,5-7-14,5-13-177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4:45.815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4 304 389,'0'0'45,"0"0"-42,0 0 1,0 0 42,21 118 22,-18-60 0,-3 6-26,0 2-6,0-2-12,0-9-7,0-9-13,0-13-2,0-11 0,0-9 4,0-7-6,0-6 0,-1 0 13,-7-22 19,0-13-11,1-13-21,5-7-6,2 0 3,0 6-5,12 8 1,8 10 7,5 10 0,5 4 0,4 10-3,2 5 3,3 2-4,1 9 4,0 16 0,-5 7 1,-5 8 3,-11 2 4,-9-1-8,-10-4-2,0-6 1,-22-4 1,-15-5 0,-14-4 17,-1-5-14,6-8 0,10-5 8,7 0-11,9-18-6,5-2-21,7-4-85,8-1-50,0 3-128</inkml:trace>
  <inkml:trace contextRef="#ctx0" brushRef="#br0" timeOffset="502">660 479 648,'0'0'0,"0"0"0,0 0 0,-20 102 55,9-62-33,5-1-14,3-6-8,3-6-29,0-10-99,3-13-85</inkml:trace>
  <inkml:trace contextRef="#ctx0" brushRef="#br0" timeOffset="854">1183 0 468,'0'0'53,"0"0"39,0 0 2,0 0-63,0 0-23,0 0-8,6 72 23,-6-24 19,0 6-20,-9 7 34,0 1-16,-2 1-17,5 1-4,0-5-11,2 0 3,4-4-8,0-2 2,0-10-5,0-7-2,6-11-1,4-7-17,4-5-24,1-9-24,7-4-26,5-3 13,0-20-69,-3-10-120</inkml:trace>
  <inkml:trace contextRef="#ctx0" brushRef="#br0" timeOffset="1176">957 366 638,'0'0'55,"0"0"5,0 0 30,0 0-64,0 0-13,114-6-13,-20 19 21,7 0-19,-1 0 1,-10-5-4,-14-2 1,-15-2-1,-19-3 0,-21-1-3,-13 0 4,-5 0 10,-3 0 8,0 0-18,0 0-31,0 0-34,-10 0-34,-2 0-56,-3 4-129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5:00.397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5 1627 13,'0'0'0,"0"0"0,0 0 5,0 0 1,0 0 14,0 0 33,0 0-6,0 0-6,24-50-13,-24 47-11,0 0-10,0 0-2,0 1-3,0 0-1,0 0-1,0 2 0,0-2 3,0 2-6,0 0 3,0 0-4,0 0-59,0 3-55</inkml:trace>
  <inkml:trace contextRef="#ctx0" brushRef="#br0" timeOffset="698">8 1851 26,'0'0'54,"0"0"4,0 0-10,0 0-15,0 0 0,0 0 14,-6-5 1,6 4 7,0-2-3,-1 3-11,1-1 0,0 1 10,0 0-7,0 0-12,0 0-16,0 0-9,0 0-7,6 0-1,21 0 1,14 0 0,13 1 5,17 0-6,19-1 5,18 0-4,14 0 1,5 0 1,-3 6 1,-11 1-3,-12 2 0,-11-2-2,-17 1 2,-12 0-5,-18-4 3,-17 0-7,-16-1 2,-7-2-5,-3 1 12,0-2-14,0 1 10,0-1-8,0 0 9,0 0 2,0 0-24,0 3-27,0 1-16,0-1-23,-7-3-85</inkml:trace>
  <inkml:trace contextRef="#ctx0" brushRef="#br0" timeOffset="1221">1018 1511 256,'0'0'40,"0"0"20,0 0-2,0 0 1,0 0-3,0 0-15,-3-24-30,24 24-11,13 0 8,8 6 3,7 6-7,1 5 3,2 2-2,-2 4 2,-2 7-7,-3 4 0,-5 5 0,-5 0-2,-5-3 2,-8-2 0,-9-4 0,-5-2-5,-8-3 3,0 1-3,-17-2 3,-8-1 2,-6 3 3,-10-2 11,-3 1-14,-1 1 5,1-1-4,1 1-1,9-1-33,7 0-40,9-3-99</inkml:trace>
  <inkml:trace contextRef="#ctx0" brushRef="#br0" timeOffset="4320">2695 1621 32,'0'0'5,"0"0"0,0 0 2,1-78-6,-1 61 3,0 2 3,3-1 14,2 2-11,-2 1 5,-1 2 8,-1 1 6,-1 2-3,0-1 13,0 2-12,2 1 21,-2 1 5,0 0-17,0 3 8,0 0 16,0 2-25,0 0-11,0 0-23,0 10 2,0 14-3,0 12 5,-10 13 11,1 10 8,-1 6-8,1 2 16,5-4-14,-1-8-7,5-4 6,0-6-17,0-5 0,0-7 6,0-6-5,0-7-2,0-7-22,0-8-52,0-5-74,0-12-63</inkml:trace>
  <inkml:trace contextRef="#ctx0" brushRef="#br0" timeOffset="4749">2640 1460 254,'0'0'14,"0"0"44,0-96-3,6 69 11,9 6-19,0 4-13,5 5 7,3 5-13,4 4-25,4 3 19,2 0-17,-1 7-4,-6 11 3,-5 6-4,-10 4-7,-11 5 7,0 2-4,-14 2 4,-16-3 1,-3-1 0,3-2 4,4-6 1,8-5-5,7-7 1,5-6 2,6-2-4,0-3-6,0 3 6,11-1 0,13 3 1,6 1 0,2 3 7,3 5-7,-4 4-1,-3 4 0,-4 4 4,-6 4-4,-5 0 0,-8-2-2,-5 0-1,0-3-7,-22-2 10,-7-2 1,-3-7 1,-6-5-1,2-7 13,3-4-4,4 0-1,3-4-6,4-12 2,4-2 1,2-2 5,5 1-4,2-1-3,2 1-4,2 4-6,4 0-15,1 4-22,0 3-15,0 4 3,3 1-28,13 0-143</inkml:trace>
  <inkml:trace contextRef="#ctx0" brushRef="#br0" timeOffset="5775">2688 1223 42,'0'0'108,"0"0"-39,0 0 26,0 0-12,0 0-30,0 0-15,0-24 0,0 23-2,0-1-1,0 2 3,0 0-38,0 0-1,0 0-11,0 4 3,0 14 6,-3 11 3,-5 6 15,1 10 18,-2 10-21,1 9 28,4 11-3,2 8-8,2 1-8,0 0 3,0-8-5,0-7-11,0-7 0,0-8-1,-4-9 0,-4-9 1,-3-6-5,3-7-2,2-8 0,1-5-2,4-4 0,-1-5-16,2-1-16,0-1 14,0-17-56,0-6-109,2-3 21,7-3-145</inkml:trace>
  <inkml:trace contextRef="#ctx0" brushRef="#br0" timeOffset="7552">2209 1123 149,'0'0'24,"0"0"20,0 0 51,0 0-22,0 0-29,0 0-23,0 0 11,0-7-11,0 7 18,0 0-15,0-2-3,0 1-4,0 1 6,0-1 8,0 1-10,0 0-5,0 0-12,0 0 1,0 0-10,0 0 1,0 0-2,0 0-54,0 0-45,4 0-83,1 2 27</inkml:trace>
  <inkml:trace contextRef="#ctx0" brushRef="#br0" timeOffset="8151">2185 1312 162,'0'0'50,"0"0"23,0 0 14,0 0-18,0 0-35,0 0-11,-5-34-12,5 31 4,5 2 17,2-3-11,4 1-6,-1-2 13,4 1 8,1-2-13,1 2-5,2 0 3,-2 0-13,-2 1 13,-2 0 5,1-1-6,2 2 8,1-2-13,3 1-4,1 0 2,2 1-8,1 2-2,-2-2 3,1 2-2,0 0-4,0 0 3,-3 0-1,0 0 5,2 0-5,6 6-1,3 4 5,3 0-5,-2 2-1,-1 3-1,0-2 1,-6 2 1,-2 0 1,-6-1-2,-2 2 0,-5 1-3,1 0 1,0 1-4,0 5 12,-1-1-6,0 4 2,-1 2-1,0 2-1,-5 1 0,-2 1 0,-1 2 0,0 0-2,0 0 2,-6-2 1,-6-1 8,-4-1-8,-2-2 2,2 0 1,-4-2-2,1-1 0,0 0-1,1-1 0,1 0 5,1-4-6,2-1 0,-2-3 0,3 0 5,-4-1-3,1 0-2,-2-1 0,0-2 0,-3 1 5,-1 0-5,1-2 6,-5 0-6,1-1-3,-3 0 3,-2 0 0,-3-1 4,0-1-2,0-1 0,2 0 1,1 0-3,0-1 4,4-2-5,-1 0 6,2-2-4,0-2 0,0 0-1,0 0 2,1 0-2,4-6 11,1-1-7,1 0-4,5-2 2,1 1-4,1 2-4,5-1-18,2 2-6,1-1-35,1 1-26,2-5-1,0-2-6,2-4-16,10-3-183</inkml:trace>
  <inkml:trace contextRef="#ctx0" brushRef="#br0" timeOffset="9523">2340 1340 0,'0'0'48,"0"0"-3,0 0-12,0 0-6,0 0 14,0 0-23,-1-30 20,1 27-12,0 1 23,0-1-9,0 0-9,0-1 1,0-2-5,0 2-19,1-1 2,4-1 3,1 0-7,2 0 10,1 1-5,2-2-8,2 2-1,1 0 23,0-1-14,5 2-4,1-1-6,7 1 1,1-1 1,1 1-1,-1 1 5,-5 1-6,-1 2 10,-3 0-3,-1 0-3,2 0 6,-4 0-8,1 3 4,-2 3-7,2-1 3,3 2 2,-2 0 2,3 2-7,-2 1 2,0 0-2,2 3 1,0-1 2,-3 2 7,-2 0-10,-2 0 5,-3 2-5,0 0 0,-2-1 1,0 0-1,1 1 2,-2 1 0,0 1-2,-1 2 2,0 1-2,-1 2-2,-3 1 0,-1 0-2,-2 1 3,0 2 1,0 2 0,0-2 11,0 0 5,-2-2-15,-2-2 3,-4 2-4,-2 0-1,0-1 1,-3 1 0,0-2 1,1-4 1,-3 1 6,3-3-6,-4 1 1,-1 2-1,-2 0-1,-3 0 11,2-4-12,-3 1 0,-3-2-3,1-4 9,-5-1-6,0-1 9,3-2-3,-3-3-3,3-2 1,-1 1-3,-2-1-1,-1-2 4,-3 0-4,-1 0 4,0 0-4,2 0 3,3 0-3,4 0 3,3 0 0,2-3-3,6 1 4,2 2-3,2 0-1,-2-1 1,4 1-1,-3-3 2,-2 2-2,1 0 0,1-2-7,3 1-21,5 0-30,1-1-1,1 0-11,2-1-28,0-2-90</inkml:trace>
  <inkml:trace contextRef="#ctx0" brushRef="#br0" timeOffset="10754">3705 1739 334,'0'0'29,"0"0"12,0 0 3,-71-84-25,50 67 28,0 4-17,-2 3-6,-2 4-13,-2 5 5,-2 1-8,-3 0 6,-2 17-14,-2 6 15,3 3-9,5 3 5,4 0-1,9 1-5,3 0 0,9-1-10,3-1 3,0-4 2,16-4 7,7-7-6,2-5 7,7-6 3,2-2-1,-2-2-7,0-16 10,1-6-5,-4-5 0,-4 3-6,-6 1-1,-7 5 2,-3 4 1,-8 8 5,-1 2-2,0 5 36,0 1-17,0 0-26,0 2-1,0 17-18,0 5 17,-6 6 2,2-3-6,3 3 10,1-1-8,0-3-2,0 1 0,11-3 6,0-4 2,2-8 2,-1-3-1,3-6-1,4-3 6,5 0-7,3-14 9,4-11 3,-1-8-12,0-7-1,-2-5-2,-3-5 2,-2-11 6,-2-6-6,-4 0 0,-1-1-1,-6 3-1,1 7-4,-4 2 6,-1 0 0,-3 6 4,-1 5-7,-2 8 4,0 13-1,0 11 12,0 8-4,0 5 0,0 0-8,3 8-27,0 15 11,0 9 15,-2 9 1,2 6 0,-3 5 2,0 4 3,0 0-4,-10 1 1,-5 4 1,-5 0-1,4-3 2,0-4-4,2-8 5,4-7-3,5-3-4,2-5-13,3-3-9,0-3-18,0-3-15,0-6-47,0-6-20,9-7-59</inkml:trace>
  <inkml:trace contextRef="#ctx0" brushRef="#br0" timeOffset="11640">4309 1683 319,'0'0'82,"0"0"-46,0 0 12,0-84 11,0 74-1,0 3-14,0 5-27,0 0-6,-9 1-6,-5 1-3,-8 0 1,-4 0-6,-7 14 1,-2 6 2,2 3 2,3 3-2,5 4 4,6 1 3,4 1-6,3 1-2,8-2-4,4-2 5,0 0-2,0-5 5,7-6-3,10-4 6,1-4-6,6-7 7,7-3-1,3 0 12,6-14-17,1-9 11,-4-4-1,-3-7-8,-2-3-2,-7 0 8,-6 1-8,-8 8 5,-7 8-6,-2 6 0,-2 7 12,0 4 17,0 3 0,0 0-29,0 2-14,0 12-1,0 4 10,-2 7 5,-4 0 0,0 3 0,2 0 0,-2 2-2,5-2 2,1 0-6,0-1 6,0-2-3,0 0 3,14-3 6,6-2-4,2-5 1,5-4 2,1-5 2,1-4-2,1-2-5,-2 0-9,0-16-7,-3-5-23,-5-6-45,-4-3-74,-10-1-51</inkml:trace>
  <inkml:trace contextRef="#ctx0" brushRef="#br0" timeOffset="12352">3648 1303 153,'0'0'41,"0"0"9,-85-39 76,78 33-24,5 5-4,2 1-9,0 0-61,2 0-28,19 0 0,13 0 8,18 8 15,13 2 12,5 0-10,3 0-2,-8-2-14,-5 1 3,-5-1-1,-7-1-6,-2-3-1,-10-1-3,-6-1-1,-9-2 8,-8 0-5,-5 0 4,-7 0 6,1 0 7,-2 0-13,0 0-6,0 0-1,0 0 1,0 1-2,0-1-2,0 0 1,0 0-5,0 0-17,0 4-38,0 2-24,0 3 25,0 2-54,-3-3-13,1-2-166</inkml:trace>
  <inkml:trace contextRef="#ctx0" brushRef="#br0" timeOffset="14115">3459 89 355,'0'0'26,"0"0"-15,0 0 24,0 0 1,0 0 17,0 0-10,0 0-19,10-49 14,-10 44-6,0-1-6,0 0-8,-7-1-18,-19 0 3,-9 3-6,-11 2 3,-1 2-1,6 0 1,11 3 0,10 11-9,7 6 3,10 6 6,3 6-24,12 5 12,23 2 12,9 5 0,5-3 4,0 0 3,-3-4-5,-7-4 0,-9-3-2,-13-5 0,-5-5-1,-12-1 1,0-4-14,-12 1 12,-19-4 4,-16-3 11,-10-5-9,-4-4 5,3 0-9,7-4 2,8-14 6,9-4-7,8-3 11,13-1-7,7 1-5,6 4-2,0 5-2,0 3 4,7 7-3,2 0 2,3 2 1,-3 0 5,-1 4-2,-1 0-3,0 0-3,-1 8-12,2 12 13,1 5 2,3 5 3,3 3 9,1 5-9,4-2 6,2-3 6,6-5-9,4-7-1,5-9 1,6-5-1,1-7 4,-1 0-6,2-15-2,-7-16 6,-3-9-5,-8-1-2,-8-1 0,-10 6 0,-6 5-2,-3 6 6,0 9 0,-5 3 28,-2 7 0,2 4-32,1 2 2,1 0-2,0 9-15,-1 15 6,-1 8-1,5 3 3,0 1 1,2-1 12,14-5-8,2-7 6,3-9-4,1-8 1,-1-6 5,4-4 1,1-21 10,-1-6-13,-7-4 2,0 4 2,-6 7-6,-6 9 2,0 8-3,-5 4 15,-1 3-16,0 0-2,2 15-27,2 8 22,1 5 7,-1 2 4,2-4-4,0-5 3,0-5-3,0-6-4,-3-7 4,3-3 0,6 0 2,4-19 8,7-6 2,0-1-9,-1 3 2,-3 6-5,-4 5 1,-3 7 3,-6 5-4,-2 0 0,1 1-11,5 17-10,-1 7 18,3 4 1,3 1 4,3-2 0,4-2 3,7-8-4,0-7-1,4-5-4,2-6 0,-6-2-6,-2-18-6,-9-5 5,-6-3 10,-6 1 1,-6 2-10,0 4 10,0 4 1,0 2 25,-10 8-13,-2 4-11,-3 3-2,-1 6-4,-3 17 1,0 7 3,9 5-5,3-3-2,7 2 1,0-7 6,7-4 7,9-8-5,6-6 1,7-9 1,4 0 2,2-17-1,1-18 4,0-11-5,-2-10-4,-1-5 4,-5 2 1,-6 5-3,-9 6-3,-7 8 2,-6 6-1,0 4 10,0 6 13,0 5-1,0 10 10,0 6-4,0 3-14,-2 0-14,-2 8-21,-4 17-6,-4 11 27,-1 6 4,1 3-4,5 2 0,2 1-5,4-2 5,1 1 0,0-4 3,3-4-3,9-11 0,2-10-5,6-8-4,1-9-2,7-1 11,3-7 0,2-16-1,0-7-1,-5-3 2,-7 7 0,-7 6-2,-10 9 7,-4 6-10,0 5 4,0 0-3,0 0 2,0 9-21,0 8 15,-1 5 7,1 1-6,0-3 6,0-2 0,10-5 2,8-5 3,7-4-1,5-4-1,2 0-2,-3-13-4,0-6 1,-4-2 3,-7-1-8,-5 7 6,-4 4 2,-9 6 0,2 3 0,-2 2-2,0 0 2,0 0-12,1 4-3,6 10 5,1 3 10,4 0 0,4-1 3,3-5 2,3-1-3,3-4-1,0-5 0,1-1 0,1-1 10,-2-19-7,-2-3-2,-7-4 0,0 2-1,-8 1 4,-3 2 2,-5 4-1,0 4 2,0 6 11,0 4-4,0 4-7,0 0-8,0 1-4,0 17-23,-8 12 25,-1 8-2,-1 7-1,4 2 10,0-2-5,1-1 2,2-6 0,0-3 2,0-1-4,-3-3 3,2-3-3,-2-2 1,0-6 1,1-4-2,-1-4 0,2-7 4,-2-3-4,0-2-17,-5 0-3,-6-9 18,0-14-105,-1-6 3,5-9-86</inkml:trace>
  <inkml:trace contextRef="#ctx0" brushRef="#br0" timeOffset="17228">6274 246 63,'0'0'38,"0"0"60,-21 74 4,8-41-6,-3 9-28,-4 7 9,-4 9-1,-6 10-5,-7 11-14,-6 14 5,-14 18 2,-14 19-18,-11 17 2,-11 10-11,-4 15-11,0 7-10,3 6-4,3 1 6,6-9-15,4-6 7,-1-8 0,1-5-2,0-9-7,3-5 9,8-7-9,3-14 3,6-12 0,9-18-4,11-22 1,16-27-1,13-23 1,9-14 2,3-7-2,0 0 24,0-6 38,16-16-32,5-4-31,2-1-1,-2 5-1,-4 7-9,-3 0-11,-3 4 9,-1 2-24,-3 0-15,1 0-10,0 1 2,3-2-26,1-3-70,4-4-100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5:22.185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389 209 222,'0'0'36,"0"0"-7,0 0-1,0 0 58,0 0-13,0 0-31,0 0 5,23-38 3,-22 34-1,-1-1-11,0 1-9,0-2-12,0-1-16,-11 2 1,-11-3-2,-8 4 1,-10 1-2,-4 3 2,0 0 1,3 0 7,6 0-9,5 12 0,8 1 1,4 4-1,7 3-1,8 7-4,3 6-5,0 3 9,20 3 1,8 0 1,8-1 0,6 0 0,3 0 1,-1-3 3,-3-5 0,-12-3-5,-12-4-10,-7-5 8,-8-4-5,-2-1 4,0-3-13,-16 0 16,-10-3 11,-5-2-2,-5 0 7,-4-5-10,-1 0 8,-2 0-13,4-2 13,6-9-13,5-2 3,9 0 1,7 3-3,4 2-2,5 3-17,3 2 2,0 0-39,3 0-78,17-2-60</inkml:trace>
  <inkml:trace contextRef="#ctx0" brushRef="#br0" timeOffset="600">725 92 400,'0'0'7,"0"0"13,0 0 47,0 0 9,0 0-18,0 0-58,19-28 0,-19 44-12,0 12 12,-6 11 5,-5 8 23,-3 10-3,-1 5 2,2 3 9,-4-1-5,5-4-7,-1-5-10,1-7-3,6-4-6,1-7-5,5-8-4,0-5-12,0-5-64,2-12-28,12-7-34</inkml:trace>
  <inkml:trace contextRef="#ctx0" brushRef="#br0" timeOffset="916">541 471 535,'0'0'17,"0"0"-9,0 0 7,0 0-9,141-28 9,-70 28-15,0 0-2,-3 0-3,-11 1-46,-5 2-28,-12-2-69,-8-1-125</inkml:trace>
  <inkml:trace contextRef="#ctx0" brushRef="#br0" timeOffset="1072">1104 389 301,'0'0'71,"0"0"26,0 0-5,0 0-44,-90-11-37,65 28 3,-5 7-10,0 3 8,5 1-3,4 3-5,6 0 6,7-1 2,8-2-12,0-3-1,17-2 1,18-8 0,6-3 3,1-9-3,0-3 3,-5-3 11,-1-17 0,-8-7-1,-7-4-5,-8-3 3,-7 0-7,-6 3 0,0 4-1,-20 4 1,-6 2-2,-2 4-2,4 4-15,8 6-49,11 1-41,5 0-68</inkml:trace>
  <inkml:trace contextRef="#ctx0" brushRef="#br0" timeOffset="1462">1447 0 237,'0'0'245,"0"0"-179,0 0 18,0 0 33,0 0-57,0 0-60,0-17-17,0 55 6,-9 12 11,-3 4 12,-3 7-4,-1 2 26,1-2-18,0 3 22,0-5-18,3-2-3,5-4-7,4-3-8,3-6 7,0-4-9,0-5 4,6-4-4,9-6 2,4-6-2,3-6 3,6-9-3,5-4 3,6-3 15,9-19-12,0-8-6,2-5 1,-5-6-2,-7-2 1,-8 4-9,-13 2 9,-9 6 0,-7 6 0,-1 4 1,0 4 8,-13 5-1,-6 8-3,-5 4-1,-5 2-8,4 20 1,-4 8-1,7 5 3,8 3-2,10 1 3,4-4 3,11-1 0,17-6-3,11-3 0,10-6-7,5-8-6,4-5-28,-3-6-36,-6 0-36,-11 0-45,-17 0-29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5:52.641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1431 609,'0'0'0,"0"0"-1,0 0-93,0 0-420</inkml:trace>
  <inkml:trace contextRef="#ctx0" brushRef="#br0" timeOffset="1297">1195 1272 636,'0'0'24,"0"0"60,0 0-33,0 0-11,0 0-18,0 0-17,25-69-5,-23 69-29,2 15-95,-4 5-97</inkml:trace>
  <inkml:trace contextRef="#ctx0" brushRef="#br0" timeOffset="6261">6427 2143 733,'0'0'16,"0"0"-16,0 0-11,0 0-202</inkml:trace>
  <inkml:trace contextRef="#ctx0" brushRef="#br0" timeOffset="25773">15110 2325 703,'0'0'41,"0"0"-35,0 0-12,0 0-94,0 0-122</inkml:trace>
  <inkml:trace contextRef="#ctx0" brushRef="#br0" timeOffset="133747">15302 2705 555,'0'0'1,"0"0"3,0 0-8,0 0-30,0 0-51,-95-45-141</inkml:trace>
  <inkml:trace contextRef="#ctx0" brushRef="#br0" timeOffset="184771">1774 0 82,'0'0'0,"0"0"-82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5:50.743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319 175 515,'0'0'33,"0"0"-15,0 0-4,0 0-6,0 0-9,0 0 1,-24-33-17,24 33-42,-1 0 1,1 0 14,0 7 43,0 0-35,-5-1-84</inkml:trace>
  <inkml:trace contextRef="#ctx0" brushRef="#br0" timeOffset="279">13 40 402,'0'0'15,"0"0"13,0 0 36,0 0-13,0 0-35,0 0-16,-13-16 14,26 14-7,11 2 0,9-1 13,7 0 7,11-2 19,7 0-13,9 0 0,5-1-10,11 0-11,-3 2-7,-6 1-5,-8 1 0,-20 0-14,-10 0-34,-17 0-70,-13 0-107,-6 1-142</inkml:trace>
  <inkml:trace contextRef="#ctx0" brushRef="#br0" timeOffset="592">267 58 638,'0'0'48,"0"0"-41,0 0 2,0 0-9,0 0-3,0 0 3,27 84 23,-12-44 3,1 2 2,-5 2-15,-4-2-10,-4 4 11,-3-2-6,0 1-6,0-2-1,0-3-1,4-7-67,10-12-147,8-11-288</inkml:trace>
  <inkml:trace contextRef="#ctx0" brushRef="#br0" timeOffset="848">476 289 629,'0'0'21,"0"0"47,0 0-9,0 0-43,0 0-15,89-49-1,-44 49 1,3 15-1,-5 9 0,-4 4 9,-9 5-7,-5 1-4,-10 1-1,-12 1 2,-3-6-2,-5-1 6,-14-5 0,-5-6 5,-1-6-3,1-7 8,0-5-9,3 0 26,3-20-14,5-11-16,7-9 0,6-3 0,0-1 2,18 5 13,6 4-6,4 9-6,7 1-2,3 3-1,4 5-7,4 3 7,-1 4-16,-3 6-91,-1 4-37,-5 0-22,-6 0-140</inkml:trace>
  <inkml:trace contextRef="#ctx0" brushRef="#br0" timeOffset="1239">1266 207 561,'0'0'11,"0"0"95,0 0-66,0 0 15,0 0-3,-92-46-21,68 46-15,2 14-15,-2 10-1,6 5 1,2 5-3,5 3 2,8-2-10,3-4 3,0-4 0,15-4-10,6-9 14,1-7 2,2-7-12,3-1 5,3-24 8,-3-6 0,-2-8 0,-6-1-2,-5 4 9,-8 3-7,-3 9 1,-3 7 7,0 8 20,0 2-1,0 5 7,-3 2-11,0 0-23,0 14-10,-2 13 0,4 8 10,1 3 0,0 0-2,0-1-1,9-5-10,9-5 13,0-5 0,-2-8-4,5-9 4,0-5-20,10-7 12,1-20 5,-1-10-8,-4-3 11,-8-3 2,-5 3 0,-10 1 1,-2 7 6,-2 7 8,0 8 18,0 5-8,-3 8 12,1 2 10,2 2-36,0 0-13,0 18-28,0 9 27,0 7 1,0 5 2,3 0 1,3-1 1,1-2-3,-2-4-1,-2-8-7,0-2-28,-3-10-38,0-5-41,0-7-88,0 0-129</inkml:trace>
  <inkml:trace contextRef="#ctx0" brushRef="#br0" timeOffset="2062">1653 129 218,'0'0'303,"0"0"-284,0 0 38,0 0-16,0 0-30,0 0-9,61-9 4,-37 18-5,1 10 1,-4 4-2,-1 6 15,-10 4-1,-1 1 1,-8 1 6,-1-4-6,0-5-9,0-8 0,0-7 0,0-7-6,0-4 5,0 0 0,5-10 15,7-16 4,6-13-24,3-4-18,4 2 0,-4 5-16,-2 11 31,-7 5 3,-3 9 3,-4 2 4,2 5 0,-1 4 5,0 0-11,5 0-1,3 7-5,0 13 5,-1 7 4,-2 4 1,-2 3 17,1 0-11,-1-2-7,2-4-6,3-4 4,0-5-1,4-7-1,-2-8-7,5-4-6,1-10-13,2-19 17,0-15-3,2-3-6,-7-3-15,-7 8 7,-3 8 26,-5 10 27,-4 6 16,2 6 13,-2 7-11,0 2 16,1 3-33,2 0-28,2 4-28,1 13 28,1 5 0,2 4 10,-3 1-8,0-3 2,-1-5 1,-1-3 1,3-6-12,-1-6 5,-1-4-8,9 0-4,2-13 13,3-11 3,-2-1-3,-5 1-1,-2 7 1,-6 7 1,-2 6 5,-2 4-5,0 0 5,3 0-6,0 2-22,6 10 22,3 1 0,0-2 0,4-1 1,4-3 4,5-4-4,6-3 0,4 0 5,0-4 0,-6-10-5,1-4-1,-8 1-3,-3 3 2,-8 2 0,-5 2 1,-3 3 3,-2 0-1,2-2 15,0-1-9,0 0-3,2-2-5,-2 0 1,0 3 1,-3 4-2,1 4 0,-1 1 0,0 0-2,0 13-12,0 12 14,0 9 21,-3 4 1,3 5-8,0 4-3,0 7-10,16 4 22,7 5-10,1 1-10,-2 4 7,-1 4-3,-6-5-1,-3-5-1,-6-9-3,-6-15-2,0-7 0,-3-11-2,-9-8-15,0-5 15,-6-7-29,-3 0-14,-1-17-45,-1-17-35,3-10-36,3-18-115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5:54.321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967 1063 308,'0'0'204,"0"0"-175,0 0 38,-17-75-26,-5 57 27,-5 4 50,0 5-75,2 6-12,2 3-5,1 5-8,-2 20-18,2 9 1,5 7 2,6-1-3,11 0 0,0-8-11,13-5-2,8-7 11,0-10 1,1-10-1,2-3 2,1-27 12,-1-13 1,3-15-13,-6-10 5,-4-7-1,-6 1-4,-6 3 0,-5 10 4,0 8-3,0 6 5,0 11-5,0 9 9,0 9-1,-3 12-7,3 6 12,0 0-14,0 6-19,0 24-11,0 14 30,0 13 13,0 6-4,0 3-5,1 4 2,2 0-6,2-2 0,-1-5-1,5-2-3,-1-4 3,1-4-32,5-5-38,3-9-67,8-15-2,7-12-48</inkml:trace>
  <inkml:trace contextRef="#ctx0" brushRef="#br0" timeOffset="494">1407 1000 561,'0'0'33,"0"0"44,0 0 1,-79-40-13,49 40-44,0 15-13,0 13 1,5 9 1,10 2-10,8 1-8,7-6 5,14-6-31,19-6-7,2-11 7,-1-8-9,-1-3 6,-6-14-5,-2-12 11,-7 1 23,-6 1 8,-8 8 14,-4 6 32,0 6 29,0 4-8,0 0-38,0 6-29,0 12-12,0 8 12,0 1-7,5-1 0,8-5 7,5-7 2,3-4-2,1-10 0,2 0 0,5-21-4,-1-11 0,2-9 3,-5-12 2,-6-6-1,-5-6 0,-1-4 0,-7 4 4,-3 5 4,-3 4-3,0 9 3,0 4 16,0 10 0,0 8 6,0 11 16,0 7-8,0 7 4,0 0-42,0 6-19,0 21 1,0 12 18,0 11 14,0 3-9,0 7 1,0 0-1,0 3-4,0 0-1,0-4-2,0-3-6,5-6-22,2-8-20,5-8-19,2-10-8,5-13-28,5-11-41,3-5-99</inkml:trace>
  <inkml:trace contextRef="#ctx0" brushRef="#br0" timeOffset="1086">2023 981 103,'0'0'240,"24"-85"-183,-21 53 49,-3 9 3,0 9 24,-6 7-65,0 7 0,-6 0-19,-6 7-35,-4 17-13,-3 7 4,3 4 0,8 1-5,8-3-12,6-4 4,0-5-19,16-6 9,2-7-11,6-6 13,1-5 4,2 0 11,1-13-8,-2-4 9,-4 0 4,-4 3-4,-6 4 0,-7 4 7,-4 5 0,-1 1 11,0 0-18,0 5-5,2 14 5,1 5 11,2 4-2,0 0-5,-1 1-3,1-3 9,1-2-10,0-4-3,1-4-24,-1-8-64,-1-8-110,-2 0-141</inkml:trace>
  <inkml:trace contextRef="#ctx0" brushRef="#br0" timeOffset="1544">1544 639 455,'0'0'399,"0"0"-399,0 0-12,0 0-25,0 0 25,121 23 12,-38-7 9,3-4 0,-1-2-1,-8-3-8,-8-5 1,-13-2 5,-15 0-5,-13 0 0,-13-2 7,-6-5-8,-6 3 23,-2 0-13,-1 1-9,0 2-1,0 1-7,0 0-53,0 0-94,-11 5-3,-9 2-168</inkml:trace>
  <inkml:trace contextRef="#ctx0" brushRef="#br0" timeOffset="2731">2457 1074 360,'0'0'4,"0"0"36,0 0 21,0 0-25,0 0-1,0 0 5,82-76-3,-74 70-12,1 0 0,4 1-7,6-3-6,7-1-9,5-1 7,-1 3 0,-4 1 11,-6 2-13,-5 3-6,-6 1-2,-6 0 0,-1 0-8,-1 0-4,-1 0-34,0 8-66,0 1-51</inkml:trace>
  <inkml:trace contextRef="#ctx0" brushRef="#br0" timeOffset="3125">2864 909 268,'0'0'314,"0"0"-299,0 0 27,0 0 13,0 0-27,0 0-13,0 0-14,88-59 3,-53 59-2,-5 14-2,-8 11-8,-6 9 8,-11 7 0,-5 4-2,-6 0 2,-21-1 2,-4-6 9,-2-6-1,-1-3 1,2-8 22,10-5 5,8-8-21,7-5-3,7-3-13,0 0 6,0 0-7,4 0-1,16 0 1,13 0 7,11-6 5,7 1-7,3-4 4,6 2-8,-2-1-1,-2-2-8,-2 1-51,-3-2-56,-3-1-41,-8 3-178</inkml:trace>
  <inkml:trace contextRef="#ctx0" brushRef="#br0" timeOffset="3532">3782 870 514,'0'0'49,"0"0"9,0 0 52,0 0-29,0 0-31,0 0-40,-82 7-7,49 28 5,-1 10 15,4 4-5,8 2-1,4-3-1,13-1-16,5-4 0,0-3 1,21-4 0,9-6-1,6-10-6,3-10 3,5-10 3,-3-2 1,-5-20-1,-8-5 5,-10-3-4,-9 2 12,-8 3-8,-1 2 2,-4 3 8,-14 5 8,-2 4-14,1 4-7,4 4-2,2 3-12,2 0-33,5 6-58,-1 9-44,7 0-30,0-1-126</inkml:trace>
  <inkml:trace contextRef="#ctx0" brushRef="#br0" timeOffset="3960">4162 1148 679,'0'0'113,"0"0"-31,0 0 42,0 0-82,0 0-37,0 0 3,66-3-8,-8 8 2,11-1 18,4-2-13,-4-2-7,-4 0 4,-10 0 0,-11 0 3,-10 0-7,-10 0 0,-6 0 2,-9 0-2,-3 0-1,-3 0-13,-2 0-41,2 0-34,2 0-53,-1-7-68,-4-3-293</inkml:trace>
  <inkml:trace contextRef="#ctx0" brushRef="#br0" timeOffset="4274">4625 791 718,'0'0'22,"0"0"2,0 0 14,0 0-38,0 0-31,0 0 31,82 79 12,-36-39-3,0 4-6,-1 0-2,-9-2-1,-6-1 9,-6-4-9,-11-7 0,-2-4 3,-11-3-2,0-6 3,-9 1-1,-12-2 9,-9 0 17,-3 0-6,0 1-21,3 0-2,4-2-72,5-5-165</inkml:trace>
  <inkml:trace contextRef="#ctx0" brushRef="#br0" timeOffset="14455">5081 402 351,'0'0'25,"0"0"-10,0 0 18,0 0 26,0 0-15,0 0-24,0 0-7,0 0 9,-4 0 10,4 0 3,0 0 0,0 0-4,0 0-2,0 0 4,0-4-1,6-2-15,3 1-3,0-2-6,3 0 3,4-2-2,8-3-8,12-7 2,13-2-3,14-6 5,9 3-12,8 3 9,3 4-2,1 7 3,1 6 0,-4 4-3,-11 0 1,-11 0-1,-14 0 1,-13 5-2,-10 3 1,-7-4-5,-6-1 0,-5-2 2,-1 1-2,-1-1 1,1 0 4,-3-1-14,0 2 13,0-2-16,0 1-11,0 5-32,-3 5-24,-15 5 42,-9 2-4,-10-1-77</inkml:trace>
  <inkml:trace contextRef="#ctx0" brushRef="#br0" timeOffset="15161">5192 0 124,'0'0'98,"0"0"-59,0 0 20,0 0 6,0 0-20,0 0-40,0-11-3,0 11 0,-1 13 2,-7 10 13,-1 14 30,-7 11 0,-4 6-11,-2 1 6,-5-3-16,5-7-11,-1-5-11,5-5 11,2-7-15,1-4 15,-1-4-7,1-5 10,4-3-17,1-5 23,5-3-5,5-2-16,0-1 11,0 0 0,0 1-9,0 1-5,0 0-5,8 1 2,7 3 3,4 4 5,10 3-1,6 1 0,10 1 11,10 0-6,9-1 3,2 1-11,0-2 5,-11-2-4,-15 1-4,-13-4 1,-11-4 1,-10 0-1,-4-5-3,-1 0 4,-1 0 0,0 0 5,0 0-2,0 0 14,0 0-15,0 0 4,0 0-6,0 0-5,0 0 0,0 0 1,0 0-2,0 0-1,0 0-6,0 3-37,0-1-7,0 4 5,-3 1-44,-4-3-34,-3-1-126</inkml:trace>
  <inkml:trace contextRef="#ctx0" brushRef="#br0" timeOffset="17576">6378 739 387,'0'0'19,"0"0"-1,0 0 43,-43-94-14,40 73 20,0 6 15,1 6 13,1 6-27,-1 3-14,2 0-30,-3 14-24,-3 18 6,-1 20 7,-5 10 8,0 8-1,0 7 10,0 8-13,2 7-2,-1 11-2,1 3-8,-2-3-1,-1-5 3,2-12-7,5-10 0,6-10-5,0-10-35,14-13-47,9-14-21,4-15-83,-2-14-56</inkml:trace>
  <inkml:trace contextRef="#ctx0" brushRef="#br0" timeOffset="17920">6256 1314 281,'0'0'263,"0"0"-228,-59-76 31,49 59-1,10 1 9,0 1-28,15-1-43,19-2-2,14 1 1,3 6 1,3 4-3,-5 7 3,-6 0-2,-4 10 4,-1 11-5,-8 7 5,-7 10-4,-14 7-1,-9 8 10,-9-2-8,-27-1 0,-6-8 14,-11-4-7,-4-7-2,3-7-5,3-8 2,12-10 2,11-6-6,7-2-12,9-15 2,9-1-44,3 1-22,12 3-92,23 1 39,11 2-247</inkml:trace>
  <inkml:trace contextRef="#ctx0" brushRef="#br0" timeOffset="18305">7124 1188 531,'0'0'32,"0"0"42,0 0 19,-40-87-21,22 74-10,0 4-29,-6 5-29,-4 4-2,-4 0-2,-2 16 6,3 9-6,5 7-1,10 3-1,12 2-4,4-1-6,7-1 8,15-6-1,10-10-13,4-9 12,4-9-3,-2-1-9,-3-21 6,-5-12 10,-8-7 4,-5 2-1,-7 4 6,-7 9-3,-2 8 8,-1 7 29,0 6 0,0 4-7,0 0-34,0 10-7,0 15-5,-1 7 10,1 7 2,0 0 0,3-1 0,10-3 0,7-5-6,3-10 6,4-7 0,3-11-7,3-2-4,3-22 5,-2-17-16,-6-12 11,-8-6 9,-10 2-13,-10 7 11,0 8-9,-7 11 8,-8 5 1,3 8 8,3 8 16,6 6 6,3 2-26,0 0-1,0 19-29,15 6 25,3 9 10,7 4-9,-1 1 4,3 6 0,-3-1 1,0-1 4,4-5-5,4-6-4,3-6 4,5-8 0,-2-8 9,-2-7-8,0-3-1,-2-10-3,1-17 3,-2-8 6,-1-10 8,-6-6-7,-6-2-4,-4 1-3,-8 9 0,-8 4 3,0 12 2,-12 4 2,-11 7-3,0 9 2,0 7-6,2 0 0,-1 17 0,6 8-3,5 4 3,10-2-5,1 0-11,6-5 1,16-8-15,5-6-3,1-8 2,-1 0-7,-4-12 15,-6-8 23,-6 5 9,-5 2 16,-2 6 36,-4 5 3,0 2-5,0 0-58,0 18-1,3 11-2,0 13 2,-1 6 5,-1 0-2,1-1-3,4-5-7,7-6-73,2-11-93,4-12-103</inkml:trace>
  <inkml:trace contextRef="#ctx0" brushRef="#br0" timeOffset="19270">8292 1173 717,'0'0'72,"0"0"-59,0 0-13,0 0 0,-19 94 64,13-45-30,3-6-24,3-7-4,0-13-1,0-9-5,0-8-11,0-6 10,3-7 2,7-22 8,4-17-4,1-9-3,1 3-1,-4 10 0,0 13 2,-6 15-2,-3 10 7,0 4-8,1 0-3,7 8-22,1 14 25,4 2 0,-1 0 1,1-3 1,-2-7-2,2-8-2,-2-6 2,1 0 0,3-23 3,1-11-4,-4-4 7,-2 3-6,-4 4 3,-1 7 2,-4 4-3,2 7 2,0 6 4,-3 3 2,0 3 0,-2 1-10,4 0-6,1 18-16,3 7 22,0 8 1,1 3 0,2 6 2,0-2-2,3 1 4,0-7-9,2-7 4,2-10 0,0-9-1,4-8-9,2 0 9,5-15-8,-2-12 4,1-5-6,-4-1 5,-7 1 4,-2 4 1,-5-1 2,-3 4-1,-3 2 9,-5 2 23,0 4-2,0 4-18,0 6 6,0 5-2,-3 2-3,-9 0-11,-1 15-2,-8 13 0,-3 8 3,7 3 0,8 2-3,8 0-1,1-3 0,1-6-3,16-5 4,7-7-2,3-7-8,4-10-11,5-3 16,3-7-3,4-16 7,-4-8-4,-2-11-5,-3-8-5,-1-9-2,-4-2 2,-7-1 12,-7 3 3,-5 0 0,-5 1 0,-2 0 8,-3 5 7,1 4-4,-1 9-9,0 7 2,0 12 7,0 11-2,0 4 8,0 6-10,0 0-7,0 10-19,0 17 4,0 11 14,0 8 1,0 8 0,0 6 1,-6 0 1,-1 2-1,1-1 4,4-1-1,2-2-3,0 2 1,17-8-2,3-8 3,5-11 3,1-10-6,6-13-4,2-10 4,6 0 0,0-24-2,-1-14-6,-4-7 4,-7-4-6,-4 0 3,-10 9 7,-6 7 1,-6 8 5,-2 5-3,0 7 12,-2 8-7,-1 2-4,-4 3-6,-1 0 2,-2 10-9,-5 14 1,3 6 5,4 5 1,5 1 1,3-2 1,0-3-5,11-9 2,4-6-5,6-10 1,4-6 1,3-6 0,4-21-7,1-3 5,0-8 7,-5 4 1,-3 2-9,-7 7 7,-3 8 2,-9 7 9,-3 6 12,-1 4 9,-2 0-28,0 3-2,0 16-27,4 10 27,3 5 0,4-1 2,2-1 2,7-7-4,3-5-1,4-12 0,2-8-2,-2-2-4,1-23 3,-3-6-6,-4-4 10,-4-3 0,-6 4-2,-1 6 2,-6 7 2,-4 8 5,2 7 17,-1 5-4,-1 1-17,5 0-3,5 1-17,5 15 10,9 5 7,1 5-4,0 3 8,-2 1-4,-1 0 7,-3 5 13,-3-2 1,-3-2-4,-7-4-7,-3-3-5,-3-6-5,0-2 4,-12-3-6,-12-3 2,-6-6-22,-7-4-30,-5 0-37,-1-9-100,-3-10-80</inkml:trace>
  <inkml:trace contextRef="#ctx0" brushRef="#br0" timeOffset="20979">8993 749 702,'0'0'37,"0"0"44,0 0 12,0 0-87,0 0 2,108-11-8,-20 11 12,7 0 0,-1 0 6,-7 0-3,-14 0-12,-12-1 3,-13-4 5,-17 1-10,-13 0-1,-9 1 8,-6 3-7,-3-1-1,0 1-13,0 0-47,-8 0-39,-11 1-97,-5 7-69</inkml:trace>
  <inkml:trace contextRef="#ctx0" brushRef="#br0" timeOffset="42326">879 732 415,'0'0'0,"0"0"-15,0 0-30,0 0 41,0 0 8,0 0-1,0 0-3,-78 9-12,78-9-39,0 0-18,0 0 29,0 1 16,0 4-10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6:15.961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343 539 99,'0'0'138,"0"0"-101,3-77 59,-3 47-16,-6 2-21,-3 3 0,-4 3-6,2 6 6,1 3 13,-2 3-33,-2 4-4,-8 6-7,-8 0-27,-9 12-1,-8 19 0,0 11 0,8 10-2,11 5 0,13-2-6,15-4 8,0-9-6,30-8-13,9-9 2,9-11 2,2-10 9,-3-4 4,-1-17 1,-6-13-8,-5-10 5,-7-4 4,-7 0 1,-8 5 9,-7 7-5,-6 9 25,0 9 7,0 10 8,0 2 2,0 2-24,0 7-23,-1 19-12,-8 11 8,3 5 4,-3 4 3,9-1-2,0 1 1,0-3-2,24-2-3,9-1-34,11-8-58,6-8-34,2-13-33,-3-11-90</inkml:trace>
  <inkml:trace contextRef="#ctx0" brushRef="#br0" timeOffset="487">897 537 597,'0'0'14,"0"0"34,0 0 9,-84-72-8,63 72-9,-3 0-31,-3 24-9,2 8-5,1 9-1,9 4 4,6-1 4,5 1-4,4-4 2,0-5-4,9-6-4,10-8-4,7-8 8,3-8-7,4-6 1,4-3 0,1-22 1,1-10 7,-2-9-5,-1-10 1,-3-10 6,1-12 6,-7-8-6,1-2 1,-7 3-2,-6 10 8,-8 12-7,-5 12 10,-2 10 21,0 10 13,0 9-13,0 7 18,-3 6-13,1 7-16,1 0-20,-5 16-7,-2 21-11,-4 12 17,-1 9 1,0 8 6,-2 6-2,1 7 5,2 4-3,0-2-3,6-8 2,6-7-5,0-9-16,18-5-17,10-8-27,10-10-45,1-13-12,3-13 27,-2-8-84,-3-1-190</inkml:trace>
  <inkml:trace contextRef="#ctx0" brushRef="#br0" timeOffset="983">1422 585 423,'0'0'115,"0"0"6,0 0-35,0 0-19,-84-58-34,56 69-27,-5 17 3,6 9-1,6 1-7,14 1-1,7-6-13,9-5-25,17-5-17,10-10 13,0-12-6,-1-1-26,-4-14 31,-6-9 1,-7 0 30,-9 7 12,-6 5 22,-3 5 75,0 5 5,0 1-61,0 0-41,0 14-24,0 9 23,0 3 1,11 0-2,8-7 2,5-5 2,5-10-2,3-4-2,2-11-6,2-17 4,-2-13 1,-1-9 2,-7-13-6,-6-10 4,-5-5 0,-4 5 3,-7 11 24,-2 13 21,-2 17 4,0 10 17,0 10 6,0 8-2,0 4-42,0 0-28,0 24-31,0 17 25,0 19 6,-5 14 0,-3 12 6,-5 9 3,-6 6-1,-8 2 1,-5 2-9,-1-5 0,1-11-7,10-12-40,7-14-66,9-20-25,3-18-27,3-23-47,0-3 12</inkml:trace>
  <inkml:trace contextRef="#ctx0" brushRef="#br0" timeOffset="1584">1799 617 439,'0'0'22,"0"0"33,0 0-5,0 0-22,104-49-7,-75 57 21,-1 15-19,-4 6 15,-4 5 4,-10 4-29,-8 3 11,-2 2-18,-8-2-3,-12-9 13,-5-5-10,0-9 1,-3-7 1,2-5 6,3-6-14,6 0-14,6-17-71,9-12-81,2-12-160</inkml:trace>
  <inkml:trace contextRef="#ctx0" brushRef="#br0" timeOffset="1884">2272 376 398,'0'0'325,"0"0"-250,0 0 15,0 0-68,0 0-22,0 0 0,-8 114 0,-9-49 20,-4 3-4,-4-4-3,2-1-3,-1-3-8,3-4-2,6-11-1,4-11-33,9-12-46,2-14-87,6-8-103</inkml:trace>
  <inkml:trace contextRef="#ctx0" brushRef="#br0" timeOffset="2130">2057 642 775,'0'0'88,"0"0"-20,0 0-3,0 0-37,0 0-26,0 0-2,138-24 2,-69 26 4,0 5-6,-8-2 1,-6 1 4,-8-3-5,-10-2 3,-10 1-3,-9-2 1,-11 0 5,-7 0-2,0 0 1,0 0 5,0 0-7,0 0-3,0 0-2,0 3-4,-6 2-41,-7 4-37,-2-2-77,0-1-168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5:34.673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280 0 167,'0'0'167,"0"0"-77,0 0 11,0 0-32,0 0-26,0 0-34,-7 20-6,-3 15 13,-7 16 53,-5 13 13,-5 9-24,-3 11-4,-4 7-23,-1 5-11,4-6-9,6-9-10,8-13-1,4-8-12,5-9-14,4-9-6,4-12-43,0-13-37,0-17-48,1-7-189</inkml:trace>
  <inkml:trace contextRef="#ctx0" brushRef="#br0" timeOffset="276">156 316 528,'0'0'37,"0"0"39,17-97-7,-1 69-37,11 2-12,10 5-14,11 7 6,6 8 5,1 6-6,-4 0-6,-9 20 1,-11 4-5,-9 4 0,-7 6-2,-11 3 0,-4 2 1,-4 1 3,-18-2-3,-11-6 13,-9-5-9,-3-7 2,-4-6 4,3-9-3,4-5 6,8 0-8,11-4 8,7-12-10,7-1 3,8 0-5,1 3-2,0 4 1,0 4-6,0 4 6,16 2 2,5 0 1,7 0-1,2 13 1,-2 4 0,2 2 1,-2 0-1,1-1 0,-5-3 6,1-5-8,5-6 1,3-4-2,4 0 4,5-20 0,-3-7-4,0-11 11,-5-7-9,-3-1-1,-5-1 2,-9 9-3,-6 8 0,-6 11-2,-4 7 2,-1 7 18,0 5 2,0 0-8,0 0-12,0 4-7,-9 14-7,0 7 14,-1 5 0,7 3-2,3-1 2,0-1 1,0-3-1,1-4 1,11-5-1,0-8-3,7-7 1,8-4 1,4-7 1,5-18 0,-1-6 0,-4-2 2,-7 3-1,-8 7 5,-6 5-1,-5 5 2,-3 3 13,-2 6 0,0 2-6,0 2-8,0 0-6,0 0-13,0 9-4,0 11 7,0 7 9,-2 6 0,-1 1 1,1 0 3,2-2-3,0-4 7,0-5-7,8-5 0,4-6-2,6-4 0,4-8 1,5 0-1,6-13-1,6-18-4,-2-8 5,-6-8 0,-4-2-11,-12 2 8,-8 11-1,-5 6-2,-2 9 6,0 7 1,0 5 1,-4 7 1,1 2-1,3 0-2,-2 2-13,2 15 3,0 4 8,0 5-9,0 1 13,10 3-1,3 2-4,-1 2 5,-1-1 8,-5 0-8,-3-4 3,2-2-2,-2-4 1,6-5-2,1-5 0,2-3-4,5-5 4,5-5 0,2 0 0,4-5-1,4-13 2,-2-9-1,-2-8 0,2-4 0,-4-6-1,1-4 1,-6-5 0,-6-1-7,-4 2 7,-9 3 4,-2 7-2,0 11 11,0 11 9,0 11 12,0 7-17,0 3-14,0 4-3,0 20-31,0 16 25,-5 9 1,0 7 5,1 6 3,-1 4 6,-1 4-8,-3 1 3,2-2 1,-5-4-4,2-7 3,-3-7-1,4-9-3,2-8 1,-2-10 2,3-9-4,3-5 1,2-7-10,1-3 4,0-1 6,0-22-1,0-9 1,0-9-13,6-4 11,10-3-4,4 0 4,8 1-4,2 5 4,0 9-5,-5 9 7,-3 12-4,-5 6 3,-1 6-5,-4 0 3,3 4 1,-6 16 1,-2 2 1,-4 5 7,-3 2-7,-1-1 3,-16-3 0,-7-1-1,-1-4 7,1-5-9,5-6-11,6-8-73,11-1-105,2-14-96</inkml:trace>
  <inkml:trace contextRef="#ctx0" brushRef="#br0" timeOffset="1882">2044 439 592,'0'0'101,"0"0"-7,0 0-31,0 0-39,0 0-5,-91 25-19,77 2 6,7 6-11,4-2 7,3 0-4,0-4 2,4-8 0,8-5 2,3-7 5,3-7-4,7 0 15,8-8 1,3-16-4,2-6-6,-7-5-3,-9 0-6,-9 4 6,-10 5-3,-3 10 5,0 4-8,-10 7-6,-5 5-43,-1 0-70,4 7-47,6 6-90</inkml:trace>
  <inkml:trace contextRef="#ctx0" brushRef="#br0" timeOffset="2220">2503 359 482,'0'0'100,"0"0"62,0 0-73,0 0-44,0 0-17,0 0-8,-76-57-19,66 74-2,4 9-1,3 0-1,3 4-10,0 0 8,7-2 5,7 0 2,-1-3-1,2 1-1,-3-1 11,1-1 2,-7 0-7,-1-4 0,-5-3-6,0-5 10,0-2-5,-8-3 1,-6-4 6,0-3 8,-1 0 9,2-3-10,2-12-4,7-3-6,2 0-9,2 3-1,0 4-8,9 4-3,8 2 5,5 0-2,5 1 7,4-2 2,2-1 2,4-3 1,8-5-3,6-5 2,4-6 4,-3-3-6,-6-5 1,-8 0 5,-11 3-2,-11 7 2,-10 6 30,-5 5-3,-1 3 7,0 4-6,-1 4-21,-15 2-13,-2 0-2,-14 7 0,-1 17-3,-4 8 1,3 6 3,10 5-5,8-3 6,10 0 0,6-5 0,0-5 0,18-5 0,13-5 0,17-4 4,10-8 6,6-4-10,0-4-11,-4 0 9,-4 0-1,-9 0 2,-10 0 1,-16-3 4,-9 2 5,-6-3 14,-3 2 10,-2 2-2,1 0-19,-2 0-12,0 0-4,0 0-40,0 3-60,-8 4-76,-12 2 10,-6-2-60,2-3-178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5:24.443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244 384 105,'0'0'82,"0"0"-47,0 0 42,0 0 8,0 0-36,0 0-9,17-15 2,10 3-9,6-4 6,-3-6-12,-5-5-11,-8-7 16,-9-8-21,-5-5-2,-3 1-9,0 4 2,-11 10-2,-6 10 11,-2 7 4,0 7-9,0 8-4,-3 0 13,-1 11-8,0 25 1,2 18-4,9 18 6,6 11 14,3 6 14,3 6-3,0 7 6,0 9-19,0 8-8,-1 6-4,-6 1 2,-2-2-12,3-11 2,-2-18-2,3-16-1,1-22-4,-1-14 3,1-14-26,-1-10-32,2-12 1,3-7-31,0-2 44,0-20-5,0-9-140,0-7 90,6-2 61,-4-5-9,-2-3 49,0-3 4,-14 2 64,-4 1-1,-4 6 13,-2 2-30,-3 5 11,6 5 10,3 4-7,6 8-17,8 6-3,4 2 11,0 1-34,1-2-21,19-3 1,11-6 10,14-4-11,6-3 0,7-3 3,0 4 1,-6 2-8,-13 4 3,-15 7 1,-13 5 8,-10 4-6,-1 4-2,0 0 0,-1 0 8,-15 0-4,-6 14 0,0 11-4,1 6 0,6 4-1,10 3 1,5-2-6,10-4 3,18-2-8,10-8 11,4-9 2,5-9 9,2-4-2,0-8-1,-6-16-5,-7-7 4,-11-5 4,-11-2-8,-11-2 0,-3 3-6,-23 2 6,-11 6-6,-3 6 3,4 7-2,7 5-18,9 5-74,6 6-43,7 0-59,1 6-172</inkml:trace>
  <inkml:trace contextRef="#ctx0" brushRef="#br0" timeOffset="885">592 783 453,'0'0'47,"0"0"-20,0 0 22,126-30 17,-77 30-6,0 0-14,-3 17-19,-7 10-1,-9 6-18,-6 1 0,-12 3 3,-6-1-11,-6-7 0,0-3 7,-14-8-4,-11-5 7,-8-8-1,-3-5 11,2 0-6,1-15 0,6-13 0,9-8-1,11-9-2,7-3 2,0 0-13,24 3-2,15 7 2,10 7 0,6 6 0,8 9 0,1 9-27,4 7-58,0 0-72,-10 3-50</inkml:trace>
  <inkml:trace contextRef="#ctx0" brushRef="#br0" timeOffset="1273">1634 721 485,'0'0'216,"0"0"-207,0 0 44,0 0-20,0 0-2,0 0-19,-93 104 8,78-56-11,8 3 1,4-5-4,3-2-2,0-9-4,15-6 4,4-8 1,2-11-5,2-9 3,5-1 3,2-21-6,3-14 4,-2-9-6,-3-3 2,-3 1-6,-4 0 4,-3 5-5,-1 1 4,-5 7 3,-2 7 6,-7 6-2,-2 8-3,-1 2 5,0 6 5,0 3 3,0-1 13,0 2-19,0 0-8,0 0-9,0 0 0,0 3 3,-1 7 6,-5 3 0,-3 3-2,3 2 1,0 6 1,-2 4 0,1 5 0,3 3-1,2 2 4,2 0-4,0-1 2,0-3-2,3-6 3,6-4 2,2-8-4,-2-5-4,4-5 4,10-6 8,9 0-7,11-23-2,5-11-10,1-8-14,-5-9 6,-7-1-20,-11 3-10,-10 2 45,-10 6 4,-6 1 4,0 5 4,-9 6 13,-6 6-6,1 6-4,4 7 3,1 4-11,8 5-3,1 1-1,0 3-23,0 15 11,4 6 10,12 6 2,5 1-2,-1 4 3,1-1 4,-2 0-4,-4 0-1,0-5 1,-6 0 0,-3-5 2,-5-3-2,-1-3-2,0-4 1,0-1 2,0 0 1,0-2 2,5-1-4,8-2 2,10-2 0,12-6-2,9 0 7,6-2-7,1-14 2,0-10 4,-3-8-6,1-9-3,-3-8-18,-7 1-9,-11 5 30,-11 9 1,-11 4 17,-6 4 11,-3 6 13,-20 3-10,-5 8-15,-7 8-17,1 3 0,3 10-2,5 17 1,9 5-3,9 4 3,8-4-8,0-4-2,12-5-2,9-7-3,3-9-2,0-7 15,3 0-12,0-15 5,-2-10 4,-3-5 5,-5 4-6,-6 3 7,-5 4 5,-4 8 13,-2 4 17,0 6-8,0 1-12,0 0-15,3 10-15,0 14 7,0 11 8,0 10 0,-1 9 2,-2 8-2,0 8 28,0 6-12,0 8 10,0 7-19,-2 1 4,-12-6-8,-2-11-1,-5-21 1,-6-16-3,-1-16 2,-3-7 5,-2-10 4,3-5 1,2-7 17,2-23-10,9-11-9,8-15 1,9-5-11,0 1-1,11 5-1,12 5 4,8 12-4,8 2-3,6 3 2,10 4-7,7-4 0,4-1-2,-2-2-2,-4-4-1,-5 1 15,-10 0-14,-4 3 0,-8 3 13,-7 1 1,-7 4 0,-7 1 2,-1 3 5,-7 5-3,-2 5 1,-2 6-4,0 5-1,0 3-1,0 0-8,-6 4-3,-15 17 1,-3 9 4,3 3 7,5 0 0,8-1 0,7-3 1,1-4-4,3-5 3,14-4-5,6-6 4,5-7-2,7-3-1,5-6-10,2-15 1,-3-1-4,-7 4 3,-8 4 12,-9 7 2,-9 4 3,-3 3 0,-2 0-3,2 0-4,0 7-2,4 7 5,0 0 1,0-1 1,2 0 3,3-5-3,5-2 0,3-6-1,3 0 0,2-6-1,4-14 0,-3-2 0,-2 2-2,-6 3 3,-6 7 2,-6 3 2,-4 5 2,-1 2 13,2 0-19,3 0-7,6 5-3,3 9 9,4 2 2,3-3 0,-2-2-1,2-6 1,2-3 8,-1-2-9,5-5 9,1-14-9,-1-8 2,-1-8-7,-2-9 5,-3-11-2,-1-11-8,-1-5 2,-7 4 2,-6 8 6,-7 20 4,0 14 9,0 10 2,-1 8 25,-3 6-8,1 1-32,-3 10-12,-3 21 0,-6 14 11,0 10 1,-3 9 3,1 5-3,-2 1 1,0 0 2,1-7 5,0-4-8,3-3-1,6-9-2,0-6-17,5-10-39,1-10 12,3-8-52,0-10-47,0-3-43</inkml:trace>
  <inkml:trace contextRef="#ctx0" brushRef="#br0" timeOffset="3427">3681 655 779,'0'0'26,"0"0"-12,0 0 39,0 0-31,0 0-14,137-17 2,-43 17-7,7 0 6,-2 0-2,-8-5-5,-14 0 5,-16 2-7,-16 1 1,-12 2-1,-12 0 2,-13 0 7,-5 0-2,-3 0-7,0 0 0,0 0-42,-14 10-96,-14 5-68,-8-1-60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6:39.293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0 257 463,'0'0'0,"0"0"-213</inkml:trace>
  <inkml:trace contextRef="#ctx0" brushRef="#br0" timeOffset="2369">2422 0 802,'0'0'0,"0"0"-1,0 0-38,0 0 38,0 0-28,80 43-50,-58-25-54,-6 1-195</inkml:trace>
  <inkml:trace contextRef="#ctx0" brushRef="#br0" timeOffset="6465">8824 1341 531,'0'0'0,"0"0"-225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7:10.532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0 116,'0'0'339,"0"0"-309,0 0-6,0 0 15,0 0-17,0 0-5,0 0 5,11-11-9,-11 9 1,0 2 16,0 0 16,0 0-25,0 0 10,0 0-14,0 0 12,0 0-25,0 0-4,0 0 0,5 9 0,5 8 5,2 8-2,1 5 1,2 9 8,0 6 3,0 6-7,-3 4-7,0 1 0,-3 1 11,-5 0 2,1-3-13,2 0 5,-4-5 0,3-2-6,-1-9 4,1-4-4,2-4 1,0-2 4,-2-2-5,3-4 0,6-3-1,-3 0 2,1-3 7,7 1-8,2-2 4,12 0-3,12-1 6,11-1-6,12-1-1,4-4 7,10 1-7,10-4 2,7 1 4,10 0-4,7 3 5,5 2-6,4 2 11,3 3 1,2-2 1,4-1-4,3-3-5,6-3-4,-1-3 5,3-1-6,3 2-2,-7 2 2,0 2 2,-5 2 0,-3-1 5,-4 2-7,3-5 1,4-3-4,17-1 6,10-2 16,9 2 3,5 1-18,-2 0 12,-5 0-4,-2-1-10,-14 3 6,-4 1-2,-8 0-3,-12 1-3,-7-1 4,-3-4-4,-5-3 0,-8 0 4,-10 0-4,-13 0 0,-13 0 0,-11 0 0,-7 0 0,-11 0 0,-7 0 0,-8 6-1,-4-2 1,-2 3 0,2-1 0,4 1 1,4 1-2,8-1 1,6-1 0,7 0 0,3-4 0,1 1 5,-2-1-2,-5-2-2,-3 0-1,-2 0 0,1 0-3,1 0 3,3-10 0,4-6 1,-2-6 3,-1-4 0,-1-5-4,-2-4 1,3-2 1,-5 1-2,-6 2 6,-8 0-3,-5-3-2,-6-2 9,-2-5-2,3-7-1,-4-4-3,2-7 2,0-6-6,-1-4 0,-3 2-1,-4 4-4,-5 6 4,-5 11-2,-2 4 2,0 7-6,0 2 7,0 4 3,0-1-3,-5 5 0,1 2 0,-1 6 0,2 4-1,3 7 1,0 4-4,-1 2 0,1 3-28,0 0-43,-2 0-52,-4 6-72,-5 16-22,-3 11-25</inkml:trace>
  <inkml:trace contextRef="#ctx0" brushRef="#br0" timeOffset="45964">691 171 345,'0'0'0,"0"0"-56,0 0-36,0 0 38,0 0 29,0 0 20,-1-4 5,4 6 0,4 4 1,-4 0-1,-3-1-7,0 1-34</inkml:trace>
  <inkml:trace contextRef="#ctx0" brushRef="#br0" timeOffset="46197">648 350 254,'0'0'69,"0"0"-56,0 0 7,0 0 66,0 0-25,0 0-6,-11 0-14,11 0-4,0 0 9,0 0-2,0 0-31,0 0 3,0 2-8,8 0 2,22 3 3,22-3 14,24 0 11,21-2-8,21 0-18,12 0-11,10-4 4,3-2 1,5 5-3,1-1-2,-9-1 3,-10 3-6,-21-1 2,-21 1-5,-27 0-10,-26 0 4,-19 0 2,-13 0-6,-3 0 5,0-2-5,0 1 15,-3 1-1,-15 0 1,0 0-26,0 0-32,6 0 12,8 0-17,4 1-19,0 7-143,9-1-21</inkml:trace>
  <inkml:trace contextRef="#ctx0" brushRef="#br0" timeOffset="46782">3217 438 401,'0'0'196,"0"0"-178,0 0-5,0 0-6,0 0 3,0 0 1,-12-9-11,42 13 14,25 5 23,26-2-3,29-6 5,32-1-18,25 0-16,30 0 6,18-2-3,8-3 22,-3 5-17,-25 0-12,-29 0 0,-41 0 1,-38 6 1,-40-5 10,-26 1-13,-13-2-15,-7 0 15,1 0 8,-2 0-8,0 0-47,0 0-24,0 0 34,-8 0-4,-14-3-19,-3-7-69,-4-3-367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6:37.779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0 238 45,'0'0'77,"0"0"-6,0 0-23,0 0 20,14-77 19,-8 67-38,-2 2-24,2 2 24,0 3-28,-1 0 18,1 3-8,0 0-18,7 0 8,4 9-8,9 16 19,10 12 8,7 8 22,5 7-23,7 4-23,2 4-10,0-2 1,-2-5-6,-6-8 4,-6-5-5,-7-9-20,-8-4-41,-11-6-56,-11-3-23,-6-7-88</inkml:trace>
  <inkml:trace contextRef="#ctx0" brushRef="#br0" timeOffset="344">83 650 511,'0'0'55,"0"0"-55,0 0-18,0 0 15,0 0 3,0 0 42,86 44-28,-44-29-6,9 0 4,2-4-12,1-1-34,-8-3-73,-7-5-106</inkml:trace>
  <inkml:trace contextRef="#ctx0" brushRef="#br0" timeOffset="562">716 365 673,'0'0'38,"0"0"-15,0 0 38,0 0-20,0 0-41,0 0-7,0 27 7,-1 19 7,-2 11 12,0 1-8,1-3-9,2-3-2,0-1-31,6-1-33,10-8-50,4-7-37,4-14-200</inkml:trace>
  <inkml:trace contextRef="#ctx0" brushRef="#br0" timeOffset="854">1491 389 643,'0'0'0,"0"0"-37,0 0 37,-84-46 7,66 46-5,-2 8 8,-6 18-8,-1 12 5,-2 5-4,6 4 9,7 0-12,7-4-5,9-5 2,0-6-7,12-7-7,11-10 16,6-6 1,5-9 11,4-3-8,5-25 5,2-15-8,1-13 0,-1-15-24,-5-6 21,-9-2 2,-8 7 1,-9 10 15,-11 8 16,-3 8-6,0 4-2,0 10 5,-11 8-4,3 8 11,2 8-19,4 7 32,2 1-43,0 0-5,0 22-31,0 12 31,0 13 2,0 8-2,5 6 3,1 6 3,0 5-5,3 0 5,0-4-4,3-12-2,6-12-13,1-13 8,1-12-35,2-12 1,5-7 8,2-16 7,6-21-14,-4-12-3,-6-6 15,-8 5 26,-7 7 15,-7 12 27,-3 9 1,0 10 35,0 6-6,0 6-8,0 0-56,0 3-8,0 21-27,0 13 27,-5 9 7,-3 4 0,2-4-7,1-6-26,1-9-77,2-10-50,2-14-72</inkml:trace>
  <inkml:trace contextRef="#ctx0" brushRef="#br0" timeOffset="1634">2220 9 358,'0'0'391,"0"0"-391,0 0 7,0 0-6,0 0 27,0 126 16,0-64-22,0 6 1,-3 8-5,-5 2-10,0 1-7,-1-7-1,3-14-1,2-13-29,1-13-29,3-12-14,0-11 7,0-9-44,0-16 6,10-25-188</inkml:trace>
  <inkml:trace contextRef="#ctx0" brushRef="#br0" timeOffset="1860">2389 28 608,'0'0'6,"0"0"10,0 0 77,0 0-13,0 0-80,0 0 3,0 35-3,2 23 31,-1 10-5,-1 6-14,0 6-4,0-3-2,0-3-6,0-9-11,0-12-1,0-10-50,-4-12-57,-4-10-46,0-14-104</inkml:trace>
  <inkml:trace contextRef="#ctx0" brushRef="#br0" timeOffset="2113">2131 295 726,'0'0'0,"0"0"12,0 0-25,0 0 27,92-5-14,-38 11 7,5 0-3,0-2-4,4-2-1,-4-2-23,0 0-15,-10-6-30,-10-10 38,-10-4 31,-8 1 0,-10-2 10,-11 1 35,0 1 17,-2 2-28,-13 6-11,-3 6 20,5 5-16,-2 0-23,1 7-4,0 14-5,0 4 4,5 2 1,6-2-2,3-1-2,0-2-4,14-4-5,7-4 12,9-8-15,-1-5 15,6-1-35,-3-3 29,-3-7-1,-5 2 5,-5 3 4,-5 2-4,-4 1 6,-3 2-6,1 0 7,1 0-9,6 7 10,1 6-2,7 1-1,0 0 0,3 0-4,2 0 2,-1-4 0,0-3-10,-2-2 8,-1-4-11,-2 0 5,-4-1 4,2 3 4,-5 1-3,1 3-1,-1 4-3,3-1 3,0 0 4,1-3 0,4-5 0,0-2 6,3-3-6,1-20-2,1-7-24,0-9-38,-4-2 52,-5-4 12,-5 0 0,-5-2 2,0 7 12,-5 3 18,1 10 4,-4 10 9,1 7 26,-1 6-20,-1 4-20,0 0-26,0 4-5,0 20-5,0 16 5,0 9 17,-1 8-6,-8 5-1,-3 7-10,3 0-14,3 0-62,3-7-80,3-15 44,-2-15-148</inkml:trace>
  <inkml:trace contextRef="#ctx0" brushRef="#br0" timeOffset="2924">3420 299 883,'0'0'20,"0"0"9,0 0-29,0 0-11,81-20-10,-32 20-41,-1 0-92,-7 0-190</inkml:trace>
  <inkml:trace contextRef="#ctx0" brushRef="#br0" timeOffset="3201">4059 500 474,'0'0'82,"0"0"-79,0 0-6,0 0-26,107-42-50,-79 13 58,-8-3 21,-5 3 2,-8 4 43,-7 5 0,0 5-8,0 2-14,-7 4 30,-1 6-22,-2 3-21,-2 0-5,-3 19-3,1 9 6,4 10-4,7 7-1,3 3 8,4-4-7,18-7 0,4-10-2,4-10 4,0-12-6,1-5-4,1-8 2,-1-18-12,-1-4 5,-5 3-15,-7 4 24,-8 10 6,-7 7 6,-1 6 27,-2 0-28,0 6-11,3 11-15,3 7 15,6 1 0,3-2-4,4-5 3,6-3-9,2-7 4,3-8-11,-3 0-7,-2-4-2,-4-12 26,-3-1 1,-4 0 3,-4 3-2,-1 3 26,-5 4 2,-1 4 17,0 2-13,3 1-25,6 0-5,3 1-3,6 14 1,0 2 0,3 6-3,-2 1 1,-1 0 0,-1-2 4,-1-3-2,-1-3-2,0-8 6,-3-5-6,1-3 0,-2-3-13,-3-18-6,-8-9-48,-3-6-69,-6-8-212</inkml:trace>
  <inkml:trace contextRef="#ctx0" brushRef="#br0" timeOffset="4222">5853 650 391,'0'0'32,"0"0"11,0 0 10,-101-28-46,53 25 6,0 3 24,2 0 8,5 7-6,5 10-26,4 6-13,9 2-1,7 0-9,10 0 6,6-3-6,9-5-20,21-7 30,9-10 6,3 0-3,0-15 1,-7-12-1,-2-6-1,-9 2 10,-10 5 11,-6 4 18,-6 11 47,-2 6-28,0 5-22,0 0-38,1 5-8,4 16-17,2 9 25,10 8 0,2 3 1,10 1 1,8-4-4,1-5 1,3-11-4,-4-9 1,2-12 1,-3-1-2,0-21-3,-2-13-6,-6-8-1,-9-2-7,-11 3 21,-8 6 1,0 8 1,-6 9 14,-6 6-3,3 8 8,-1 4-17,-2 0-5,0 19 10,-1 6-6,4 5-2,6 2-5,3 2 5,0-2-11,13-2 7,11-7-15,4-8 11,7-11 1,2-4 2,4-9-2,-2-21-29,-3-10 33,-4-9 2,-6-9 2,-2-4-2,-7-8-1,-4-2 2,-7 3 11,-3 3-5,0 14 0,-1 6 1,2 8 3,0 11-2,-1 8 16,-3 12 13,0 7-23,0 3-14,0 21-27,0 15 23,0 12 4,-4 13 5,-6 11 3,-1 4-4,-1 0 4,6-1 0,2-10-8,2-5-17,2-11-32,0-10-9,2-14-65,12-16-79</inkml:trace>
  <inkml:trace contextRef="#ctx0" brushRef="#br0" timeOffset="5040">6790 542 569,'0'0'14,"0"0"73,0 0-46,0 0-41,0 0 0,0 100 50,0-41 6,0 6-22,0 2-16,0 1-9,0 1 1,0 1 3,0-5-7,-6-5-5,-7-9-1,-5-8 0,-7-12-1,-2-10-3,-8-7 4,0-12 6,-3-2 3,2-9 3,8-22 1,10-13 8,12-9-18,6-10-3,15-3 0,20 0-3,9 7 5,1 3-2,1 11 0,-2 8-2,-1 8 0,0 8-23,8 5-13,7 5-64,4 4-30,3 4-4,-6 3-93,-8 0 58</inkml:trace>
  <inkml:trace contextRef="#ctx0" brushRef="#br0" timeOffset="5375">7292 695 138,'0'0'150,"0"0"10,0 0-81,0 0-27,0 0-11,0 0-10,-81-32-13,41 55 5,1 7-9,5 3-2,8 1-12,13-4 0,10-2-1,3-6-8,4-5 8,20-6-5,6-8-10,4-3-9,4-7-12,-4-12 37,-6-1 0,-9 5 1,-9 7 11,-9 6 42,-1 2-11,0 0-43,-3 12-16,-10 11 16,1 6 6,3 1-6,6-2-5,3-3-57,3-5-48,16-8 9,10-11-106</inkml:trace>
  <inkml:trace contextRef="#ctx0" brushRef="#br0" timeOffset="5722">7587 721 539,'0'0'17,"0"0"40,0 0-25,0 0 16,0 0-15,-80-30-11,50 50 3,-2 5 3,4 7-13,5 3-1,9 2-14,6 0-3,8 0 3,0-4 0,19-7-2,13-6-2,7-10 3,7-8-15,3-2-24,-1-12 17,-5-11 18,-9-4-6,-7-5 11,-10 4 0,-8 3-8,-9 7 8,0 6 14,0 7 13,0 5 16,-2 0-38,-7 2-5,-1 16 0,1 2-6,-1 4 8,7 2-2,3-2 1,0-3-1,7-4-19,9-4 13,10-8-7,5-5 9,6 0-20,8-11 21,-2-9 3,-4 1-5,-9 3 10,-12 5 5,-9 5 4,-6 5 20,-3 1 3,3 0-37,0 14-7,1 7 7,4 1 2,1 1 7,1-3-9,5-5 0,0-1-2,4-5 4,4-7-2,3-2 0,6 0-4,0-9-20,1-8-14,-3 0 17,-9 1 8,-3 2 7,-6 7 6,-5 3 14,-2 2 1,-2 2 9,0 0-24,5 0-9,3 12 6,0-1 2,2-1 1,4-1 0,-2-5 1,8-4 0,4 0 9,6-10-10,3-14-1,4-14-6,2-10 4,3-7 0,-1-4-5,-9 2 8,-10 7 34,-13 7-14,-6 11 20,-4 10 21,-2 11-20,0 10 10,0 1-51,-5 14-8,-13 19-6,-7 13 14,-4 10 7,1 6-1,1 6-5,4 0 6,1 1-7,3-8-7,5-11-6,4-10-18,4-14-30,3-10-35,3-13-51,0-3-29,0-13-243</inkml:trace>
  <inkml:trace contextRef="#ctx0" brushRef="#br0" timeOffset="6629">8573 790 762,'0'0'119,"0"0"24,0 0-32,0 0-59,0 0-22,0 0-26,97-58-1,-43 58-3,7 7-5,0 5-19,-4-2-22,-8-2 9,-4-5-44,-9-3-22,-8 0-68,-8-3-73</inkml:trace>
  <inkml:trace contextRef="#ctx0" brushRef="#br0" timeOffset="6959">9704 756 473,'0'0'26,"0"0"30,0 0 12,0 0-47,0 0 14,0 0-6,-42-21-10,3 37 18,-4 8 0,-1 5-16,6 8-5,8 5-16,8 2-5,10 1 5,9 0 0,3-3 3,4-3-3,19-6 6,6-6-6,10-8-16,6-11 8,7-8 2,4 0-8,0-23-11,1-8-12,-6-2-14,-10-3 46,-13 1 5,-12 3 37,-10 2-12,-6 5 11,0 5-34,0 7 39,-11 9-19,-5 4-3,-5 1-16,-7 19-4,-4 7 1,2 5-1,2 7 1,7 1-1,9 0 1,9-1 0,3-3-8,5-5 8,18-8 0,10-7-3,9-10-11,9-6-10,4-6 11,8-19 13,4-13 0,3-15-32,2-6-21,-5-8 26,-4-1 27,-10 4 6,-8 6 24,-12 8 25,-11 7-20,-7 8 8,-9 11-18,-4 9 10,-2 7 4,0 6-14,0 2-25,-2 1-9,-22 23-16,-11 10 21,-9 8 4,-7 10 4,3 8-3,6 3-2,3 5 4,9-1-11,8 0 5,9-9 3,9-9-4,4-9 4,0-13-2,1-11 0,15-7 2,10-8 8,15-1 4,12-4-12,13-18-4,8-9 3,3-12-17,-3-8-1,-8-2 7,-8-5 12,-12 0 0,-10 3 1,-7 3 20,-10 8-20,-7 12 16,-6 9 10,-1 12 28,-3 7-29,-2 4-2,0 0-24,-3 13-25,-19 16 6,-10 13 19,0 5 0,0 5 2,4 0 2,4 0-1,3 1-3,3-6 4,4-1-8,1-8-8,6-5-23,0-10-39,4-7-66,3-12-65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5:31.679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21039 556 618,'0'0'7,"0"0"-7,0 0-48,0 0-90,0 0-150</inkml:trace>
  <inkml:trace contextRef="#ctx0" brushRef="#br0" timeOffset="2309">23261 0 742,'0'0'0,"0"0"12,0 0-12,0 0-4,0 0-34,0 0-87,0 0 21,-9 54-204</inkml:trace>
  <inkml:trace contextRef="#ctx0" brushRef="#br0" timeOffset="153256">10423 2324 159,'0'0'0,"0"0"-43,0 0 34,0 0 6,0 0-9,0 0-80</inkml:trace>
  <inkml:trace contextRef="#ctx0" brushRef="#br0" timeOffset="214713">638 4293 159,'0'0'16,"0"0"-16,-76 89-31,56-61 9,3-4 22,6 0 3,-5 1-3,-8 2-9</inkml:trace>
  <inkml:trace contextRef="#ctx0" brushRef="#br0" timeOffset="217075">131 3546 258,'0'0'23,"0"0"26,0 0 29,0 0-18,0 0-10,0 0-17,-39-29-12,39 29-4,-1 0-10,1 21-2,0 24-5,0 25 31,10 21 17,5 13-20,2 9-6,2 3-14,6 4-2,1-4-5,9-12 6,1-16-7,0-21-25,-5-18-35,-4-17-10,-10-17 1,-14-15-90,-3-10-116</inkml:trace>
  <inkml:trace contextRef="#ctx0" brushRef="#br0" timeOffset="217361">18 4344 430,'0'0'10,"0"0"-9,0 0 3,0 0 23,0 0-26,0 0 2,-18-21 15,19 16-11,7 0 3,-1-2-3,5-3 0,-1 0-4,2-3-3,-1 4 3,-3 3-9,-6 4-8,0 2-48,-3 0-195</inkml:trace>
  <inkml:trace contextRef="#ctx0" brushRef="#br0" timeOffset="217848">1724 2701 433,'0'0'82,"0"0"-2,0 0 17,0 0-8,0 0-1,0 0-39,-14-39-31,14 39-18,0 10 0,0 22-17,13 22 17,-4 16 14,4 15 20,-5 4-12,1-2-5,-2-2-16,5-3 4,-3-3-5,2-2-5,0-2-24,0-3-24,1-5-51,0-10-60,-6-10 1,-6-15-87</inkml:trace>
  <inkml:trace contextRef="#ctx0" brushRef="#br0" timeOffset="218133">1459 3573 42,'0'0'360,"0"0"-323,0 0 17,0 0-6,0 0 14,-28-76-24,44 73-22,9 3-14,8 0 23,9 7 9,4 16 4,5 11-1,-2 8-5,-4 7-7,1 2 0,-1 0-25,1-7 3,-4-5 1,4-6-4,-1-8-8,-3-9-49,1-11-31,-7-5-76,-6-12-119</inkml:trace>
  <inkml:trace contextRef="#ctx0" brushRef="#br0" timeOffset="218411">2217 3303 657,'0'0'136,"0"0"-99,0 0 54,0 0-27,0 0-36,0 0-28,-52 9-12,50 44 12,-1 11 8,-3 12-8,0 8-1,-1 6-10,-1 7-33,1 2-56,-1 2-72,-5-3-10,1-3-295</inkml:trace>
  <inkml:trace contextRef="#ctx0" brushRef="#br0" timeOffset="218733">956 5606 324,'0'0'0,"0"0"-63,0 0 63,0 0 22,0 0 7,0 0-20,-42 43-7,42-43 9,0 0 33,0-17 17,11-19 9,5-15-9,7-21-35,-3-14 22,-9-7-11,-3-3 6,-8 5-13,-2 11 5,-16 9 3,-7 13-2,-4 8-1,-5 5-30,-2 11 0,0 5-5,-2 11 0,0 6-8,7 8 8,10 4 2,11 0 5,7 4-7,3 20-2,10 11-17,25 6 13,15 9-4,16-2 1,13 2 9,7-3-2,1 0 2,-2 0 0,-9-4 5,-18-3-2,-18-3-3,-17-10-1,-16-1-6,-7 0 1,-7-4 6,-23-1 11,-10-4-6,-5-11-3,-4-6 0,-1-10-2,4-13-7,9-1-8,7 3 15,11 7 10,8 6 8,7 3 8,2 4-20,2 1-6,0 0-8,11 7 1,17 14 7,8 5 4,10-1-3,8-4 3,1-5-2,-3-9 5,-5-7-6,-6 0-1,-8-20 0,-6-17-6,-9-15 3,-9-13 0,-8-4 3,-1 5-3,-1 13 7,-11 18 2,3 14 8,3 11-5,3 7 20,1 1-1,2 0-28,0 1-10,3 16 6,14 6-5,11-3 2,8-5 2,9-8-4,0-7 0,-2 0-1,-12-11-12,-4-15 9,-12-11 13,-9-2 0,-6-1 12,0 7-12,-6 9 24,-5 8 9,1 9 17,6 4-15,4 3 3,0 0-29,0 0-9,17 21-24,16 15 18,11 12 6,8 12 4,3 14 0,-3 13 1,2 13 6,1 6-1,-10-3-9,-11-8 2,-11-13-6,-13-11-1,-10-10 3,-2-4 1,-23-14 3,-3-7 0,-7-16 11,-8-20-8,-5-12 9,-2-33-15,-1-13-2,9-11-3,8-1 1,15-3 2,10 0-2,9-3 4,0-2 1,17 2-1,9 3 0,4 8-1,1 14 1,-1 12-1,-3 13-1,-2 15-8,-1 8 10,0 3-15,-2 14 9,4 14 6,-4 9-1,2 4 1,-8-2 4,-1-3-2,-4-7 1,-5-6-3,-2-9 0,-2-8-3,-2-6 0,0-6 3,0-29-1,0-19-42,4-13-28,5-3 71,3 9 0,1 11 1,2 10 27,-3 12-10,3 10-2,-4 8-6,2 10-10,-1 0-1,7 9 1,-1 17 0,6 11 14,0 8-12,0 9-2,-3 8 0,3 1-10,1 0-93,3-12-96,2-14-146</inkml:trace>
  <inkml:trace contextRef="#ctx0" brushRef="#br0" timeOffset="220157">2905 4609 860,'0'0'10,"0"0"74,-87-28-34,66 28-41,5 0-6,-1 24-2,1 17-1,5 15 3,4 12-3,4 4 1,3-2-2,4-6 2,13-8-4,14-5 6,10-6-5,14-10 3,6-9-1,12-13 0,-3-13 0,-1-12-19,-5-29 4,-4-17-18,-10-18 16,-15-18-4,-15-19 13,-14-4-18,-6 1 1,0 14 25,-14 21 47,-3 13 12,2 15-8,-1 19-19,4 12 9,3 11 1,7 9 3,2 2-45,0 15-2,14 21-18,10 21 20,4 15 2,2 7-2,3 4 0,-5 4 5,-1-4-5,-5-8 0,-4-12 3,-3-18-2,-1-17-1,-5-14-2,-2-11-11,2-8-15,6-35 10,3-15 6,6-11-25,-2 7 37,-4 13 3,1 13-1,-2 11 11,2 7-11,2 3-2,0 5-1,4 7 1,1 0 0,0 13-7,3 19 7,-1 16 0,6 11-3,-2 9 3,1-1 0,-2-7-68,-3-8-8,-4-16-178,-9-19-218</inkml:trace>
  <inkml:trace contextRef="#ctx0" brushRef="#br0" timeOffset="220841">3850 3974 945,'0'0'9,"-26"-84"-6,26 42-3,13 4-11,20 7-6,4 8 16,5 13-2,0 10-4,2 16-1,-3 25 6,-4 17 2,-3 14 4,-10 5 9,-6 0 15,-7-9-18,-4-12-7,-1-14 5,-3-11-3,-2-14-4,1-11-2,1-6-3,0-27 3,6-22-5,3-17-51,1-5 35,2 4 21,2 13 2,-1 12 19,-1 13-8,0 14 0,3 10 22,4 5-34,8 8-3,9 21 3,4 12 0,0 9 10,-4 7-6,-4 5-4,-10 4-8,-9 3-62,-13 2-94,-3-4-38</inkml:trace>
  <inkml:trace contextRef="#ctx0" brushRef="#br0" timeOffset="221387">2341 6010 741,'0'0'149,"-96"18"-139,77-12-3,14-6 39,5 0 13,29 0-52,30-7-2,41-15 17,43-12 38,44-12-37,35-9 6,29-4-14,22 0-1,9 5-2,2 4-8,-8 6 4,-17 7-8,-31 6-2,-35 8 1,-42 11-24,-44 5-69,-43 5-64,-45 2 5,-27 0-56,-58 2 47</inkml:trace>
  <inkml:trace contextRef="#ctx0" brushRef="#br0" timeOffset="221717">2245 6170 1186,'0'0'0,"0"0"-18,0 0-44,139-57 62,-12 21 17,37-9-12,31-11 5,26-10 9,24-6 2,6 0-6,2 11-15,-17 11 5,-29 9-5,-38 12 0,-43 13-65,-49 10-128,-46 6-101</inkml:trace>
  <inkml:trace contextRef="#ctx0" brushRef="#br0" timeOffset="221973">4322 5810 1470,'0'0'0,"0"0"-124,0 0 10,0 0-136,0 0-115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7:12.077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186 8 391,'0'0'10,"0"0"18,0 0 29,0 0 5,0 0-20,0 0-12,0 0-23,-75-17-5,56 51 6,-5 11-2,3 7 17,1 2-15,7-6 4,4-7-11,5-10-1,4-5 0,0-11 2,0-5 1,0-7-3,0-3 5,11 0 0,7-23 39,6-11-30,3-8-3,-5-5-11,-4 2 1,0 4 11,-4 6-9,2 5 4,-4 10-1,-3 6 6,3 6 7,-2 2-11,7 2-8,4 3 0,4 1-1,6 0 0,-1 7-8,2 7 7,-3 1-4,0 4 6,-4 1 0,-3-1-16,-5 2-39,-2 2-35,-5-2-20,-4-4-30,-3-6-251</inkml:trace>
  <inkml:trace contextRef="#ctx0" brushRef="#br0" timeOffset="495">274 147 560,'0'0'76,"0"0"-70,0 0 5,0 0 36,0 0-31,0 0-14,14 33 34,-2-2 1,2 5 7,1 4 0,-2 6-6,3 6-12,-3 11 5,-3 11-3,-4 11-23,-6 5 7,0 0-5,0-1 6,0-8-6,4-12-6,2-12 0,0-10 3,0-11-3,0-10 0,-1-12-1,-4-5 0,2-8 5,-1-1-5,-1 0 0,2-3-4,-1-9-23,-1-7-20,-1 2 18,0 3-69,-6 0-106,-15 0-164</inkml:trace>
  <inkml:trace contextRef="#ctx0" brushRef="#br0" timeOffset="3233">676 1546 56,'0'0'47,"0"0"-25,0 0 13,0 0-22,0 0-1,0 0 10,2-15 2,-2 13-1,0 1 5,0-1 2,0 1 16,0 0-15,0 1-7,1-2-15,-1 2 17,0 0-12,0 0-11,0 0-2,2-3 12,-2 0-7,1-1-4,-1 0 0,0 1 14,2 2 0,-2 1 3,0 0 1,0 0 1,0 0-10,0 0-8,0 0-3,0 0 0,0 0 5,0 0-5,0 0-8,0 0-17,0 0 4,0 0-17,0 0-7,7-2-71,-1-3-63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5:28.597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7102 154 342,'0'0'60,"0"0"-1,0 0-18,0 0-34,0 0-4,-81 11 7,47 13 34,-1 5 3,1 5 10,7 5-21,7 3-23,7 0 6,7 2-16,6 1-2,0-3 2,17-2 1,10-5-4,7-5 3,11-6-7,10-6 2,9-8 1,8-9-15,7-1-84,-2-14-28,-3-14-73</inkml:trace>
  <inkml:trace contextRef="#ctx0" brushRef="#br0" timeOffset="256">7545 389 428,'0'0'51,"0"0"9,0 0-19,-93-16-12,68 32-6,1 10-5,6 7-4,9 4 3,9 1-16,6-1-1,24-5-8,6-6 8,4-9 4,2-9 2,-6-8-6,-8 0 12,-6-6 4,-7-13-3,-6-5 1,-9-6-9,0-4-1,-1-1-4,-14 0-8,0 4 8,3 4 7,3 8-2,6 5-5,3 5 4,0 0-4,4 1-31,19-1 15,7 5 16,5 4 7,0 0-7,-1 7-1,2 10 0,-2 5 1,-1 7-5,-5 3 12,-5 3-7,-8 2 0,-5 0 5,-5-3 1,-5-4-4,0-4 0,-11-6 3,-4-6 3,1-7-8,3-6 16,3-1 15,5-1-1,3-19-17,0-12-13,19-6-21,9-1-35,5 6 33,-2 9 5,-6 5 14,-5 9 4,-5 5 0,-4 3 9,-2 2-9,1 0-2,-2 7 2,1 12 6,-1 2 0,-4 7 2,-1 4 2,-3 3 2,0 0-5,0 0 6,-9 1-13,-4-4 0,-2-2-36,4-8-67,4-9 0,1-9-123</inkml:trace>
  <inkml:trace contextRef="#ctx0" brushRef="#br0" timeOffset="952">8483 176 666,'0'0'24,"0"0"35,0 0 0,0 0-59,0 0-17,0 0 17,0 90 25,0-32 2,-10 0-5,-1 1-8,-1 1-4,-1-4-7,1 1 1,-3-7-4,3-3-10,0-6-19,-1-8-44,5-11-52,5-13-32,2-9-49</inkml:trace>
  <inkml:trace contextRef="#ctx0" brushRef="#br0" timeOffset="1208">8310 475 478,'0'0'11,"0"0"11,0 0 13,0 0-12,100-78-5,-46 71-6,-1 6 2,1 1 9,-6 0 10,-4 14-13,-9 6 15,-5 3-22,-11 5-10,-4 4-2,-9 3 5,-6 4-1,0-5 0,-6-5-2,-10-5 4,1-8-3,2-5 0,0-7 9,4-4 12,1 0 8,2-12 4,4-14-21,2-8-16,3-7-6,18 2-10,6 2 7,1 7 6,0 6-2,-2 5-9,-2 5-40,1 5-24,0 2-18,1 4-72,-2 2-272</inkml:trace>
  <inkml:trace contextRef="#ctx0" brushRef="#br0" timeOffset="1576">9041 435 461,'0'0'60,"0"0"-2,0 0 6,0 0-29,0 0 1,-82 46-13,55-18 4,6 4 0,5 2-12,7 2-15,7-4 2,2-2-2,2-6 0,15-7 0,5-8 0,8-6 6,4-3 13,3-10-14,3-15 16,-4-7-16,-3-9 0,-9-3-5,-11 0-30,-8 3 21,-5 7-2,-5 6 4,-10 7 0,-2 7-53,3 2-35,4 5-76</inkml:trace>
  <inkml:trace contextRef="#ctx0" brushRef="#br0" timeOffset="1935">9522 85 634,'0'0'29,"0"0"83,0 0-40,0 0-45,0 0-27,0 0 3,4 79 31,-4-28 4,0 7 8,-4 2-27,-2-1 12,-3 0-15,-1-4-4,-1-3-2,-3 0-10,1-5-4,4 0-43,1-5-60,5-6-40,3-15-56</inkml:trace>
  <inkml:trace contextRef="#ctx0" brushRef="#br0" timeOffset="2460">10506 285 446,'0'0'27,"0"0"54,0 0-20,6-72-35,-6 57 41,0 4-15,-10 3-1,-8 2-27,-8 6-2,-6 0-10,-4 0-9,4 10 3,4 10-6,9 5-6,8 5 6,5 5-2,6 2-3,3 2 5,21 2 0,13-1-4,2-2 7,3 0-3,-2-4 0,-7-3 2,-10-1 0,-7-5 0,-10-4-2,-6-2-5,0-4-1,-27-2 3,-12-4 3,-14-4 33,-7-4-11,0-1-17,8 0-3,10-8 2,13-3-8,10-2-28,11 2-21,8-1-26,0 1-88,13 1-122</inkml:trace>
  <inkml:trace contextRef="#ctx0" brushRef="#br0" timeOffset="2896">10821 532 680,'0'0'29,"0"0"-29,0 0 0,0 0 18,-2 94 5,-2-66 12,3 1-25,-1-5-2,2-5-8,0-6-24,0-9-110,0-4-119</inkml:trace>
  <inkml:trace contextRef="#ctx0" brushRef="#br0" timeOffset="3231">11246 389 623,'0'0'56,"0"0"29,0 0-53,-82-41-18,52 41-8,2 9 4,0 16-10,4 8 0,9 0-1,9 1-10,6-4-5,0-5 13,13-5 2,6-7-4,3-11 3,3-2 2,5-7 0,1-17 2,-1-6 14,-5-5-16,-8 5 1,-7 6 9,-5 5 11,-5 11 33,0 3 0,0 5-6,0 0-48,0 5-15,0 16-2,0 13 12,-5 10 5,0 8 4,1 9 2,0 8-1,-2 4 6,0 1 13,0 3-13,-4-4-3,-1-5-5,-7-3-1,-4-9 3,-10-9 2,-2-9-7,-2-13 2,8-10-1,4-15 8,5 0-5,2-33 18,4-16-13,7-19-4,6-14-4,6-5 0,21-1-1,5 6-6,10 9-2,6 7-4,1 5-5,7 7-4,3 5 10,-1 5 4,-3 8 1,-7 7 6,-8 12-1,-5 8-1,-4 7-6,-7 2 5,-4 10-5,-4 18-3,-7 9 11,-6 9 2,-3 4-1,0 1 8,-14-5-4,0-8-3,0-6-2,5-12 0,0-8-1,5-5 0,4-7 0,0 0 1,0-14 21,4-20-21,19-10-18,6-5-7,9 3 13,2 4 7,-3 8 5,-3 9-2,-4 5-2,-4 8 4,-7 6 0,-1 6 0,-4 0 0,-1 3 0,-3 15-7,-2 7 6,-3 6 1,-5 6 5,0 4 1,-5 2-4,-10-1-2,0-3-9,3-4-64,6-6-79,6-9 1,0-12-121</inkml:trace>
  <inkml:trace contextRef="#ctx0" brushRef="#br0" timeOffset="4119">12170 532 546,'0'0'50,"0"0"85,0 0-77,0 0-12,0 0-2,-90-48-12,55 62-19,0 9-13,7 4 7,10 0-7,8-4-9,10-2-13,0-5-12,8-7 3,13-7 18,9-2 12,2-7 1,4-14 0,-3-2 3,-7 3 0,-7 5-2,-10 6 14,-5 6 13,-4 2 16,0 1-39,0 0-5,0 6-21,0 11 5,-2 5 16,2 1 5,0-3-4,0-5 0,10-4 1,7-5-2,7-6 5,7 0-1,5-18 8,5-10-6,0-12-4,2-11-2,2-8-1,0-10-10,-2-3-9,-6 3 19,-9 6-4,-14 11 4,-8 11 1,-6 6 10,0 5 10,0 9-4,0 7 2,0 9-3,0 5-8,0 0-7,0 10-22,-9 13-2,-5 12 24,-3 5 2,-3 7-1,1 2 0,-1 2 5,4 0-3,1 0 2,4-2-3,7-5 3,4-5-3,0-9-2,0-8-4,11-6 4,5-8 0,2-6 7,10-2 1,7-9-8,8-16 0,3-10-14,2-6 14,-5-4-13,-6 4 7,-8 7 6,-13 11 2,-10 12 8,-5 7 4,-1 4 23,0 0-37,-6 4-1,-11 16 1,-1 5-2,1 3 0,7-1-1,4-3 2,6-7-3,0-4 0,0-6-9,16-5 13,8-2-8,3 0 3,6-6 3,-3-8-1,-5 1 3,-8 2 0,-8 4 0,-4 4 0,-3 1 0,-1 2 0,-1 0-5,2 0-2,4 0-14,3 9 20,4-1 1,4 0 0,3-4 1,4-2 0,3-2 2,2 0-3,2 0-2,5-1 0,-1-10 2,0-5 0,-2-2 0,-5-4 0,-4 2 0,-9-2 3,-2 4-3,-8 4 1,-2 5 23,-3 6 7,0 3-16,0 0-6,0 0-9,-5 9 0,-11 11-10,1 7 9,-3 5-3,3 6 2,2 3 2,1 3 0,1-2 4,4 0-2,-1-1 3,1 0 7,-3 0-8,-1-1-1,0-2 0,-3-2 3,0 0-7,-2-5 4,-1-5-6,0-6 5,0-5-4,-1-5-5,3-10-26,-1 0-35,4-12-25,0-21-11,6-13-59,6-17-139</inkml:trace>
  <inkml:trace contextRef="#ctx0" brushRef="#br0" timeOffset="156531">77 1747 6,'0'0'45,"0"0"23,0 0-13,0 0 6,0 0-7,0 0 25,-72-72-24,70 63-8,1 1-17,1-1-15,0 2 2,0-1 14,0-1-14,7-1 16,5 0-2,5-1-4,3 1-10,2 1-3,1 0-10,1 2 2,6 0-2,7-3 7,8 1-2,10-1-4,4-1 1,10 0 0,6-1 4,5-4-5,8 0-4,-1 2 2,-8 4 8,-9 6-11,-15 4 2,-9 0-2,-4 0 0,3 5 0,9 7-1,14 1 2,18 2 2,21 1 0,20 1 2,14 1 7,14 3 7,4 5-11,-6 2-1,1 4-2,-9 5 1,-2 2-3,0 1-2,1 1 3,2 1-4,7-2 0,4 1 3,3-2 1,-1 1-3,-11 2-1,-6 5 3,-14-2-3,-12-3 2,-11-1 1,-11-4-3,-6-3-6,1-2 6,1-2 1,5-3 0,4-1 1,8-2 1,1 0-3,-1-1 2,-5-1 1,-14-3 2,-17-2-1,-14-7-4,-18-3 0,-9-4-1,-4-3 1,1 0 0,8 0 6,5-3-1,3-10 0,-4 2-5,-8 1 3,-11 4 0,-10 0-3,-5 2 6,-2-3 13,2-3-7,1-4-11,5-3 0,7-5 3,3-5-4,6-4 7,6-3-12,-2 0 7,-4 5-4,-4 4 3,-6 4-1,-4 2 0,-1-4 0,1-3-3,0 0 3,1-5 3,0-2-3,4-2 4,0-5-4,0 1 0,-2-2 0,-3 1-6,-2 5 3,-3 3-1,-4 4 1,-1 4 3,0 2 0,-2 4 7,2 1 0,0 2-6,3-3-1,0-2 0,4-3 2,0-1-2,-1-1 2,-1 0-2,-3 4 0,-2 2 1,-2 2-5,1 3 0,-2 2 3,1 5 2,-1 1 1,2 4 1,-1 0 1,-1 1-3,0 1 3,0 0-2,0 0 0,0 0-1,0 0-1,0 0 0,0 0 0,0 0 3,0 0-3,0 0-3,0 0 0,0 0 3,0 0-46,0 0-83,-15 0-33,-7 0 43,1 0-365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7:25.808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0 400,'0'0'0,"0"0"-127,0 0 45</inkml:trace>
  <inkml:trace contextRef="#ctx0" brushRef="#br0" timeOffset="4809">2115 554 854,'0'0'0,"0"0"-150,0 0 102,-88-66-307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7:20.162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414 370 430,'0'0'45,"0"0"-37,0 0-4,0 0 12,0 0 19,81 92 4,-52-64 5,4 5-3,0-1-17,-3 2 9,1 0-19,-1-2-13,-2 1 3,-3-4 7,-3-3-11,-1-6-3,-6-6 3,-1-4-8,-3-6-66,-6-4-64,-5-6-160</inkml:trace>
  <inkml:trace contextRef="#ctx0" brushRef="#br0" timeOffset="270">871 413 608,'0'0'38,"0"0"-34,0 0-1,0 0 3,0 0-3,0 0 1,1 1-4,-1 10 1,-12 6-1,-7 11 27,-10 8 15,-8 4-28,-9 5-2,-2-2-7,-4 4 0,7-2 0,5-4-10,9-6 2,11-5-41,7-7-52,11-9-7,2-9-59,0-5-143</inkml:trace>
  <inkml:trace contextRef="#ctx0" brushRef="#br0" timeOffset="600">706 614 409,'0'0'120,"0"0"-115,0 0 3,0 0 17,0 0-6,0 0-18,6-1 4,-6 23-5,2 10 44,-2 4-3,0 7-21,0 5 5,-5 4-2,-5 4-3,-2 1-6,-3 1 4,2-2-18,1-4 11,2-5-11,5-5-7,5-8-3,0-7-34,0-7-31,0-9-32,3-8 0,0-3-78,-1-6-52</inkml:trace>
  <inkml:trace contextRef="#ctx0" brushRef="#br0" timeOffset="1094">905 185 42,'0'0'22,"0"0"17,0 0 19,-19-80-1,8 63-21,-1 2 9,-4 1 13,-2-1-20,-6 5 7,-4 0-40,-8 2 3,-9 2-8,-4 3 0,-3 3 0,1 0 6,2 0-4,3 7 7,-1 8-7,-5 8 1,4 9 20,-3 10-1,-1 12-7,6 5-10,3 7 4,7 2 7,9-3-16,9-1 0,5-4-2,7-2 2,3 4 14,3 2-11,0 0 9,6 3-4,10 0 5,7-1 4,2 1-2,6-3-3,5-5-4,6-4-2,4-8 0,6-8 4,3-3-10,2-4 0,2-4 13,-1-2-10,-3-5 5,-5-6-7,-2-7 1,-3-5-2,-2-3 2,2-4 18,3-18-8,7-9-4,5-8-4,-2-3-4,-3-3 0,-9 0 1,-7 0-1,-6 4 2,-6 1 6,-5 2 10,-4-1-12,-5-3-5,0-5 3,-2-4-3,1-4 0,-1-4-1,-1-2 0,-4 3 0,-3 5-4,-3 3 3,0 6 1,-10 2 3,-13-3 2,-3-4 6,-9-3-10,-2 2 2,-6-1 5,-2 6-8,-3 2 10,-1 9-5,-6 5-5,0 5 0,-2 9 0,-3 5-9,-2 10 1,-7 0-22,0 17-88,2 8-48</inkml:trace>
  <inkml:trace contextRef="#ctx0" brushRef="#br0" timeOffset="3181">6239 1470 53,'0'0'71,"0"0"-58,0 0-12,0 0 9,0 0 9,0 0 14,-9 0 3,9 0-17,-2 0 12,2 0 4,0 0 1,0 0-1,-1 0-6,-2 0-1,-2 0-19,-4 0 0,3 0-3,0 0-6,0 0 3,-1 0 8,1 0 0,0 0 3,-2 0-6,2 0-3,-2 0 1,2 0-3,0 0 3,0 1-2,1 3-2,0 5 0,0-1-2,-1 5 4,0 1-3,-2 0 5,1-1-2,3 1-1,2-1 3,2-2-6,0-2 0,0-1 3,0-3-2,2 0-1,4-3 0,2 0 1,1-1 9,2-1-9,2 0 12,-2 0-4,-1 0-6,0-5-3,-2-5 2,0-2-1,-4 0-2,-1-3-4,-3-1 4,0-3 1,0 2 1,-4 2 2,-8 0-3,-2-1 0,-2 3 0,1 3 0,-3 2 5,2 2 2,-1 3-7,-1 3 0,-1 0 0,-1 0 6,0 7-6,3 9-6,2 4 6,3 0 0,3 2 0,1-2-2,6-2-4,2-1 3,0-3 3,0 0-1,15-3 1,7-3 0,2-4 4,6-4 14,0 0-16,-3 0 2,-4-6-2,-7-5 0,-3 0 9,-7-1-7,-6 3 5,0-1 3,0 0-5,-5-2 2,-9 1-9,-3 0 3,-2-1-4,-4 4 2,1 3 3,1 2-4,3 3 5,0 0-5,3 5-3,2 11 0,1 4 6,1-1-6,7 1 3,4 0-3,0-5-4,0-3-1,4-4 7,11-5 1,2-3 0,4 0 0,-1-1 9,0-15 4,-5-4-8,-6 1-4,-3 2 10,-6 2-4,0 3 13,0 0-13,-9 1-3,-5 3-4,-5 2 0,0 5-4,2 1 4,-1 0-1,6 4 0,1 10 1,3 3-1,3 0-5,4-3 2,1-1-1,0-5 2,0-2-3,12-3 10,10-3-4,7 0 3,2-7 6,2-12-5,-6-3-1,-8-7-3,-10 3 0,-3 0 4,-6 8-3,0 5 1,-2 3 15,-11 5-13,-5 2-1,-1 3-6,1 0 0,0 0-4,3 1 7,-1 13 0,5 5-6,-2 2 6,4 2 2,1-1-2,5-2-6,3-3 1,0-4 4,0-5-13,8-1 5,15-4 0,10-3 0,8 0 6,-4-7 3,-5-10-2,-10-4 1,-9-2 0,-6-4 1,-3 3 1,-4 1 5,0 5-3,-7 3 4,-10 1 3,-5 5-8,-6 2-4,-2 6-2,-1 1 4,1 0 0,3 4-1,4 12-1,2 3 1,4 8 2,6 1 4,3 3-5,5-3-11,3-1 7,0-5 4,8-7-5,8-3 4,4-6 1,8-6 0,2 0 3,2-1 8,0-16-11,-5-7-1,-7-1 1,-8-1 0,-7 5 12,-5 4 0,0 3-3,-6 3-3,-11-2-6,-8 3-2,-6 2-3,-5 5 3,1 3 1,0 0 1,8 0-4,1 3 9,6 11-5,5 6 0,1 5 0,7 2-8,5-2 4,2-1 2,3-5-8,18-5 7,3-5 6,8-6-2,3-3 0,2 0 11,-2-8-12,-5-9 1,-7-3 0,-9-1-1,-6 1 1,-8 3 19,0 3-12,-3 3 2,-13 1-10,-4 3-2,-6 6-6,0 1 6,-3 0 0,7 10 3,2 8-1,5 3 0,5 1-7,3 1 2,5-4 5,2-4 0,0-4-3,3-4-14,13-3 11,2-4 8,2 0-5,-5 0 6,-2-14 6,-10-2-1,-3-1 12,0 1-2,0 6 7,-12 2-11,0 2 7,-4 4-18,-2 2-3,2 0 6,4 8-6,4 4-6,5 1 3,1 0-10,2-3 5,0-2-2,2-2-8,13-5 4,4-1 7,4 0 7,-4-8 10,-3-8-4,-6 2 2,-9 0 0,-1 4 13,0 1-16,-1 2 1,-10 5-5,-4 0-1,0 2 0,-1 0 0,1 6-2,2 5-4,4 2 5,2 0-5,6-2 3,-1-2-8,2-4-9,0-3-15,0-1 28,0-1 1,0 0 6,0 0 8,0 0 15,0-3-15,0-1 12,0 1 5,0 2-21,0-1 4,0 2-8,0 0-2,0 0 2,0 0 0,0 0-14,0 0 2,0 0-27,0 0 3,0 0-53,0 3-39,-7 3-147</inkml:trace>
  <inkml:trace contextRef="#ctx0" brushRef="#br0" timeOffset="7192">9937 1180 153,'0'0'57,"0"0"-43,0 0 12,0 0 23,-18-72 20,15 61 13,-4 1-54,1 0-12,0-1-3,-2 1 1,-2-2-13,-3-1 3,-7-1-1,-4-2-3,-4-1 0,-5 0 3,-2-1 3,-4 0-8,-5-2 6,-8 0-4,-6 0 11,-9 2 0,-5 1-6,-5 1 11,0 2-14,3 3 2,5 0 7,4 2-9,3 3 4,4 0 3,2 2-5,2-1-2,-2 2-1,0 2 10,-8 1-10,-6 0-1,-6 0 0,-6 0 5,4 0 2,0 0 1,7 0 3,7 0 1,7 3-1,8 5 1,5 5-10,1 4 0,-2 1-2,2 2 5,-3 4-4,3 0-1,0 1 5,2 5 2,4 0-7,1 2 8,1 2-6,4 0 4,1 0 1,2 0-7,4 2-1,2 3 1,1-1 1,2 7 1,2-1 2,4 8-1,4 4 14,2 2-17,7 0 2,0-3 0,1-4 4,18-4 0,7 0-4,0 0 1,6-2 5,1 0-4,1-3 0,5-2-3,7 1 8,3-3-8,8 0 15,7 0-9,9 0-1,11 3-2,21 3 25,15 1-6,16 5-11,14 0-6,6 7 6,5 2-12,4 1 1,-2-2-2,3-4 2,-7-9 3,1-4 1,-5-6-4,-9-7 8,4-2-9,-4-5 0,-2-5 1,1-4-1,-3-2 12,-9-4 0,-8-1 0,-10-2 1,-10-3 10,-9 0-11,-14 0 0,-6-8 3,-6-8-5,-2-5 2,0-7-8,1-6-1,-5-7 1,-8-3-1,-6-2-3,-10-1 1,-9-5-1,-6 0 8,-5 0-7,-4-5 3,1-1-1,-1-4 1,1-5-3,-1 2 2,-7 4-3,-6 3-2,-3 4 2,-3-1-2,-22-1 2,-11-3-2,-13-2 1,-12-1-2,-6-1 3,-7-3 2,-3 2-2,-1 2 0,-2 5 7,-1 9-7,-5 7-6,-10 3 6,-8 4-2,-4 3-4,0 3 5,7 4-3,7 4 4,5 5 2,1 2-1,0 2-1,0 1 0,3 3 0,0-2 0,0 3 0,-3-1-3,-6-1 0,-3 0 2,0-3 0,-3-2-19,3-1-4,-1-1-77,0 4-24,4 2-17,3 4-167</inkml:trace>
  <inkml:trace contextRef="#ctx0" brushRef="#br0" timeOffset="9052">7857 1331 39,'0'0'128,"0"0"-72,0 0-18,0 0-17,0 0 44,0 0 7,0-39-11,0 30-22,0-1-4,0 0 3,0 2 1,0 1-3,2 1 22,-1 3-18,1 2-14,-2 1-4,1 0-22,4 7-9,4 16-2,3 9 11,1 6 1,2 4 2,3-1 1,4 1-3,4-5 0,3-5 0,1-7 4,2-8-5,-3-6-6,4-5-30,-1-6 21,-1 0-23,-1-17 3,-3-13 7,-6-7-7,-3 0-9,-6 3 25,-5 8 10,-6 7 7,-1 5 2,0 2 11,0 1 5,-4 2 14,-3 2-6,2 3-6,1 1-8,-1 3 8,-5 0-8,-8 1-10,-6 18-2,-7 7 2,-5 6 10,-3 5-4,-4-1-4,-1 2-1,4-4 2,5-1-3,10-8-9,8-4-44,9-6-24,5-8-123</inkml:trace>
  <inkml:trace contextRef="#ctx0" brushRef="#br0" timeOffset="9631">8135 1327 247,'0'0'112,"0"0"-4,0 0-36,0 0-8,0 0 3,0 0-30,10-52-28,-10 52-9,0 14-16,0 15 15,0 13 1,0 8 8,-10 8 6,-6 7-2,-6 3 5,-7 4 5,-7 0-11,0-1-5,0-7-3,4-5-3,5-9 3,5-9-1,6-10 3,7-11-2,4-9-6,5-5 3,0-6-9,0 0 9,0-19 0,4-8-2,6-7-20,1 2-1,-1-2 23,1 0 0,1-1 0,4-7-13,1-2-2,2-3 14,0-1-7,-4 3 8,-6 7 0,-3 7 5,-6 10 2,0 8 19,0 8-23,-6 5-3,-7 0-4,-10 22 3,-5 16-2,-5 9 3,4 5 11,4-3-8,9-3 2,7-6-4,7-4-1,2-9-5,0-9 0,17-7 1,7-10 1,4-1-18,2-8 14,-3-13 7,-7 0 8,-7 4-1,-9 8 29,-4 6-2,0 3-14,0 0-20,-9 10-24,-10 10 24,-3 2 3,3 0-3,5-5 0,5-3 1,6-6 0,3-3-1,0-4-3,0-1-16,1 0 11,14-3 7,6-14 1,-2-1 7,-7 1-1,-4 6 4,-8 4 8,0 3-5,0 2-13,0 2 1,0 0-3,0 0-3,-3 0-13,-12 0 18,-12 7 2,-7 6-2,-6-2-65,2-5-187</inkml:trace>
  <inkml:trace contextRef="#ctx0" brushRef="#br0" timeOffset="11891">1609 938 333,'0'0'61,"0"0"-61,0 0-13,0 0 13,0 0 1,0 0 13,0 0 30,0-4 10,0 4 5,0-2-11,0 2-8,0 0-15,0-1 2,0-1-12,0 2-4,0-1 15,0 1-8,0 0 3,0 0-8,0 0 6,0 0-13,5 0-2,5 0-3,9 0-1,11 0 7,11 0-5,9 3 0,8 4-1,7 1-1,0 1 6,6 0 1,3 2-6,7 1-1,7 2 2,6 2-2,8-1 0,9 3 0,11 1 2,10 2 1,8 2-2,-1 1-1,-1 2 1,-3 0 5,-8-1-6,-8-1-4,-3-1 4,-4-3 4,-6-2-3,1-1 1,-2-3 1,-5 0-3,-3-1-2,-4 0 2,-9-1 5,-3 1-2,-5 1-2,1 1 0,0 2-1,-1 0-2,-3-1 2,1 1 0,1-2 2,0-1 0,2 2 0,1 0 1,-1 0-1,0 3-2,-2-3 0,-6 0 2,-5-3-2,-5-2 5,-10-4-4,-10-1 0,-14-3 0,-12-3-1,-6 0 5,-7 0 9,0 0 6,0 0-6,0 0-14,0 0 4,0 0-8,0 0 4,0 0-3,0 0-1,0 0-6,0 0-6,0 3-26,-11-1-57,-13 2 20,-7-1-54,-5-3-167</inkml:trace>
  <inkml:trace contextRef="#ctx0" brushRef="#br0" timeOffset="12910">5032 948 217,'0'0'103,"0"0"-66,0 0 20,0 0-3,0 0-15,0 0-21,-14-6-17,14 6-1,0 0 0,0 2 5,9 10 25,3 5 19,9 2-10,3 3-9,4-2 5,2 1-15,3-3-10,-2 2 3,0-2-6,1 2 0,-5-2-2,-6-1-5,-4 2 0,-6-4-1,-6 3-3,-5 1-5,0 3 5,-6 4 8,-20 2-4,-8 3 22,-10 2-1,-11 0-10,-9 3-6,-8-2-1,-8-4-8,-2-1-1,6-8-51,10-4-59,14-5 12,13-9-95</inkml:trace>
  <inkml:trace contextRef="#ctx0" brushRef="#br0" timeOffset="13788">2021 362 22,'0'0'89,"0"0"-36,0 0-1,0 0 5,0 0 7,0 0 3,25 14-18,-25-14 4,0 0-20,0 0-4,0 0-15,0 4-9,-1 5 7,-11 3-11,-11 11 27,-6 5 2,-10 8-6,-12 6 1,-5 6-7,-6 5 6,0 0-8,1-3-5,5-7-2,7-8-6,7-7 2,10-8-2,9-6-2,10-7 0,7-4 4,6-2-3,0-1 6,0 0 3,0 0-9,0 0-1,0 0 8,0 0-1,1 2-5,7 0 3,3 3-4,6 2 0,8 7 4,8 6 2,8 8-1,11 9 9,6 9-5,3 8-1,6 5 1,-1 2-11,-2 2 0,-1 1-2,4 2-15,6-4-87,10-8-113</inkml:trace>
  <inkml:trace contextRef="#ctx0" brushRef="#br0" timeOffset="15130">6415 1578 189,'0'0'67,"0"0"1,0 0 23,0 0-20,0 0-18,0 0-9,4 0 4,-1 0 3,3 0 1,6-5-28,2-2-6,3 0-11,1 0 2,3 1 1,0 0 5,6-1-12,4 1 7,10 1-4,11-2-3,13 1-3,18-3 3,12 2-2,14 2 6,7 2-7,-5 3 0,-4 0 2,-13 0-4,-11 10 0,-6 0 2,-8 2 2,-10 0-1,-11-1-1,-15-2 0,-13-5-1,-9 2-3,-8-5 3,-3 1-10,0-2 2,0 0-5,0 0-8,0 2-5,-6 2 1,-7-1 5,-2-1-67,0-2-37,1-2-125</inkml:trace>
  <inkml:trace contextRef="#ctx0" brushRef="#br0" timeOffset="15581">7590 1360 232,'0'0'26,"0"0"-2,0 0 70,0 0-7,0 0-68,0 0-19,-9-10-23,33 25 23,7 8 34,4 1 0,-1 4-1,-6 3-5,-6-3-13,-6 2-9,-7-2-2,-4-3 6,-5-1-8,0-2 5,-5-2-7,-19-1 0,-15 1 5,-12-2-5,-7-4-33,0-5-99,0-6-330</inkml:trace>
  <inkml:trace contextRef="#ctx0" brushRef="#br0" timeOffset="16136">6598 1218 59,'0'0'236,"0"0"-166,0 0 14,0 0-22,0 0-41,0 0 14,5-8-13,-5 8-16,0 13-1,0 6 23,-8 8 4,-8 3-12,-2 3 1,-8 7-6,-2 4 2,-5 3 36,-1-3-25,-2 1-13,1-6 1,2-7-9,6-3 2,7-8-6,4-6 1,9-5-3,4-4-1,3-3 1,0-2-5,0 3 8,9 3 1,17 3 6,16 2 3,15 2 19,9 1-7,3 1-11,2 1-8,-7-2-2,-4-1-2,-10-1-3,-12-2 0,-13-3 0,-10-2 0,-7-2 2,-4-2-2,-4-2 0,0 0-2,0 0 2,0 0 5,0 0-5,0 0-5,0 0 5,0 0-3,0 0 1,0 0 2,0 0 0,0 0 0,0 0 1,0 0-2,0 0-1,0 0 2,0 0 2,0 0 6,0 0-8,0 0 1,0 0-1,0 0 5,0 0-5,0 0 0,0 0 3,0 0-3,0 0-8,0 0 7,0 0 1,0 0-6,0 0 3,0 0 3,0 0-15,0 0 14,0 0-14,0 0 12,0 0 1,0 0-5,0 0 7,0 0 0,0 0 6,0 0-3,0 0-3,0 0 0,0 0-2,0 0 5,0 0-6,0 0 7,0 0 1,0 0-5,0 0 0,0 0-3,0 0 4,0 0-1,0 0 0,0 0 3,0 0-6,0 0 6,0 0-3,0 0 0,0 0 1,0 0 1,0 0-2,0 0 0,0 0-2,0 0 2,0 0 0,0 0 4,0 0-4,0 0-5,0 0 5,0 0 6,0 0-6,0 0 3,0 0-3,0 0 2,0 0 1,0 0-3,0 0 2,0 0-4,0 0 2,0 0-1,0 0 1,0 0 4,0 0-4,0 0-1,0 0 1,0 0-4,0 0 10,0 0-10,0 0 8,0 0-5,0 0 1,0 0-1,0 0 1,0 1 2,0-1-2,0 0-1,0 0-4,0 2 9,0-2-5,0 0 1,0 0 0,0 0 0,0 0 0,0 0 1,0 0-1,-2 0-6,2 0-14,-2 0-9,2 0-33,0 0-6,0-10-112,0-3 22,0-1-79</inkml:trace>
  <inkml:trace contextRef="#ctx0" brushRef="#br0" timeOffset="18228">8678 1060 112,'0'0'58,"0"0"23,0 0-6,-40-72-24,26 58 19,-4 0-41,-1 0-12,-5 2-4,-6-1 13,-3-4-3,-4 0-5,5-3 5,2 0-5,0 0-7,3 0-2,-2 2 0,1 0 4,-2-2-9,-4-1 5,-5-2-6,0 1 0,-1-2 11,-1 1-11,2 1-3,0 2 1,4 3-1,4 4 14,3 5-6,1 2-8,0 5 11,-3 1-11,-4 0 1,-7 11 2,-6 6 1,-4 3 1,-3 2-4,2 0 8,6-1-9,3 0 1,8-1-5,6-1 5,2 3-2,0 1 1,-1-1-5,0 2 5,0 4 0,0 6 0,1 5 6,-1 7-3,1 0 7,3 1 2,6-4-8,2 1-4,5-4 5,2-4 3,-1-2 0,2-3-8,1 2 0,-2 2 1,0 6 6,0 4-6,-4 6 14,2-3-11,1-2 0,1-5-4,4-2 6,1-3-1,2 3 2,1-2 20,1 0-12,0 0-13,0-1 8,11 1-9,3 1 7,1 2 3,3-2-5,3 0 7,0-2-11,3-3 10,1-2-12,2-4 0,1 0 0,2-3 0,3-2 0,0-1 14,0 1-10,-1-4-3,0 1 4,-1-4-5,2-3 0,0 0 0,1-2-1,4-3 2,1-2 0,0-2 1,3-1 4,3-2-4,-6 0 1,0 0-3,-2 0 1,-5-3 2,1-4-1,2-3-2,1-3 6,2-1-6,0-1-6,2-4 6,-6-1 3,1-1-2,-3-1-2,1-2-9,0 0 9,0-2 1,-2-2-3,1 0 8,-1-3-6,-1 1 2,-3-1-2,-2 0 2,-3-3-6,-1-4 10,3-1-8,0-4 5,0 0-2,-2-4 5,5 2-4,1-2 4,-2 1-5,-3 0 0,-3 0 0,-4 1 0,0 1 3,-8 0-10,-3 1 13,-5 0-6,0 1 1,0-4-1,-8 3 1,-4-4-1,-1 4 2,-2-1 2,-3 3-1,-3 4-3,-4 4-8,-3 2 8,-4-1 0,-2 0 1,-3-2-1,-5-1 0,-3-3 0,0 1-2,1 3-7,0 5 15,4 4-6,0 4 3,2 2-3,4 2 0,1 0-1,0 2 2,5 3-2,3 4 1,6 1-3,3 4 3,0 3 0,1 0-11,-6 0-26,2 8-2,-4 6-32,1 4-10,1 5-17,2-3-29,1-2-176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2:07.01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646 0 53,'0'0'19,"0"0"-18,0 0-2,0 0-5,0 0-12,0 0-1,0 0 2</inkml:trace>
  <inkml:trace contextRef="#ctx0" brushRef="#br0" timeOffset="3067">0 650 351,'0'0'4,"0"0"15,0 0 15,0 0-34,0 0-6,0 0-15,0-20-73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2:59.787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847 1413 311,'0'0'3,"0"0"-3,0 0-3,0 0-103</inkml:trace>
  <inkml:trace contextRef="#ctx0" brushRef="#br0" timeOffset="7847">0 0 69,'0'0'289,"0"0"-239,0 0-43,0 0-7,0 0-5,0 0-28,1 20-25,17-8-106</inkml:trace>
  <inkml:trace contextRef="#ctx0" brushRef="#br0" timeOffset="136915">10715 8283 635,'0'0'68,"0"0"-50,0 0 1,0 0-1,0 0-18,0 0-5,21-21-71,-20 38-24,-1-3-144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3:06.621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57 344 338,'0'0'21,"0"0"9,0 0 4,0 0 8,0 0-4,0 0-27,0 0-11,0 3-5,11 20 5,0 13 2,-2 6 19,-3 6-12,-1 0-2,-1-3 1,-1-5-1,0-6-2,0-7-5,-1-8-1,-1-6-19,1-8-42,-2-5-9,0 0-15,0-19 37</inkml:trace>
  <inkml:trace contextRef="#ctx0" brushRef="#br0" timeOffset="248">8 424 302,'0'0'15,"0"0"8,0 0 18,-8-80-18,8 71 21,0 4-30,0 2-14,15 1 1,5 2-1,8 0 0,2 5 6,-2 13-9,-1 6 3,0 3-5,-9 4 5,0 0 0,-9-4 6,-6-2-6,-3-8 0,0-6 0,0-4 2,0-5 5,0-2 0,0 0 4,0-10 20,5-12-30,3-13-1,3-7 0,2-5-2,2 1-1,-6 3 3,4 7 3,-5 6-1,-2 8-2,2 6 0,-3 5-6,-1 5 5,-1 6 1,5 0-6,4 0-8,0 16 11,4 8 1,-2 6 1,-4 6 2,2 7 0,-6 3 3,0 2 2,-1 0-2,-1-3-2,2-7 1,-5-5 7,1-6-9,-2-7-1,0-4-6,1-7-19,-1-4-24,0-5-28,0 0-33,0-8-13</inkml:trace>
  <inkml:trace contextRef="#ctx0" brushRef="#br0" timeOffset="780">539 402 220,'0'0'59,"0"0"-1,0 0 8,0 0-33,0 0-33,0 0-6,12 24 6,-6-2 7,1 3 1,-1 1-5,0-2-2,-1 1-1,-2-4 3,-2-2-3,1-3-32,-2-8-95,0-5-38</inkml:trace>
  <inkml:trace contextRef="#ctx0" brushRef="#br0" timeOffset="1222">786 383 238,'0'0'6,"0"0"25,0 0 3,0 0 25,0 0-27,0 0-17,-80-4-15,66 29-6,0 4 6,5-1 1,4 0-1,5-2-4,0-4-2,6-4-6,9-5 0,3-6-9,3-5 21,-3-2 3,1 0-3,0-18 10,-2-11-10,1-11 0,-2-10 0,-1-7-23,-6 1-2,-6 2 6,-3 8 19,0 3 7,-3 1 34,-9 5-5,0 4-12,2 3 1,2 10 4,3 7-23,0 4 7,5 6 3,0 3-16,0 1 0,0 26-29,0 11 21,0 11 8,0 7 1,0-3 4,0 3-4,5 0-1,2-3 0,0 2 5,1-3-4,-1-2-1,4-4-2,-2-6 0,0-4-26,-1-6-42,0-7-58,1-14-48</inkml:trace>
  <inkml:trace contextRef="#ctx0" brushRef="#br0" timeOffset="1792">1310 475 186,'0'0'6,"0"0"-1,0 0 43,0 0 15,-52-72-32,40 66 19,0 5-25,0 1-22,-3 0 4,-1 8-1,-5 12-6,-4 6 4,2 2 10,-1 3-13,7 0 2,9-3-3,8-1 1,0-3-1,0-6 0,5-4-8,8-2-2,-1-8-4,4-4 9,1 0 5,0-7 5,2-13-2,-2-7-1,0-4-2,-2-1-7,-5 0-3,-4 3 10,-4 5 7,-2 6-2,0 4 15,0 4 28,0 6-19,0 1 25,0 3-32,0 0-22,0 13-27,0 12 18,0 6 9,0 3 0,0 1 0,5 0 0,6 1 0,1-6-14,3-1-23,1-8-38,2-6-48,0-9-25</inkml:trace>
  <inkml:trace contextRef="#ctx0" brushRef="#br0" timeOffset="2294">1435 459 269,'0'0'75,"0"0"-50,0 0 12,0 0-22,0 0-14,0 0 0,90-28 8,-60 44 1,-8 3-9,-4 5 3,-7 4-3,-6-5 0,-3 1 2,-2-4-3,0-6 0,0-4 11,0-7-11,0-3 10,0 0 10,0-6 8,0-11-28,0-5 0,4-2-7,4 1 14,1 3-9,3 8 2,-3 2-3,-2 4 3,1 4-11,-1 2 8,2 0-7,0 5 7,3 9 3,-2 0-1,1 2 1,-2-4 6,-2-2-5,-1-1-1,-1-5-1,-1-1-1,-2-3-14,2 0 16,2-10 10,2-10-10,4-5-1,-2-2-2,-1 3 3,-1 3-3,-4 5 3,-1 6 3,-3 3 13,3 4 6,-3 3 2,1 0-24,1 10-19,1 13 0,-2 5 11,-1 6 6,0 2 2,0-2 2,0 1 2,0-6 2,0-4-6,0-5-7,8-5-32,-1-13-80,-2-2-130</inkml:trace>
  <inkml:trace contextRef="#ctx0" brushRef="#br0" timeOffset="2924">2001 221 356,'0'0'50,"0"0"-29,0 0-21,0 0 0,0 0 9,13 99 9,-7-54-12,0 4-3,-1 2 2,-4-3 2,-1-3-7,0-5 0,0-7-6,0-4-29,0-9-46,0-10-34,0-6-45</inkml:trace>
  <inkml:trace contextRef="#ctx0" brushRef="#br0" timeOffset="3134">2040 489 178,'0'0'123,"0"0"-42,0 0-42,0 0-11,0 0-5,0 0-21,64-53-2,-43 53 0,3 8-1,1 10 4,-5 3-4,-4 2 1,-7 2-2,-8 2-2,-1-1-5,-4-2 7,-18-2-13,-3-5 15,-1-4 3,-1-6 1,0-4 0,8-3 12,2 0 2,8 0-3,3-2-2,5-2 0,1 0-13,0 4-4,0 0 1,3 0 0,13 0 3,3 0 1,4 0 1,4-3-4,-2-1 6,0-4-3,-1-3 1,-3-5-2,2-6 0,-4-6-1,-2-6 0,-3-4 1,-3-4 0,-4-3 2,-2 1-4,-1 3 4,-4 4-2,0 6 0,0 3 21,-4 7 7,-2 5-7,3 8 3,0 5 1,3 3-6,0 0-19,0 3-17,0 15-9,0 9 19,0 6 7,0 4 2,0 5 1,0-2-3,0 2-2,4-2 2,5-3 3,3-5-3,0-2-4,3-6 3,2-5-2,0-7-2,1-5-4,3-4 9,0-3 7,-1 0 0,3-14 8,3-10-6,0-5-9,0-4 6,-4-5-6,-2 0-12,-7 2 12,-4 8 3,-9 10-1,0 5-2,0 8 28,0 2 3,-5 3-14,-5 0-17,-2 12-3,-4 13 3,2 4 3,4 3-3,3 1 0,5-5 0,2-3 0,0-2 0,2-6-8,9-6 7,3-2-7,4-6 8,4-3-2,7 0-1,3 0-29,8-7-49,-1-8-15,-1 0-84</inkml:trace>
  <inkml:trace contextRef="#ctx0" brushRef="#br0" timeOffset="4844">1055 1013 239,'0'0'22,"0"0"32,0 0-10,0 0-1,0 0 15,0 0-3,-7-41-12,2 41-25,-5 0-18,-7 8 4,-4 13 6,-4 8-3,4 4-1,6 3-6,8 2 1,5 0 2,2-4-3,3-2-5,18-5 0,4-6 5,5-5 3,0-6 5,-2-6-6,-5-4-1,-1 0 1,-1-11 2,-3-13 9,-2-5-11,-6-7 7,-10-3-8,0 4-1,0 3 0,-16 8 2,-1 5 11,0 5 15,2 6-4,6 2-24,5 5 0,1 1-8,1 0-99,2 13-92,0 3 64,0 3-125</inkml:trace>
  <inkml:trace contextRef="#ctx0" brushRef="#br0" timeOffset="5302">1304 1131 230,'0'0'96,"0"0"-24,0 0 18,0 0-32,0 0-41,0 0-11,39-22 1,-2 23-6,4 16 12,0 4 3,-5 6-6,-6 1-3,-8 3-5,-10-3 9,-4-2-8,-5-5 3,-3-6-3,0-6 0,0-4-1,0-3 0,-5-2 18,-4 0 5,-2-4 6,2-12-16,1-3 18,5-8-7,3-7-5,0-4-16,4-3 0,17-3-2,3 6-2,6 4 1,2 4-2,-3 6 0,-2 5 0,-6 6-2,-6 3-8,-6 6-14,-3 3-53,-3 1-50,-3 0-79,0 7-17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2:59.960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1332 137 242,'0'0'0,"0"0"-1,0 0 1,0 0 16,0 0 28,63 83-3,-50-60-19,0 1-8,-4-1-4,-4-3 3,1 0-7,-3-4 1,3-6-4,-3-3-3,-2-4 2,2-3-2,-1 0-18,2 0-4,-1-10-11,-1-6-194</inkml:trace>
  <inkml:trace contextRef="#ctx0" brushRef="#br0" timeOffset="659">1426 210 89,'0'0'117,"0"0"-98,0 0 19,0 0 6,0 0-25,69-81-12,-50 65 7,-4 4-5,-4 2 16,0 4-10,-5 3-9,-1 2 1,1 1-2,1 0-5,4 10-4,2 9 4,2 6 3,-1 5-2,-4 3 5,-1-2-5,-3 1 1,-2-2-1,1-5 3,-1-4-4,4-3-31,1-10-48,0-8-83</inkml:trace>
  <inkml:trace contextRef="#ctx0" brushRef="#br0" timeOffset="967">1780 130 304,'0'0'92,"0"0"-43,0 0-28,0 0-21,0 0-4,0 0 4,14 50 4,-9-31-4,-2-2-1,-3-2-22,0-2-41,0-6-119,-8-7-12</inkml:trace>
  <inkml:trace contextRef="#ctx0" brushRef="#br0" timeOffset="1254">1901 47 254,'0'0'106,"0"0"-92,0 0-10,0 0 1,0 0 3,0 0 27,28 83-14,-16-62-10,1-1-7,2-3 0,3-3-1,-3-6-2,3-2 2,-2-6 3,-1 0 6,3-8-8,-3-9 8,0-6-12,-3 3-1,-3 1 1,-6 2 5,0 7 2,-3 3-1,0 4 11,0 2 16,0 1-10,0 0-23,6 0-11,1 1-2,5 5 7,7 0 4,5-4 0,0-2 2,3 0 0,-3 0-7,-2-8 0,-4-6-4,-3-4 8,-7 1 0,-5 1 2,-3 2-3,0 4-9,-8 4 12,-2 3 0,-1 3 2,2 0 2,6 3 0,2 9-6,1 2 2,0-1-6,13-1 7,4-1-7,-1-4 2,-1-1 3,-6-3-10,-3-2 11,-6 1 1,0-2 5,0 1 4,0 5-2,0 4-7,3 6-2,3 8 2,3 10 0,1 6 7,5 6 2,0 3-7,1 3 2,-2-2 2,-6 0-5,-8-4 4,0-5 1,-5-10-2,-10-11-4,-3-13 4,0-7-1,0-4 31,2-22 9,1-6-9,6-8-8,7-6 5,2-2-19,6-6-12,24-1-2,11 2-8,6 5-28,0 8-26,-10 12-6,-9 10 6,-13 8 4,-15 7-77,-1 3-64</inkml:trace>
  <inkml:trace contextRef="#ctx0" brushRef="#br0" timeOffset="2248">113 882 51,'0'0'80,"0"0"-27,0 0-46,0 0-5,0 0 11,9 72 14,-5-34 11,-1 2-5,-3-2-5,0-3-16,0-4-1,0-7-7,0-6 0,-1-8-4,-3-7 0,-2-3 3,-5 0 1,-4-13 42,-4-10-41,-2-7 8,3-5-10,2-5-3,5 0-1,4 1-1,7-1 4,0 4-2,0 3 3,16 5-3,8 3 2,1 7 4,2 3-6,5 8-10,3 7 10,0 0-3,0 6-2,3 17 5,-2 7 0,-3 12 4,-8 4-2,-6 6-2,-11 2 0,-8-4 0,0-6 0,-20-4-2,-11-8 2,-6-5 1,-1-7 1,1-8-2,4-7 11,0-5-2,5 0 8,3-1-17,1-13-1,9-4-29,5 0 4,10-2-33,0-3-56,22-3-46</inkml:trace>
  <inkml:trace contextRef="#ctx0" brushRef="#br0" timeOffset="2811">664 1010 266,'0'0'47,"0"0"-35,0 0 22,-88 12-3,67 5-18,7 4-13,5 2-1,6-1-7,3-2 5,2-3-4,17-6-17,7-5 6,2-6 9,0 0 4,-4-11 3,-6-9-13,0-3 11,-7-1-1,-5 3 5,-2 3 10,-4 6 18,0 7 14,0 3-8,0 2 10,0 0-44,0 7-14,4 10 14,10 2-7,4 0 4,1-1-4,5-3 7,-3-4 0,1-4-10,-2-5 10,-1-2-10,-4 0 9,0-16 1,-5-8 6,-2-8-6,-5-5 0,1-4-1,-4-3-14,0 1 15,-4 3 0,-4 3 0,-1 6 12,0 6 17,1 6 0,0 8 18,8 7-13,-3 3-11,3 1-23,0 0 0,0 19-23,0 12 21,0 10 0,6 9 2,6 4 3,0 3-2,1 0-1,4-5 0,2-5-1,-4-7-6,4-4-8,-4-9-76,3-9-23,-1-13-21</inkml:trace>
  <inkml:trace contextRef="#ctx0" brushRef="#br0" timeOffset="3427">1335 958 250,'0'0'31,"0"0"16,0 0 25,0 0-19,0 0 3,0 0-39,-28-68-17,14 68-10,-1 15 10,-4 6 2,4 3-2,2 2-3,8-5-6,5-2-5,0-3 4,0-4-7,9-4 7,0-3-6,2-5 5,5 0 9,0 0-2,4-4-1,-2-9 5,-2 2 5,-4 2-3,-5 2 0,-4 4 2,-1 3 5,-2 0 15,0 0-17,0 0-7,0 0-11,1 5 11,4 5 0,1 0 0,0 2 1,4 3-1,1-4 0,-2 1 2,4-3-1,1-4-2,0-1-12,0-4-3,2 0-54,-5-5-43</inkml:trace>
  <inkml:trace contextRef="#ctx0" brushRef="#br0" timeOffset="3928">502 888 395,'0'0'0,"0"0"-43,0 0 27,99 0 16,-39 0 16,2 0-11,1-1 1,-5-4-6,-11 3-5,-13-3 2,-9 1-19,-13 0-5,-11-2-11,-1 0 14,0-1-77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8:01.125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967 27 238,'0'0'48,"0"0"-11,0 0-1,0 0 8,0 0-18,0 0-5,0 0 3,-12-27-12,7 27-5,-7 0-7,-7 15 2,-16 12 12,-12 7-12,-10 4 13,-4 2-1,0-2-9,1-3 2,5-1 2,2 1 4,1-2-8,3-1 3,3 0-6,1-2 3,2-1-5,-1-1-9,6-4-40,1-7-53,12-9-208</inkml:trace>
  <inkml:trace contextRef="#ctx0" brushRef="#br0" timeOffset="373">279 230 178,'0'0'118,"0"0"-55,0 0-38,0 0-25,0 0-12,0 0-2,0 18 14,-8 4 8,-5 4 11,-5 5-16,-3 2 25,-3-1-11,0 1 8,-1-4-10,-4 1-3,3-3-1,-1-2 1,3-3-4,7-3-3,6-2-4,3-4 11,5 0-12,3-5-5,0-1 3,0 0-6,11-2 8,14 1 1,12-3 14,19 0-6,11-3-6,12 1 1,6 1 1,-6-1-5,-5 0 0,-11 1 0,-14-1 0,-16-1-9,-13 0 9,-14 2-7,-6-2 7,0 0-5,0 0 10,0 0 0,0 0-5,-3 1-5,-5 3 0,2 5-24,-7 0-43,4-2-132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2:02.913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0 653 67,'0'0'118,"0"0"-90,0 0 25,0 0 33,0 0-34,0 0-40,0-4 0,5 4 0,13-1 6,3-1 0,7 2 0,10 0-6,6-1 3,14-2 5,8-4-13,19-3-6,15-4 17,19-5-3,22-2-4,24-4-9,14-2 4,21-3 6,7 4-7,4-3-2,8 5 7,2 1-10,6 2 6,1-1-5,-3 1 3,-4 1-3,3-1-1,6 1 2,1 0 3,8-1 2,-7 2-7,3 0 7,-3 2-6,5 2 1,-1-1 6,1 1-6,-5 2 0,2 2-1,3 2 7,-1 2-1,1 0-6,-4 3 2,1 1 0,-3 2 17,4-1-12,0 2-5,-9 0 3,-8 0-6,-8 0 6,-10 0 4,-6 0-10,-3 0 0,-6 0 0,-3 3-3,-3 3 7,1-2-2,1 0 1,4-1-6,6 0 2,1-2 1,1-1 3,5 0-3,-1 0 0,0 0 1,1 0-1,-4 0 2,3 0-4,-3 0 5,2 0-6,0 0 6,0 0-6,1 0 3,-2 0-5,-1-3 10,6-1-2,-3 0-2,4-2 1,0-1-4,-7 0 4,-4 2-4,-9 0 4,-3 3-2,-9-3 1,-1 0 2,0-1-3,-5 1 1,1-2-1,-6 2 0,-5 2 0,-3 1 0,-5 0 1,-6 1-2,-4 1-3,-8-2 4,-3 1 1,-3-1-1,-4 1 0,0 0 4,1 1-4,6 0-2,4 0 2,2 0 4,1 0-4,1 0-2,-2 1 2,-4 5 0,-8 1 0,-9 0 0,-11-1 0,-4-1 2,2 1-1,-1-2 0,2 2-1,-2-2-1,-2-1 1,-5-2 0,-6 0-1,-9-1 1,-12 0 2,-16 0-2,-15 0 1,-15 0-1,-8 0-2,-5 0 2,-2 0-13,0 0 12,0 0-9,0 0-1,0 2-5,0 2-5,0 4 1,0 5 9,-3 7 11,-4 8 2,-2 5 0,-2 8 6,1 8-8,1 3 1,1 5 0,4 0 1,2 0-2,2 4 5,0 3-5,0 6 0,0 3 5,0 1-5,0-1 1,0 0-1,0 2 0,0 0-1,0-2 1,0 2 3,0 1-2,0-4-1,-4-4 0,-5-6-1,1-8 1,-1-1 0,-4-2-1,3 0 1,-4-3 6,1-2-4,-1-2-2,3-4 0,1-4 1,1-2-2,1-4 3,2-5-2,0-4 0,0-2-2,1-5 2,0-1 0,0-3 2,-1-3-5,0-2 3,-6 1-1,-9-1 1,-15 1 2,-16-1 1,-17 1 3,-19 0-5,-19-1 2,-14 0-3,-13 0 1,-12 3-1,-1-3 2,-8 2-4,-4-1 4,-3 1 0,-6 0-2,-4 0 2,-5 0-7,-3 0 7,1 0-2,1 0 3,5 0 0,1 2-6,0-2 7,7-3-8,-7 0 5,8-4-1,-6 2 4,1-1-4,-5 1 3,-1-1-3,1 1 3,-2-2-5,5 0 4,2 0-4,1 0 4,0 0 0,-1 0-2,1-5 3,-1-2-1,-1 1 1,3 1 0,-6-1 2,4 0-2,-4 3-2,1-1 0,3 0 3,0 0-4,3-2 0,2 1 1,1-1 4,-2 1-5,-1 0 4,-1 1 0,0 3-4,0 1-1,-1 0-2,-1 0 6,2 0-3,0 0 5,0 0-5,7 3 1,0 4-2,5-1 0,3 0 0,-2 0 2,4-4-2,-4 1 4,2-1-4,7 0 2,0 3-2,8-1 3,7 0-3,5-1 2,3 1-1,4-2 4,3-1-3,0 1-1,2-2 2,5 0-2,5 0-5,8 0 5,8 0 0,7 0 2,1 0-2,5 0-2,0 0 2,1 0 3,-5-3-3,-2 0 2,-2 1-2,-1 1 0,0-2 10,-2 3-10,-1-1 4,3 1-3,-2-2-2,-1 2 2,-4 0-4,-5-1 6,-4-1-2,-2 2 0,-2-1 0,3 1-1,0 0 0,1 0-1,-2 0 2,1 0-4,0 0 6,3 0-5,3 0 3,3 0-2,3 0 2,2 0-2,2 0 2,3 3-2,1-3 2,1 1 0,3-1-1,-2 2 0,4-1 1,-4-1-1,5 2 0,3-1 0,7 0 0,5-1-1,1 2 1,4-1 1,2-1 0,-1 0-2,1 0 1,3 0-3,-1 0 6,4 0-2,2 0 2,-5 0-3,-1 0-3,1 0 2,-6 0 0,4 0 1,3 0 0,6 0-3,5 0 2,5 2-4,-1 2 4,1-1-1,3 3-5,-2-2 5,-3 0-6,-1-1 0,-4 1 6,2-1-9,-2 0 7,2-2-6,2 2-4,1-2 1,0 2 1,0 1 4,-1 1-4,-4-1-13,-2-2-1,0 1 22,1-1-7,-1-1 6,-3-1 2,-1 0-4,-2 0 2,1 0 3,-1 0 2,0 0 1,0 0 0,1 0-1,0-1-2,5-1 1,-1 1 1,1-2 0,3 0-4,0-1 3,-2-1 1,0-1-1,0 2 1,2 0 0,1-1 1,0 3 1,2-1-4,0 0 1,7 0-1,-2 2 2,1-2 5,-2 1-5,-1 1-2,-5-2 2,-4-1 0,3-1 1,1 3 0,6-3-2,5 2 5,4 2-8,6 0 8,4 1 2,4-2-4,1 2-1,6 0 6,0 0-7,-3 0-1,0-1-3,-3 1 8,-4 0-2,-1-2-2,-1 2 0,-1 0-1,1-1 3,-3 0 0,3 1-1,6-2 1,0 1-2,2 1 1,2 0 0,2 0 5,0-2-8,0 2 2,0 0-2,0 0-5,0 0 3,0 0-10,0 0 13,0 0-10,0 0 6,-6 0-39,-6 0-38,-4 0-1,-5 0-48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7T04:57:16.323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4246 712 344,'0'0'12,"0"0"-3,0 0-9,-85-72 6,62 52 12,-2 0-18,-2 1 3,-3-2 26,-4 1-1,-8 0 2,-2 0-22,-9 2 10,-9 0-5,-10 1-4,-8 1-7,-3-1 10,1 2-8,2-2 11,2 0-10,-4 0 4,3 0 2,-3 3-6,-3 1 9,-3 4-14,-6-1 6,2 0 1,6 1-4,7-1-1,8 3 1,-1 1 3,-1-1-5,0 2-1,-6 1 2,-3 1-1,-5 3-1,-7 0-1,-1 0 1,-2 0 3,-6 0-3,-3 5 0,0 4-3,0 1 1,-3 1 2,3 2 7,-6 1-7,2 0 0,4 3 0,1 2 3,6 1-2,6 2-1,8 0 0,1 1-1,9 4 1,9 2 7,15 5-7,8 7-6,7 4 5,12 6-4,8 0-1,5-2-1,10 2-3,1 1 5,0 3 5,18 0 2,4-1 2,8-2-1,6-3-1,9 1 1,10-1-1,7-1 2,10 0 10,7 0-6,7 0-3,5 0 8,9 0-4,7-2 1,6 1-5,3 2 9,6 3-9,4-2 1,11 0 6,6-4-4,8-3 7,9-4-3,4-2-8,9-1 0,1-2 2,4 0-2,3 0 4,-4-1-8,0-1 1,-5-3-2,0 1 2,-5-3 4,1-2-5,4 0 1,0-3 15,6-3-11,3-2 3,2-2-4,1-2-4,-5-3 4,-3-2-2,-13 0-1,-11-2 3,-10-1-2,-12-2 0,-5-1 2,-3-2 3,-4 0 2,-2-7-1,1-10-2,-5-1-4,-7-5-1,-12 0 0,-15-2 4,-14 0 3,-13-1-8,-11-1 4,-9 1 3,-5-6 24,-3-1-19,3-4 5,0-6-17,3 0 4,4-1-2,-6 0-1,0 2-1,-8 0-6,-6-1 3,-4-2 0,-6 0-4,-3 0 5,0 1 2,0 3 9,-4 0-6,-8 0 0,1 1 7,0 2-10,-1-1 0,-4 3 2,-1 0-2,-7 1-2,-4 1-2,-4 0 2,-5 2-1,-5-1 4,-1 1-1,-2 0 1,2 0 7,0 1-8,1 3 0,-6 0-1,-5 1 6,-3 2-10,-8-2 9,0 0-6,1 2 2,1-5 0,-1 2 2,-3-3-2,-2-3 0,-6 0-2,0-1 4,-1 1-1,-1 1 0,3 4 0,3-1 2,2 2-3,3 1 3,1 0-3,-2 2 0,-2 0 0,-4 1 0,-2-2 0,-1 2-2,-1-1 2,-2 2-4,-5-1 4,-1 0 0,0 2 0,-1-3 5,1 1-5,-4 1 0,0 0 0,-3 0 2,-6 2-2,-3 3 0,-7 0 0,-1 5 2,0 3-8,-1 3 1,-1 7-22,6 0-96,5 3-77,11 12 33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18:46.32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  <inkml:brush xml:id="br1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  <inkml:brush xml:id="br2">
      <inkml:brushProperty name="width" value="0.03528" units="cm"/>
      <inkml:brushProperty name="height" value="0.03528" units="cm"/>
      <inkml:brushProperty name="color" value="#EA700D"/>
      <inkml:brushProperty name="fitToCurve" value="1"/>
      <inkml:brushProperty name="ignorePressure" value="1"/>
    </inkml:brush>
  </inkml:definitions>
  <inkml:trace contextRef="#ctx0" brushRef="#br0">4973 4515 430,'0'0'12,"0"0"-11,0 0 1,0 0 40,0 0 7,0 0-41,0 0-4,-15 0 4,15 0 5,0 0-6,0 0 2,0 0 7,0 0 18,0 0-20,0 0 6,0 0-17,0 0 4,0 0 0,0 0-4,0 0 7,0 0 9,0 0 2,0 0-3,-1 0-11,-4 0 0,2 0-7,1 0-31,-1 0-28,2 0-9,-1-2-21,1 1-32,-2-3-65</inkml:trace>
  <inkml:trace contextRef="#ctx0" brushRef="#br0" timeOffset="1580">1010 2197 369,'0'0'66,"0"0"-60,0 0 28,0 0 26,0 0 0,0 0 1,0 0-9,-6 7-3,5-6-8,1-1-5,0 1 1,0-1 11,0 0-20,0 0-8,0 2-1,0-2-9,0 1-9,0 2-1,9 2-18,18 7 18,16 3 15,18 3 9,15-1-5,15-1 0,20-1 5,15 3-6,12-4-12,6 0 19,8 0-24,-1 0 4,0 1 0,0 1-5,-10 0 0,-8-1 6,-9 1-6,-11 1-4,-14-2 2,-13 1 4,-12-3 1,-15-2-1,-11-3-2,-15-1-2,-14-2-5,-9-4 1,-8 0-7,-2-1 12,0 0-4,0 0-5,0 0-2,0 0 0,0 0-9,-5 0-15,-14 0-14,-8-8-22,-10-3-47,1-3-3,2-4-118</inkml:trace>
  <inkml:trace contextRef="#ctx0" brushRef="#br0" timeOffset="2154">3035 2013 203,'0'0'404,"0"0"-404,0 0 21,0 0 67,0 0-6,0 0-9,-48-48-24,48 48-5,0 0-26,0 0-10,0 0-7,0 4-1,0 5-9,3 4-20,15 5 29,12 8 13,9 4-4,8 6-1,7 1 1,0 2 4,1 0-11,-3-2-2,-7-2 2,-6-3 4,-8-4-6,-13-7-7,-7-6 5,-7-1-8,-4 2-1,-9 5 3,-19 6 8,-17 5 30,-9 2-17,-4 0 7,3 0-7,2 1-9,0 2 0,1-2 4,5-1-6,6-6-1,12-4-2,11-5-2,8-7 1,4-4-7,0-2 0,6-3-29,0-2-21,0 1-47,0-2-13,5 0-100,8-2-225</inkml:trace>
  <inkml:trace contextRef="#ctx0" brushRef="#br0" timeOffset="2612">2969 2822 723,'0'0'114,"0"0"-105,0 0 17,0 0-1,0 0-25,0 0-118,-24-12-172</inkml:trace>
  <inkml:trace contextRef="#ctx0" brushRef="#br0" timeOffset="3963">3298 1559 267,'0'0'69,"0"0"-30,0 0 18,0 0-16,0 0-8,0 0 12,-42-27 3,42 27-16,0 0-20,0 0-12,0 0-1,0 0 1,0 0 2,0 0 9,0 0 13,0 0-1,0 0 7,0 0-20,0 0-8,12 0 0,13 7 10,15 3 25,8 1-6,12 2-12,1-2 0,3 0-4,2 0-12,1-2-2,4-1 5,1-2-4,1 0 3,0-3-2,-1 0-3,-5-1 2,3 4-2,-3 0 8,-1 2-4,-2 2-1,-1 0 6,-4 1-7,2-1-2,1 0 0,0-2 0,1 1 6,6-2-6,-2-1-2,7-1 1,-2 1 1,4-2-6,-6 2 6,-7-1 4,-8-1-3,-9 1-2,-4-4 2,-9 0 0,-5-1 0,-1 0-1,0 0 1,3 0 2,0 0 2,0 0 3,-5 0 2,-9 0-8,-5 0 6,-8 0-8,-3 0 1,0 0-2,0 0 1,0 0 0,0 0 5,0 0 2,0 0 9,0 0 4,0 0-10,0 0 4,0 0-7,0 0-7,0 0 0,0 0-9,0 0-5,0 0-9,0 0-5,-5 0-28,2 0-14,-3 0-21,-3 2-8,-4 1-53,-11-2-78</inkml:trace>
  <inkml:trace contextRef="#ctx0" brushRef="#br0" timeOffset="6003">4839 2295 287,'0'0'7,"0"0"-1,0 0 34,0 0-12,0 0-28,0 0-5,0 10 5,0-10 20,0 1-3,0 1 5,0-2 16,0 0-3,0 0 12,0 0-7,0 0-16,0 1-12,8 2-3,3 0-4,4 1-3,1 0 0,2-1 6,6 0-7,10 1 5,8-1 12,16 0-8,11 1-4,4 1-5,2 0 1,-10 1-2,-11 0 0,-11-1 5,-8-1-2,-7 2-3,-7-2 0,-8-1 0,-1 0-1,-3 1 2,-3-3-2,-3 2-2,-1-2-7,-2-1-1,0 0-12,0 0-16,0 2 2,0 1-9,-3 2-41,-6 0 16,-5-4-166</inkml:trace>
  <inkml:trace contextRef="#ctx0" brushRef="#br0" timeOffset="6835">4850 3065 76,'0'0'111,"0"0"-54,0 0-16,0 0-18,0 0-6,0 0 17,3 0-1,-3 0-22,0 0 8,0 0-18,0 0 0,0 0-2,0 0-12,0 0-20,2 0-32,1 0-92</inkml:trace>
  <inkml:trace contextRef="#ctx0" brushRef="#br0" timeOffset="12089">7770 1285 88,'0'0'51,"0"0"9,0 0-53,0 0-7,0 0 0,0 0-25,0 0 4,0 0 21,12-11 0,-12 11-10,0 0-97</inkml:trace>
  <inkml:trace contextRef="#ctx0" brushRef="#br0" timeOffset="12224">7770 1285 24,'30'-86'0,"-15"72"-24</inkml:trace>
  <inkml:trace contextRef="#ctx0" brushRef="#br0" timeOffset="12359">7915 986 199,'0'0'61,"0"0"25,0 0-23,0 0-2,0 0-15,0 0-37,0-18-9,0 24-4,0 18 4,-6 10 3,-8 4 11,0 2-3,2-3-6,4-2 6,8-5-4,0-4-3,3-6 0,12-3-2,9-6 1,9-8 2,7-3 2,8 0 2,1-18-8,-4-5 8,-8-2-3,-10-1 2,-9 4-8,-9 2 7,-6 5-2,-3 4 18,0 3 6,0 6-17,0 2 0,1 0-12,-1 0-10,0 5-14,0 11 15,0 3 6,2 2 3,5 1 0,8-2-7,6-1 4,8-2-10,3-3 12,4-3 1,-2-5-20,1-6 7,-3 0 2,-2-13 9,2-12 2,-7-7 1,-2-7-1,-4 0 0,-9-1 3,-2 5-2,-7 7 6,-1 8 13,0 9-1,0 6-8,0 5-3,0 0-8,0 0-34,0 15 6,5 6 21,8 6-6,11 5 11,16 5-4,11 2 1,12 3 0,-2-3 3,-6 0-1,-13-3 3,-12-4 0,-16-6-1,-12-5-3,-2-6-3,-18-4 3,-16-2-7,-7-5 5,-2-3 0,11-1 6,6 0 6,11 0 6,8 0 27,1 0-18,4 0-5,2 0 11,0 0-20,9-1-7,14-2-17,8-1 8,8-2 3,1-5 6,9-4 1,2-5-1,3-6 0,-4 0 0,-9-2 0,-10-1 0,-9 2 3,-10 2 0,-7 0 2,-4 3-4,-1 5 6,0 8-2,0 4-5,-3 5-1,-9 0-16,-5 17 7,-3 7 7,1 6 1,5 2-1,10-1 0,4 1-1,0-6-5,16-3 4,9-5-1,10-3 0,8-7 6,8-7 0,-1-1-11,-2-4 7,-7-11 4,-7-2 0,-10-1 7,-3 3 2,-8 2 18,-3 5 4,-4 3-15,-1 0 2,-2 5 9,-1 0-27,-1 0-4,-1 0-7,2 0-1,-1 11 8,3 3 0,1 2 4,2 1 0,4 0 0,8 0 0,8 1-16,12-1-13,7-4-64,5-8-224</inkml:trace>
  <inkml:trace contextRef="#ctx0" brushRef="#br1" timeOffset="43541">0 1673 43,'0'0'37,"0"0"18,0 0 48,0 0-77,0 0-3,0 0 8,0 0-23,0 0-2,27-45 17,-24 40 25,-1 3-10,-2-1-19,0 1 27,0 1-4,0 1 2,0 0-21,0 0 10,0 0-4,0 0-9,0 0-6,0 0 7,0 0-7,0 0-13,0 0 2,0 3-3,3 12 0,-1 8 15,0 5 16,-1 2-17,2-2-14,-1-3 2,-1-2 0,1 0 2,-1-3-6,1-2 2,4-3 0,-3-2 0,6-5-10,-2-1-8,2-5 1,6-2 17,8 0 2,5-16-2,6-5-8,-2-3 7,-10-1 1,-1-1 0,-8 1 1,-5 0 6,-1-1 10,-4 1-14,3 4 6,-4 4-9,-1 4 5,-1 6-5,0 4-2,0 2 0,0 1 2,0 0 0,0 0 0,0 0-5,0 11-12,-3 10 17,-3 5 1,0 0 4,6 1-4,-4-1 1,4-3-2,-2-1 3,2 1-1,0-4-2,0-1 0,0-2-5,9-3 4,0-2 1,2-2-13,2-2 9,2-6 8,4-1-2,5 0 0,2-13-2,-1-4 0,0-3 6,-4-1-4,-3-1-2,0-1 4,1-2-3,-1 0-2,0-2-3,0 0 2,-5 3 1,-5 1-3,-5 5 3,-3 2 1,0 3-1,0 6-4,0 3 1,-11 4-9,-2 0 3,-2 0 3,2 3 4,4 5 3,4 5-10,2 1 6,3 5 1,0 2 2,0-2 0,9 3-1,9-1 1,6 2 1,7-1 3,2 1 3,3 0 5,-5-4 9,-7-2-6,-9-5-9,-6 0-5,-9-2-4,0 0-7,-9 1 11,-18-1 4,-4 1 10,-3-4-11,1-3 10,3-4-13,8 0-3,5 0-8,7 0 5,7 0 6,3 0 0,0 0-4,0 0-7,10 0-23,14 0 33,8 0 1,-1-2 5,-1-1-5,-2-3-4,0-2-10,1-5-2,2-4-3,2-3 3,-2-2-13,-1-1 22,-6 1 7,-8 0 0,-2 1 6,-7 3 14,-2 0 1,-4 2 2,-1 3-9,0 2-1,0 4-5,0 3-2,0 0 1,-7 2-7,-4 2 0,-2 0 1,-4 0-1,-5 11 8,8 5-8,0 2 0,3 2-1,5 0 1,6-1 0,0 1 1,0 0-2,3-1-2,15-3 0,3 0-6,6-5 9,1-2 1,0-5 1,4-4 3,-4-2-5,-1-13 4,-6-5 0,-5-2 0,-5-1 5,-5 2 1,-5 2-3,1 4 18,-2 4-1,4 2-22,-1 4-2,3-1-10,2 2-19,5-1-4,2 3 11,4 2-2,-1 0 20,0 0-5,-4 0 6,-4 8-1,-7 8-8,-3 2 1,0 3 5,-5 3 6,-6 0 1,0-1 0,5-1 6,-1-2 7,5-3-4,2 0-2,0-2-8,6-3 0,9-4-8,6-2 7,7-6-21,5 0-41,3-6-73,-2-9-310</inkml:trace>
  <inkml:trace contextRef="#ctx0" brushRef="#br1" timeOffset="45289">1762 1807 434,'0'0'115,"0"0"-115,0 0 69,0 0-32,0 0-33,-95-24 1,71 38-4,-2 5 14,3 0-5,2 6-8,7 4-1,5 1 3,5-1-1,4-2 0,0-1-3,12-8 0,13-4-1,11-7 1,4-7 2,-1 0 6,0-23-8,-8-9 0,-4-11 2,-6-5 2,-2-5 3,-7-4-3,-3 2-3,-3 0 0,-3 6 18,0 7-8,-3 6 1,0 9-2,0 9-2,0 6 1,0 5 12,0 4-8,0 1-5,0 2-8,0 0-9,0 0-16,0 8 5,0 8 5,0 7 15,0 4 5,0 5-2,0 6 10,0 2 3,-1 3-5,-4 1 3,2 1-2,-4 1-3,-1 0-3,2-1-2,-1-4-4,2-4-16,4-5-50,1-6-70,0-5-114</inkml:trace>
  <inkml:trace contextRef="#ctx0" brushRef="#br1" timeOffset="45881">2177 1834 435,'0'0'37,"0"0"74,0 0-19,0 0-71,-80-17-13,64 21-5,0 10-3,1 5 0,0 0 8,6 1-8,3 1-1,5 2-3,1-5 4,0-1-4,10-4-8,14-6-3,3-6 15,3-1 8,1 0-8,-3-12-1,-8-6-1,-4 0 2,-8 3 1,-5 5 10,-2 4 16,-1 5 27,0 1-17,0 0-18,0 0-19,0 3-16,0 12 2,-6 6 14,2 5 0,2-1 3,2-1-1,0 0-2,11-4-7,5-3 6,8-4-20,0-8 21,6-5 1,1 0-1,-1-14 11,-3-13-8,-2-9 13,-4-10-4,-3-7-4,3-3-2,-8 2 5,-4 1-3,-1 5-1,-4 6 3,-2 6 8,-1 3 1,2 6-6,-1 6-10,1 4-1,1 6-2,-1 4-8,-2 2 7,-1 5-2,0 0 3,0 0-2,0 0-14,0 5-18,0 16 15,-10 5 19,-2 6 2,0 2 3,-1 2 7,4 2 0,0 4 5,0-2 1,3 6-11,0-2 0,0 1-3,3-6-1,1-4-3,2-7-10,0-2-33,5-6-68,10-6-28,7-4-132</inkml:trace>
  <inkml:trace contextRef="#ctx0" brushRef="#br1" timeOffset="46647">2837 1883 176,'0'0'221,"0"0"-165,0 0 70,0 0-46,0 0-32,0 0-10,13-23 5,-13 18 16,0-2-13,0 1-29,0-1-15,-6 3 1,-9 1-3,1 2 4,-5 1-2,-5 0-1,0 6 8,-4 9-3,1 2-4,6 7 2,2 0-1,7 1-3,4 0 0,5 0-3,3-3 3,0-1 0,3-3 0,11-3-6,5-5-1,2-3 7,5-4-3,-1-3 1,2 0 2,-3-12-1,-2-9 1,-7-3 2,-3-2 0,-3-2 0,-6 2 6,-2 3 0,-1 6 6,0 6-1,0 5 0,0 6-3,0 0-8,0 0-2,0 2-12,0 12-4,0 6 6,0 1 7,0 1 2,0 1-1,0 0 2,6-1 0,2-2 0,2-3 0,4-2-15,0-3-35,3-7-67,2-5-18,-5 0-163</inkml:trace>
  <inkml:trace contextRef="#ctx0" brushRef="#br1" timeOffset="47298">2229 1595 479,'0'0'23,"0"0"23,0 0 72,125 14-59,-68-5-21,4 1-18,0 0-6,-5 0-3,-7-3-11,-12-1-2,-13-4 2,-10 0-13,-7-1-4,-6-1 5,-1 0 12,0 0-1,0 0-7,0 1-6,0 1 5,0-2-21,0 0-28,-8 0-71,-4 0-58</inkml:trace>
  <inkml:trace contextRef="#ctx0" brushRef="#br1" timeOffset="245252">1092 1683 494,'0'0'0,"0"0"-349</inkml:trace>
  <inkml:trace contextRef="#ctx0" brushRef="#br1" timeOffset="245996">990 111 207,'0'0'23,"0"0"5,0 0-1,0 0 3,0 0-2,0 0-19,0-74-5,4 64 10,-3 2 24,1 1 7,-2 3 28,0 1-9,0 0-19,0 1-3,0 2-2,1 0-13,1 0-16,-2 0-5,0 0 0,0 0-6,0 0-2,0 0 0,0 0-1,0 0-2,0 12 5,0 9 2,0 10 16,0 7 13,-2 5-13,-4 0-8,-1 0-4,1-1 5,0-1-11,-2-3 3,0-3-2,2-2 4,0-4-5,-2-2-5,2-1-3,-3-4-10,2-3-24,-1-3 18,-5 1-22,1 1-8,-3-3-37,3-8-129</inkml:trace>
  <inkml:trace contextRef="#ctx0" brushRef="#br1" timeOffset="246506">1028 396 452,'0'0'47,"0"0"-27,0 0 55,0 0-27,0 0-15,0 0-26,-3-7-3,3 7 3,0 0 3,0 0-6,6 0-4,14 0 18,10 0 3,14 0 2,16 0-13,13 0 12,12 0-15,9 0-6,3 3 2,0-3 4,7 0-1,-7 0-4,2 0-2,-1 0 0,5 0 2,2 0 0,2 1-3,-3 0 2,-8 2-2,-7 2 1,-15-3 0,-16 4 1,-12-3 1,-15 0-1,-8 0 0,-7-2-1,-7 0-1,-6-1 0,-3 0-3,0 0-5,0 0 1,0 0-20,-21 0-2,-16 0-42,-17-4-31,-9-4-93</inkml:trace>
  <inkml:trace contextRef="#ctx0" brushRef="#br1" timeOffset="247202">1092 387 78,'0'0'218,"0"0"-205,0 0-5,0 0-5,0 0 0,0 0-3,0 0 2,6-1-2,-6 1 2,0 0-2,0 0 48,0 0 29,0 0-16,0 0-27,0 0-14,0 0-2,0 0-2,0 0-4,0 0-10,2 0-1,-1 0-1,4 0 0,1 0 0,7 0 7,8 0 8,0 3 0,10 1-9,1 0-5,-1 1 1,5-3 0,-1 0-2,-3-2 1,-4 0-1,-7 0 4,-5 0-3,-8 0-1,-2 0 4,-6-4 6,0-2 14,0 0 4,0-1-28,0-2 1,-11 0-1,-2-1 0,1 0 1,-3 0-1,5 2 1,2-2 4,2 1-2,3-1 0,2 2 0,1-2 0,0-1 3,0-2-4,1 2 5,5 0-6,0 2-1,0 2-1,-3 3 1,3 1 1,-6 1 5,0 2-6,0 0-1,3 0-13,-3 10-11,6 10 12,-1 4 12,1 6 1,-2 2 5,1 2 2,-1 1-3,-4 1-4,0-3 0,0-1 1,0-3 4,0-4-4,0-6-1,0-6 0,0-6 2,0-4 1,0-2-3,0-1 0,0 0 19,0-3 12,12-18 23,7-9-44,2-6 5,5-5-13,-3 3 1,-3 2-1,-4 10-2,-4 3 0,-3 6 0,-3 4 0,-1 5 0,-4 3 1,1 4 0,-1 1-1,-1 0-4,0 0-10,0 7-21,0 13-7,0 7 30,0 2 12,0 3 6,0-4-2,-1-2-2,1-3-1,0-4 3,0-6 4,0-5-8,0-4-5,0-4 5,0 0 1,1 0 14,11-11 17,3-15-2,9-9-30,-2-3 9,-2 1-7,-3 6-1,-3 4 3,-5 7 4,-3 5 0,-3 4 0,-2 4-8,1 4 7,-2 3-7,0 0-7,0 0-15,0 17-50,0 7 57,0 4 15,0 2 8,0-4-7,0 0-1,0-5 3,0-4-3,0-6 0,0-5-6,0-3 4,0-3 0,4 0 2,7-10 26,2-13-1,5-6-21,0-1-1,-6 5 6,-2 7-4,-5 6 9,-4 6 3,-1 6-7,0 0-10,0 8-45,0 15 3,0 11 42,0 7 4,-6 0 3,0 0-2,2-7 0,4-3-5,0-5-23,0-6-57,0-7-64,0-9-282</inkml:trace>
  <inkml:trace contextRef="#ctx0" brushRef="#br1" timeOffset="248731">2674 538 467,'0'0'9,"0"0"40,0 0-2,0 0-38,0 0-2,9-83-2,1 64 24,2-4-17,-4-1 2,0 1-3,-2 0 7,-1 1 22,1 1-27,0 4-13,-2 3 10,-2 6 6,-1 2-7,-1 3 4,0 3-10,0 0 7,0 0 1,0 0-11,0 0-9,0 17-21,0 9 30,0 7 8,0 7 5,0 2-3,0 0 8,0 2-17,0-4 7,0-2-1,0-3 0,0-3-3,0-3-4,0-8 1,0-6-1,0-8 0,0-5 3,0-2 6,0-2 14,14-21 20,10-13-13,7-14-29,6-10 0,4-2-1,-4-1-10,-6 7 1,-7 10 7,-3 9 2,-5 8 4,-4 6-4,-4 7 0,-2 6 0,-2 6 4,-4 4-4,0 0-6,0 9-26,0 16-30,-4 12 56,-5 5 6,-2 5 6,0-2-4,0 0-2,5-3 1,3-2 1,1-5 0,2-6-2,0-8-5,0-5 3,0-9 2,2-4 1,1-3 1,3-1 20,9-19 15,3-8-27,6-9-6,-2-3-1,-4 1-3,-3 6-7,-6 7 7,-2 6 6,-2 5-3,2 1-2,-4 2 2,2 4-3,-4 4 3,1 1-3,-2 3 0,0 0-7,0 0-10,0 0-14,0 13-9,0 1 29,0 2 11,0 2-5,0-3 4,1-2-3,2-5 0,0-2-15,0-5 6,4-1 9,5 0 4,8-16 12,5-9-4,5-3-3,-3-3-2,-2-1 1,-4 2 0,-4 8-3,-6 5 13,-5 8 26,-4 6 0,-2 3-19,0 0-21,0 5-31,0 16-6,-11 11 37,-3 6 3,0 7 5,1 1-6,1-2-2,3-4 0,-3-3-1,3-8 2,0-3 2,0-6-2,3-6-2,3-5-3,3-4-24,0-4-47,0-1 8,0 0-27,0 0-51,0 0-32</inkml:trace>
  <inkml:trace contextRef="#ctx0" brushRef="#br1" timeOffset="249910">3282 558 677,'0'0'73,"0"0"43,0 0-16,0 0-61,0 0-39,96-35 10,-16 35-8,16 0 5,7 0 1,7 0-8,-4 0 3,-9 0-1,-12 3-1,-19 0-2,-11-2-1,-19 2 1,-12-2-8,-15 1-8,-8-2 13,-1 0 2,0 1-6,0-1-9,0 0 12,-4 1-8,-7 2-39,-5 1 7,-1 2-3,-2 1-28,-3 0-34,-2-1-99</inkml:trace>
  <inkml:trace contextRef="#ctx0" brushRef="#br1" timeOffset="251132">700 981 281,'0'0'117,"0"0"-85,0 0 19,0 0 19,0 0-51,0 0-12,-3-9-5,3 9 22,0 0-16,0 14-5,-3 14 4,-5 12 44,-5 7 6,-2 7-32,-4 1-12,-2-3 3,3-5-11,-3-6 1,6-6-6,-1-7 0,4-4-10,7-7-22,4-7-88,1-7 43,0-3-106</inkml:trace>
  <inkml:trace contextRef="#ctx0" brushRef="#br1" timeOffset="251441">645 1245 667,'0'0'74,"0"0"-68,0 0 2,0 0 23,101-19-30,-25 17 16,15 1-11,8 1 14,11 0-13,11 0 8,10 0-12,5 0 4,4 0-4,-2 0 3,0 3 3,3-3-7,-7 0 0,-6 0 0,-18 0-4,-20-6 1,-20-1-10,-22 0 7,-23 3-3,-16 1 6,-9 1-5,0 1 2,0 1-30,-3 0-19,-13 0 14,-10 0-21,-8 0-23,-10 0-88,-6 0-31</inkml:trace>
  <inkml:trace contextRef="#ctx0" brushRef="#br1" timeOffset="252017">497 1182 299,'0'0'39,"0"0"-31,0 0 20,0 0-28,0 0 5,0 0 5,60 0-1,-47 0-7,-1 4-1,-7-1 4,-1-2-5,-4 1 0,0-2 23,0 0 11,0 0-8,1 0-26,5 1-1,0 1-64,-1-2-101</inkml:trace>
  <inkml:trace contextRef="#ctx0" brushRef="#br1" timeOffset="252311">749 1238 522,'0'0'50,"0"0"-27,0 0 68,0 0-83,0 0-8,0 0 0,11-5 5,-1-2 0,2-2-3,0-1 2,3-2 12,-2-3-1,1-4 16,5-4-26,-3 1 4,-2 0-6,-2 5-1,-3 3 7,-3 2-3,-2 2-3,-1 3 9,-3 4 10,2 2 6,-2 1-3,0 0-24,0 0-1,3 0-8,7 5-17,2 11 6,4 7 17,-2 7-2,-5 4 4,0 5 0,-6 0 0,-3-1-2,0-3 2,0-5 0,0-5 1,0-7 0,0-5-1,0-6 3,0-4-2,0-3 1,0 0 0,0 0 4,0 0-5,0 0 10,9-11-2,10-11-9,5-7 4,0-6-7,3-4 6,-5 2 3,-5 0-6,-4 4 2,-4 5 2,0 4-1,0 6 4,-3 4-6,-3 4 1,1 3-2,-1 4-3,-1 2 3,-1 1-4,-1 0 1,2 0-8,1 4-7,1 13-2,5 9 20,-3 7 1,-1 4 1,1-1 3,1-3-4,0-4-1,-2-5 0,1-5 2,2-6-2,-3-5 0,-2-4 1,-1-4-2,-1 0 2,2 0 15,5-7 9,5-13-4,7-9-19,2-5 4,0-1-5,-2-2 0,-4 8 2,-4 3 2,-4 6-5,-1 6 0,-4 6 0,-2 3 0,-1 4 0,0 1 0,0 0-12,0 6-19,0 14 4,0 8 26,0 4 2,0 0-2,0-2 2,0-3 5,0-6-6,0-4 1,0-3-4,0-3-1,0 1-53,0-2-46,3-1 11,5 1-55,7-2-56</inkml:trace>
  <inkml:trace contextRef="#ctx0" brushRef="#br1" timeOffset="253570">2323 1261 299,'0'0'101,"0"0"-10,0 0 5,0 0-26,0 0-23,0 0-20,5-41 25,-2 24-26,1-1-2,1 0-12,-1 2-6,2 3-2,-3 4-4,-2 0 6,1 2-2,-1 1 10,1 2-4,1 1 0,-3 2-7,0-1 2,0 2-3,0 0-2,0 0-20,3 12-12,3 10 5,1 10 27,-2 5-1,-2 3 2,0-1-1,-2-1 8,1-4-8,-1-4 1,2-6-1,-1-6 0,-2-5 3,1-6 0,1-6-1,-1-1 3,2 0 14,6-4 7,2-16 2,6-9-28,3-8 3,4-5-2,-5-4-2,2 2 1,-6 4 0,-6 5-1,0 8 1,-3 7 12,-5 7-5,1 5 11,-2 5-2,1 1-13,-1 2-3,0 0-14,2 0-17,1 17-13,0 11 32,-2 2 9,1 6-4,-2 1 7,0-3 5,0-2-2,0-7-1,1-8 4,-1-6-5,2-7-1,-2-4-1,3 0 1,4 0 20,5-14 3,5-12-15,5-11-6,0-2 5,-5 0-6,-2 5-1,-6 9 12,-3 4-4,-1 5-3,-2 6 3,-1 6-5,-1 3-3,1 1-2,-2 0 1,0 0-22,3 10-9,0 8 6,0 6 22,0 1 3,0 1-3,-1-2 3,-1-4 1,3-5 0,-2-5 0,1-6 2,-2-3-2,4-1-4,5 0 4,10-15 23,5-10-20,5-6-2,-6 0 1,-5 3-2,-3 6 6,-8 9 0,-5 6 12,0 7 8,-3 0-23,0 0-3,0 3-26,0 17-7,0 9 25,0 4 8,0 5 1,-6 0 1,-2-1 9,1-4-8,1-7-3,2-6-2,1-6-17,1-4-30,2-4-51,0-6-21,0 0-125</inkml:trace>
  <inkml:trace contextRef="#ctx0" brushRef="#br1" timeOffset="254636">2928 1271 653,'0'0'73,"0"0"-2,0 0 67,0 0-111,0 0-27,0 0 0,66-16 10,-3 15 1,13 1-1,3 0-9,-4 0 7,2-2-1,-6-1-4,-9 1-1,-15-1-3,-14 0 1,-13 2 0,-11-1 0,-3 1 1,-6 1 2,0 0 4,0 0-5,0 0-2,0 0-11,0 0 3,-6 0-18,-4 0-25,-5 0-55,0 0-28,3 0-97</inkml:trace>
  <inkml:trace contextRef="#ctx0" brushRef="#br1" timeOffset="257568">4998 400 378,'0'0'67,"0"0"-5,0 0 1,0 0 13,0 0-53,0 0-23,0 0-3,24-11-4,-14 18 6,1 4 2,5 3-1,1 5 18,2 2-15</inkml:trace>
  <inkml:trace contextRef="#ctx0" brushRef="#br1" timeOffset="257683">5129 506 690,'14'21'3,"1"-1"-3,-5-6 2,-2-3-1,-1-2-1,-2-4-3,-1 0 2,-1-4-10,-1 1-20,-2-1-53,0-1-63,0 0-168</inkml:trace>
  <inkml:trace contextRef="#ctx0" brushRef="#br1" timeOffset="257912">5231 419 332,'0'0'31,"0"0"-7,0 0 22,0 0-19,0 0-27,0 0 0,-30-3 0,12 17 16,0 4 21,-4 3-14,-2 5 8,-3 1-11,-1 0 0,-2 2-9,2 1-5,4-2-6,2-3 0,8-2-8,5-5-35,2-5-55,7-8-63</inkml:trace>
  <inkml:trace contextRef="#ctx0" brushRef="#br1" timeOffset="258272">5455 472 302,'0'0'92,"0"0"-44,0 0-32,0 0-16,0 0-5,0 0 5,-2 40 0,2-25-7,0-1 6,0-3-2,9-4-4,0-2 4,5-5 3,5 0 5,6-3-1,2-15-4,0-3-8,-7-3 8,-6 1 4,-6 2 14,-7 5 40,-1 4 6,0 2-18,0 4-30,0 3 4,0 3-16,-3 0-4,2 0 0,-4 6-12,1 15 11,2 11-3,2 5 4,0 7 0,3 3-1,3 0 1,-4 0-1,-2-4-5,0-3 0,-13-6 6,-4-7-1,-2-6-5,2-9 6,-1-5 0,3-5 0,-1-2 7,-1 0 21,0 0-13,-1-9-9,4-4 0,2-4 2,4-5 3,3-1 14,5-6-15,0-1 2,8 5-10,9 3 1,7 6 2,3 3-5,4 3-3,2 5 1,0 1-6,-2 2-23,-7 1-71,-6-1-23,-10 0-204</inkml:trace>
  <inkml:trace contextRef="#ctx0" brushRef="#br1" timeOffset="258970">4697 784 395,'0'0'90,"0"0"-87,0 0-3,0 0 13,0 0 6,0 0 40,107 11 3,-50-4 5,10 2-38,12 0-13,6 1-7,9-1-2,2-2 0,1 0-3,-2-1-4,-4 0 1,-12-5 7,-6-1-8,-12 0 0,-14 0 0,-9 0 0,-18 0 2,-10-4-7,-8 2 10,-2 2-11,0 0-3,0 0 5,0 0 1,0 0 2,-6 0-13,-3 0-40,-3 5-10,-4 0-58,-2-2 8,-3-3-222</inkml:trace>
  <inkml:trace contextRef="#ctx0" brushRef="#br1" timeOffset="259794">6426 324 274,'0'0'46,"0"0"-22,0 0 6,0 0-19,0 0 1,0 0 0,-36-36 3,24 31 26,-1 1-25,-1-2 1,1 2 6,1 1-10,2 0 19,-1 1-2,2 2-22,-3 0-4,0 0 1,-1 0-5,-5 2 0,-1 9 1,2 3 3,-2 2 2,2 3-6,1 1 4,5 2 5,4 2-7,7 0 3,0 1-4,0-1 2,9 0 8,8-2-10,3-4-1,1-4 0,0-3-1,0-3 4,0-3-1,-2-4 6,5-1-7,0 0 15,0-7-3,-2-7-1,-1-3-8,-3-1 8,-6-2-10,0 0 8,-5-1 10,-4 2-7,-1-3-7,-2 2 8,0 2-11,0 0 4,-8 1-7,-2 1 5,-4 5-5,0-1-2,-3 5 0,-5 2-4,0 2 3,0 3-8,3 0-12,4 0-3,5 0-14,5 4-42,5 6-8,0-1-44,18-1-208</inkml:trace>
  <inkml:trace contextRef="#ctx0" brushRef="#br1" timeOffset="260574">7220 500 268,'0'0'7,"0"0"5,0 0 28,0 0-12,0 0 17,0 0 3,-33-32-11,23 27-3,-3 0-19,-4-4-7,-1 1-8,-3 0 3,3-1 31,-3 5-24,2 0 2,-1 4-4,1 0-3,-2 0-4,3 0 0,-3 8 3,3 4-1,5 0-3,2 2 4,3 2-4,2 2 0,1 2 2,5 0-1,0 0 1,0 2-2,15 2 7,4 0 5,5-3-3,1-1-6,5-4 5,0-4-8,3-5 1,3-7 4,3 0 3,0-4 7,-4-14-14,-2-5 13,-10-3-13,-7 0 13,-9-3-8,-5 2 20,-2 1-7,0-1 1,-11 4-15,-3 1 6,-2 4-6,0 2-5,0 3 0,-7 5-1,-3 1-2,-7 2-20,-2 5-1,-1 0-23,-1 0-43,3 0-44,4 3-177</inkml:trace>
  <inkml:trace contextRef="#ctx0" brushRef="#br1" timeOffset="261392">6333 829 281,'0'0'50,"0"0"7,0 0 8,0 0-29,0 0-16,0 0-7,-55 7 4,37 10-5,-1 4-1,0 3 8,4 3-12,0 0-2,6 0-1,3 1 1,4 0-5,2-1 0,0-3 0,5-3 0,7-5 0,4-5 2,3-3 10,3-3-4,1-5 3,1 0-2,-3 0 4,5-7 23,-3-10-15,4-5-18,-5 0 2,-3-3 2,-5-1-5,-6 2 4,-4 0 18,-4 2 23,0-1-19,0 0 5,-6 4-14,-7 0-19,-2 7-9,-4 2-15,1 4-46,-3 5 1,2 1 24,0 0-1,3 1 10,6 10-19,7 5-44,3-2-44,7 3-130</inkml:trace>
  <inkml:trace contextRef="#ctx0" brushRef="#br1" timeOffset="261932">6923 1106 340,'0'0'50,"0"0"20,0 0 36,0 0-38,0 0-23,0 0-16,-22-54-21,11 51-7,0 3 0,-3 0 0,-3 0-2,1 3 1,1 8-4,3 2 4,3 1 0,7 2-2,2 2-2,0 2 3,20 1 2,7 0 5,3-2 1,4-5-4,-6-6 3,2-5 1,0-3-6,0 0 5,1-8-5,1-9 7,-3-5 15,1-5-4,-3-3 10,-8-6 3,-8 0 0,-7 0-1,-4 1 12,0 4-30,-6 3-4,-9 5-6,-1 5-3,-1 5-3,-5 6-33,-5 4-72,-6 3-32,-1 0-24,0 0-99</inkml:trace>
  <inkml:trace contextRef="#ctx0" brushRef="#br1" timeOffset="262712">6748 145 355,'0'0'52,"0"0"-50,0 0 11,0 0-1,0 0-6,0 0-6,-79-32 1,60 32-1,-5-1 11,0 0 18,-6-1-8,-1 1 9,-4 1-1,4 0-5,0 0-14,-3 0-1,1 0-7,-3 0 9,-1 0-1,1 1-6,1 6 7,7 0 0,6 2-5,5 1-5,-1 3 1,-1 1-4,1 3 2,-1 1 0,-2 2 4,3 1-4,2 0 0,1 0-2,1 2 2,4 0 0,-1 0 2,1 3-2,1-1 0,6 4-2,3 0-2,0 4 4,3 2-7,12 1 2,1 3 2,2 3 3,2 6 5,-1-2-2,2 1-3,-3-3 2,-2-6 0,-1-2-2,1-3 0,0-2-4,1 0 4,0-1 0,5 1-1,3-3 1,1 2 0,-1-4 3,-1-2 1,-3 0-4,-3-1 0,-3-3 1,1-2 1,-2-1-2,3-1 0,5 1 0,3-2 0,3 2 0,2-2-1,1 0 5,-2-1-4,-4-1 0,-1-2 1,-2-2-2,4 1 2,2 0-1,6-1 2,5-1-1,3 1 1,-2-1 0,-2-1-2,-6-2 1,-2-2-1,-3-3 3,1 0-3,-2 0 3,-3-3 0,3-10 0,-2-3-1,3-4-1,-2-2 7,0-2-4,-5-2 1,1 0-2,-4-1 1,-6-1 4,1-2 14,-2-2 0,-2-1 25,-1-2-5,2 1-22,-1 1-13,-5 4 14,-3-1-9,0 3 0,0-1-5,-18-1 0,-6-4-7,-9-1 2,-1 0-2,0 2 1,2 1-1,1 3 0,1 1-1,2 2 0,1 2-7,3 4 6,-3 1-1,0-1 3,-1-1 0,-2-3-1,3-3-5,2 0 6,4-2 2,3-2 2,4-1-4,3 1 0,2 3 5,1 5-4,2 1 6,0 4-3,3 0 2,3 0-6,0 0 2,0-1-2,-1-2 0,-1-1 3,2 0-3,-1 0 0,1-1 5,0 2-6,-2 1 2,1 2-2,-4 0-2,-1 4 3,-2 0 0,-3 3-6,-4 1 1,-6 0 1,-6 2-4,-4 3 3,1 4-1,-1 0-17,-1 0-11,-3 1-9,-7 9-1,-3 1-38,-8 4-16,0-3-4,2-2-104</inkml:trace>
  <inkml:trace contextRef="#ctx0" brushRef="#br1" timeOffset="264407">7475 413 69,'0'0'9,"0"0"31,0 0 79,0 0-57,0 0-6,0 0-4,0-30-12,0 27 4,0 0-7,0-1 23,0 0-16,0-2-18,-5-2 1,-1 0-11,-2-1 2,-3 1-12,-4-1-2,-3 2-2,-3 1 3,0 2-4,-4 1 0,-5-1 0,-1 0 1,-8 1 11,-4 0-6,1 3 8,-3-1-8,5 1-4,9 0-3,-2 0 2,1 0-2,0 0 1,-6 0 4,-3 4-3,-1 1-2,0 1 5,0 0-1,5 1-4,4 0 3,2 0-3,1 2 1,2-1-4,-1 1 3,-2-1 0,0-2 0,-4 0 3,-1 0-2,-4 0 0,3 0 2,0 1-3,1 0 0,4 1 0,3 2 0,-4 0 0,1 1-3,-5 2 8,3 1-3,-3 2-2,2-1-1,4 0 0,1 0 1,3 0 0,3 2-10,0 3 10,2 1 0,1 4-9,5 2 9,1 3-13,3 2 10,4-1 2,1 2-4,-2-5 3,3 0 2,-1-2 0,-1-2 0,5 0-2,2-3 0,1 0-7,0-1 2,0 1 4,10 0 0,1 2 1,2-2 1,-3-3-2,3 1 3,1-5-1,3 0 7,5-1-6,8-1 7,9 1-7,5-5 1,1 1-2,-3-5-13,-3-3 11,-3 1 0,-2-2 0,0 0 3,4-4 0,3-8 0,0-3 0,2-3 0,2-5 3,-8 2-3,-1-1 4,-5 4 1,-7 2 13,1 0-3,-4 3-13,-3-3 16,-2 2 7,-2-2-1,4 0-9,-6 1-8,0 0 7,1 2-10,-2 2 0,-1 0-2,-3 1 1,1 2-2,0-2-1,3-1 0,1-1 0,3-1 2,3-1-2,1 3-2,1 2 2,2 0-1,7 5 0,0 2-3,4 2 2,-1 0 2,-4 0-4,0 0 4,1 9-1,-6-1-3,0 1 4,-2-2-4,1-2 6,2 1-2,3-1 0,3 3-4,0-3 4,-2 0 0,-4-3 0,-5 0-1,-4-2 1,0 0 1,-3 0 1,2-3 3,3-4-2,1-3-3,3-1 1,0 1 0,3-1-1,-2 1 0,4-1 0,-1-1 5,-1 1-4,-2-2 2,-2 0-1,-3-1 2,-1-2 1,-2-3-1,-2-1 5,0-2 5,-3-2-3,-3 1-6,-1 2-1,-1-2-2,-2 3 13,-1-5-14,-1 1 6,0-1-1,0 1 8,-1 1-3,-11 2-1,-6 0-4,-3-1-3,-8 0-3,-3-1 1,-6 3 5,-5 1-5,1 4 3,-2 5-4,-1 4-5,-6 6-14,-8 0-33,-13 0-82,-7 9-28,-3-4-159</inkml:trace>
  <inkml:trace contextRef="#ctx0" brushRef="#br1" timeOffset="271758">6636 1224 365,'0'0'48,"0"0"-41,0 0-4,0 0-3,0 0-20,0 0-12,0 0 26,0 0 5,-1 2-114,-5-2-128</inkml:trace>
  <inkml:trace contextRef="#ctx0" brushRef="#br1" timeOffset="272000">6636 1224 261,'-55'25'57,"55"-25"-43,0 0 26,0 0-40,0 2-61,0-1-25,0-1 10</inkml:trace>
  <inkml:trace contextRef="#ctx0" brushRef="#br1" timeOffset="272988">8110 705 30,'0'0'0,"0"0"-11,0 0 11,0 0 1,0 0 9,0 0-8,-8-34 1,8 30 26,0 0-20,0 1 11,-2 0 47,1 0 20,1 0-26,0 2-12,0 1 14,0 0-14,0 0 2,0 0-8,0 0 9,0-2-17,8 1 0,9-1-25,10 1-4,9 1-4,4 0 2,9 0-4,8 0 11,8 1-5,4 5 2,-2 0 0,-6 0-8,-13-1 0,-15-2 2,-12 0-2,-12-2 0,-8 1 0,-1-2 0,0 0-12,0 0-46,0 0 7,-7 3-10,-13-2 14,-3 1-4,-2-2-32,-1 0-111</inkml:trace>
  <inkml:trace contextRef="#ctx0" brushRef="#br1" timeOffset="273444">8303 438 159,'0'0'156,"0"0"-93,0 0 18,0 0-6,0 0-29,0 0-46,-2-19-7,2 19-5,0 0 2,-1 11 8,-14 2 2,-6 2 5,-7-1-3,-4 2 1,-2-1-2</inkml:trace>
  <inkml:trace contextRef="#ctx0" brushRef="#br1" timeOffset="273579">8097 531 567,'-42'12'1,"-4"-3"1,3-2 1,2-2 0,7-4-2,10 0 1,9-1 6,8 0-2,5 0 0,2 0-1,0 2-5,0-1-3,0 1-22,5 2 16,4 5 2,6 3 14,1 4-5,5 3-2,3 5 1,3 4 4,2 1-1,1 0-4,-3 1 0,3-2-2,-3-1-19,0-4-9,1-3-18,-1-3-15,1-4-21,2-3-19</inkml:trace>
  <inkml:trace contextRef="#ctx0" brushRef="#br1" timeOffset="274458">8794 373 143,'0'0'105,"0"0"-45,0 0-13,0 0-11,0 0-21,0 0-12,7-5-2,1 5 31,5 9 1,4 7 4,5 4 2,3 5-22,2 3-6,1 2-11,-1 3 1,6-3 0,-3 0 0,-2-3 2,-1-5-1,-6-5 1,-2-4-3,-7-4-5,-6-3-20,-4-6-15,-2 0-61,0-3-101</inkml:trace>
  <inkml:trace contextRef="#ctx0" brushRef="#br1" timeOffset="274772">9118 476 185,'0'0'91,"0"0"-23,0 0 17,0 0-12,0 0-13,0 0-30,-5-10-23,-1 10-7,-3 0-5,-10 2 0,-11 9 5,-6 6 0,-4 5 0,-5 3 1,0 3-1,1 3 0,5 0-2,9-1-9,8-6-39,11-5-32,5-5 19,6-5-10,0-7-143</inkml:trace>
  <inkml:trace contextRef="#ctx0" brushRef="#br1" timeOffset="275101">9420 533 360,'0'0'57,"0"0"17,0 0-27,0 0-47,0 0-6,0 0-13,-3 14 19,-6 3 0,3 1-5,5 2 6,1 0-1,0-4 0,6 0 7,7-3-2,4-3-5,-1-4 10,2-6-9,-1 0 5,0-6 8,1-14-12,0-1 5,0 0 4,-4 0-7,-5 3 3,-2 4 30,-6 4-6,1 3-1,-2 5-4,0 0-16,0 2-10,0 0-3,0 0-30,0 8 7,-3 9 19,-6 6 5,2 4 2,0 5-3,7 8 3,0 1 1,0 3 1,0-4-2,0-3 0,0-4 2,-4-7-6,-4-1 3,-5-5-1,-2-5-1,-3-3 1,2-2 1,1-4-2,0-5 3,2-1 6,-2 0 0,-5 0 12,1-8-18,1-5 3,5-2 4,5-1 2,7-2 4,1 1-13,0 0 2,6 2-1,10-1 8,2 3-9,3 2 1,4 1-1,6 1 0,2 1 2,5 0-5,1 3-7,-1 1-14,-1 2-34,-1-1-17,-7-1-88</inkml:trace>
  <inkml:trace contextRef="#ctx0" brushRef="#br1" timeOffset="275844">9938 795 429,'0'0'78,"0"0"15,0 0-36,0 0-55,0 0-2,0 0 0,82-18 0,-51 17 4,4-2-3,5-1-1,6-2 6,5 0-6,1 3 2,-7 3 0,-9 0-2,-15 0-3,-8 0-4,-7 3-43,-5 3-30,-1-5-44,0 2 23,-4-1 5,-9-2 30,1 0-58</inkml:trace>
  <inkml:trace contextRef="#ctx0" brushRef="#br1" timeOffset="276174">10219 574 400,'0'0'69,"0"0"30,0 0-45,0 0-54,0 0-8,0 0-37,-35 8 43,4 6 1,-4 3 1,1 1 4,0 4 0,-1 0 2,0 4-6,1 0 0,2 3 3,5-2-3,9-4 0,5-3 2,7-6-1,5-2-2,-1-4-2,2-1 3,0 3 3,6 1 5,15 2 19,3 1-15,2-1-7,-1 1-1,0-2-3,-1 0-1,-1 1 0,-1-1-6,1 1 4,1 1-7,-2-2-27,-3-1 17,-6-1-20,-6-3-53,-5-3-20</inkml:trace>
  <inkml:trace contextRef="#ctx0" brushRef="#br2" timeOffset="1.58529E6">7293 1052 18,'0'0'63,"0"0"-21,0 0 24,0 0 1,0 0-29,0 0-6,0 0-32,10-3-1,-10 3 1,0 0 0,0 9 1,-7-1 1,-2 2 7,-2 3 75,0 2-70,3 7-14,6 1-35,2 5-27,0 4-8,5 1-184</inkml:trace>
  <inkml:trace contextRef="#ctx0" brushRef="#br2" timeOffset="1.58584E6">7020 2095 124,'0'0'1,"0"0"21,0 0 34,0 0-34,0 0 22,0 0 17,0 2-3,0-2-25,0 0 0,0 0 12,0 0 29,0 0-22,0 0-10,0 0-6,0 0-1,0 1-11,0 0 0,10 5-4,7-2 28,8 3 1,12-1-22,14-2-3,13-3 1,18-1-12,15 0-9,12 0-4,9-4 10,0-4-6,-9-1 1,-5 2-4,-16 0 0,-16 0 0,-14-1 0,-13 2 1,-8 0-2,-7 3-2,-14 3 0,-8 0 2,-7 0-13,-1 0-14,0 0-13,-18 0 16,-10 0-6,-8 6 7,-7 1-6,-3 2 6,-8-1-4,-3 2 6,-4 0-14,-6-3-16,1 0 11,-7-3 28,-3 0 1,-2 0 11,-1 1 0,5-1 0,2-1 0,10 1 13,8-1-2,11-2 4,10 1-3,11-2-5,12 0 4,7 0-2,3 0 1,0 0-3,11 0-6,16 0 24,13 0 19,14 0-11,15 0 17,14-3-20,13-3 3,4 1-13,1 0-11,-7 1-7,-12-2 4,-12 4 2,-16-3-7,-17 4-1,-17 0 1,-10-1 0,-10 2 9,0-1 0,0 1 1,0 0-11,0 0-5,0 0-5,0 0-51,0 0-62,0 0 22,-10 1-21,-6 5-87</inkml:trace>
  <inkml:trace contextRef="#ctx0" brushRef="#br2" timeOffset="1.58694E6">8665 2246 422,'0'0'20,"0"0"40,0 0 37,0 0-86,0 0 7,0 0 21,0-24 9,0 24 1,0 0-16,0 0-10,0 0-6,0 0-16,0 4-1,-4 10 0,-3 3 10,-1 0-5,8-1-4,0-5 7,0-2-8,0-1 0,11-3 0,14 0 9,6-3 12,5 0 5,3-2-14,-7 0 4,-2 0 6,-9 1-9,-3 2 1,-6 0-12,-2 1 4,-2 2-6,-2 1 0,-1 4-5,-4 5 5,-1 3 0,0 4 3,-1 1 11,-12-1-4,-3-4-7,0-2 6,-2-2-8,-3-5 5,-2-5-3,1-1-3,1-4-8,5 0-15,-3-5-32,2-11-33,-2-2-30,5-5-8,2-1-97</inkml:trace>
  <inkml:trace contextRef="#ctx0" brushRef="#br2" timeOffset="1.58745E6">8689 2164 657,'0'0'33,"0"0"97,0 0-54,0 0-76,0 0 0,0 0 0,26-6 15,-1 6 20,2 0-2,3 0-10,-1 0-12,1 0 9,0 0-7,-3 0-7,-4 0-3,-7 0-2,-7 0 1,-5 0-2,-1 0 0,-3 0 6,0 0-1,0 0-5,0 0-3,0 0-16,0 0-35,0 0-41,0 2-66,0 2-80,0-1-75</inkml:trace>
  <inkml:trace contextRef="#ctx0" brushRef="#br2" timeOffset="1.58781E6">9095 2180 98,'0'0'647,"0"0"-616,0 0 131,0 0-98,0 0-64,0 0-7,-12-7 3,24 7 4,5 0 4,3 0 21,1 0-8,2 0-7,-3 0 5,0 0-2,-5 0-6,-6 1 5,-6-1-10,1 1 5,-4-1 1,0 0 10,0 0 6,0 0-4,0 2-9,0-1 4,0 1-15,0 2 0,0 6-10,3 6 2,0 11 8,0 6 8,-3 3 3,0 3-4,0-3-5,0 1 4,0-4-1,0-5-3,0-3 3,-1-5-5,-1-3 0,2-3 1,-1-4-1,1-3-4,0-3-10,0-3-14,0-1-10,0 0-13,-2 0-12,1-3-32,-1-9-167</inkml:trace>
  <inkml:trace contextRef="#ctx0" brushRef="#br2" timeOffset="1.58917E6">8049 2312 362,'0'0'51,"0"0"16,0 0 36,0 0-51,0 0-37,0 0 12,0-17-10,0 16 6,-7 1 6,4-2-2,-2 1 0,-2 0-9,-5 1 6,-6 0-12,0 0-5,-3 0-3,-1 0-3,0 0 3,3 2 1,0 3 1,0-1-3,2-1 6,-2 1-5,-1 0 5,-3 2 1,-3-1 1,-2 0-1,-3 0-6,-1-2 2,1 1-2,3-1 2,-1 0-4,1 0 3,0-2-5,-1 2 5,2-1-3,-1 1 0,-5 1-2,3-1 0,-4-1 5,-2 0-4,2 1-1,1-2 0,2 0 0,-2 1 0,0 1 0,0 1 0,0 1 1,2 1 1,0-1-2,1 1 0,0 0-4,6 0 4,5-1 0,1 0 1,0 0-1,2 0-1,-5 2 1,0 0 0,-2 0 1,1 1 0,-2 2 0,-2-2-1,0 1 0,-4 1 2,2 0-2,1 0-1,3-2 1,3 1 0,2-1 0,1 2 2,4-1-4,3 1-1,0 2 3,-1 0 0,5 1 0,-1 3-5,2-2 8,3 0-9,0 1 5,-1 1 1,0-2 5,1 2-5,0-2 0,3-2 0,-2-1 4,2 2-4,0 0 0,0 0-2,0 1 2,3 1-3,6 2 3,0 2 0,3 1 7,3-1 1,0 1-3,2-2-4,3-4-1,2 1 0,5-3 6,1 0-6,5-4 11,6-1-6,4-2 11,4 0 2,-3 0-9,1 0-9,0 0 5,-2-2 0,2 1-4,3-1-1,-3-1 2,2 1 3,2-2-4,-2 0 2,2-1 9,-3 2-2,0-2 5,-2 1-6,-1-1-9,-3 0 1,-1 2-2,-3-2 2,-3 1-1,1-1 6,0 2-6,5-2 1,1 1-1,4 2 9,0-2 0,0 2-8,-4 1 1,-4-2 3,-7-1-2,-3 2-3,-4-2 0,1-1 1,2 2 0,3-2-1,5 0 0,3 0 1,1 0 1,5 0-1,-3 0-1,0 0 1,-2 0-1,-1 0 1,-2 0-2,-4 0 1,-5-2 0,-1 1-3,0 0 3,-2-1 1,4-1-1,2 1 0,2-3 1,1 2-1,-2-1 0,-2-2 0,-2 1 1,0-1 2,-3 0 0,1-1-3,-1-1 0,1 1 2,2-2 3,1 1-5,0 0 6,0-1-5,-4 2-2,-5 0 2,-4 3 1,-4-2-2,-2 0 3,2-1 9,-1-4-1,2 0-2,2-5-2,1 1-1,0-2-1,0-2-5,-3 1 4,-1 1-4,0 2 2,-3 2-1,0 2 1,-1 1 0,1-2 0,-1 2 7,1-1-3,-1-1-4,1 1 1,-3-2-1,-1 1 5,-1 1-4,1-1 0,-2 0-1,0 1 3,0 0 4,0 1-3,0 0-1,0 0 3,-2-2-3,-5 2 0,-1-2-1,-1 1 1,-3-2-5,2 0 3,-1 2-2,-2 1 4,1 0-3,-1 0-1,0 2-2,-1-1 2,2 1 1,0 0 5,-5-2-4,1 0 0,-5 0 3,-3-3-5,-3 0 1,-2 1 5,-6-2-3,-4 1-3,-5-1 2,-6 0-3,-5 2 2,-6 1-2,-8 3 0,-17 3-1,-17 4-3,-20 1-11,-20 4-37,-16 17-57,-22 11-72,-13-3-98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19:03.785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730 2650 59,'0'0'120,"0"0"-113,0 0-7,0 0 19,0 0-5,0 0-14,0 0 5,62-9-4,-54 15 0,-1-2 2,-2-1-3,-2 0 0,-3-3 2,0 0 9,0 0 47,0 0 12,0 0 0,0 0-22,0 0-12,0 0-1,0 0-6,0 1-13,4 2-16,2 3-3,9 4 3,3 1 15,3 5 11,3-2-12,2 0-1,4 1-11,9-1 9,8 5 0,6-2 4,7 1-4,3 3 0,2-3 0,8 2 5,8 2-10,2-3 15,-3 2-9,-4 1 6,-9 0-7,1 2-7,4-1-3,0-2 5,-1 0 0,-1-1-5,-6 1 9,-3-3 1,-5 2-5,-5-3-3,-2-2 2,-4 2-5,-2-1-1,-1-2 1,-2 0 1,6-1 3,5-1 0,6-2 0,5 2 0,4-1-2,2 2 1,-1 0-3,1 1 7,-7-2-5,-3-1-2,-7-1 2,-5-3-2,-6-1 1,0-2-1,1-1 0,7 1 1,7-1-1,8 3 5,6-2-4,0 2-1,-6-2 1,-10-2 0,-9-2 0,-4 0-1,2-3 0,-2-10 0,1-1 7,-1-5-5,-3-2-2,-3-1 0,-4-1 0,-3-3 0,-7 1 0,-4-4-1,-4-4 3,0-2-2,-5-2 0,-1-1-1,-1 0 1,-1 1 1,3 4 4,3-3-3,-3 4-2,2-3 0,0-2 0,-2-1 0,-2-3 0,-4 0 0,2 1-3,1 5-4,1 1 7,4 3 0,2 2-6,2 2 10,1 0-9,-4 1 10,2 4-5,-2-1 0,-2 2 0,-1-1 0,1-4-1,1 1-4,0-4 5,3 0-8,-3-1 5,-3-2-3,-5 1 1,-1-2-3,0 0 1,0-1 7,0 0 3,0 0-3,0-2-3,0 3 3,0-3 0,-6 2 0,0 1-3,0-1 3,3-1 0,1-2 0,2-3 0,0 1 1,0-4-1,0 1-2,0 2 2,0 6 1,0 4-1,-7 4 0,1 1-2,-4-2-1,-5-3 1,-6-2 2,-8-3-4,-5-1 1,-3 1-1,1 0 2,0 3 1,2 2 1,1 3 0,0 4-2,7 3 2,-1 2-4,2 6 6,-1-1-4,-3 0 2,-7 2-1,-5 0-3,-2-2-4,-3 2 3,4-3 4,-3-4 0,2 2-3,-3-5 4,2 0-1,2 1 1,4 2 0,2 6 0,2 1-1,-2 0 1,-3 2 0,-4 1-2,-4-1-2,-3 0 4,-2 2-3,1-1 3,3 2-6,0-1 6,1 2 0,0-2 0,-5 0-1,-2 1 1,-2-1 0,-1-1-2,-3 0 2,-1-2 0,1-1 1,1-2 0,5 2-1,7 1 0,8 3 5,6 2-5,3 2-6,2 2 6,-4 1 1,-2 0-1,0-2 0,-1 2 0,1-1 0,-2-1 1,-1 2-1,1 0 0,2 0-1,2 0 1,0 0-1,-3 0-4,-2 0 5,0 0 0,-2 0 0,0 0 0,-3 0 0,-1 2 0,3 1-1,4 4-5,0 1 5,2 3-4,0 0 5,-1 1 0,1 0 0,-4 0 0,-2 2 1,0-3 1,1 0-1,3 1-1,6-1 0,4 0 0,2 2-2,-1 3 1,0 1-3,-3 2 2,-2 2 1,-1 1 0,-9 2 1,-2-1-1,-3 1 1,-2 1 0,3-3 0,0-1 0,6 2 0,5 0 1,5-1-2,1-1-5,0 2 1,1 0 5,-4 0 2,-3 1 0,-1 0-2,-5 2 0,1-4 0,4 1 0,4-3 0,5-3-1,1 1-2,0-1 3,3 2 2,0 1-2,2 3-4,4-1 2,2 5 2,1 3-1,0 1-2,0 4 3,1-2-1,2-1-1,1-2 0,2-3 2,1-1 0,-1 0 0,1-2-3,2 0 3,-2 0 0,3 4-5,2 3 1,0 3-7,0 1 8,3 2-8,7-3 11,-2-2 1,-2-2-1,-1-3 3,-1-2-1,3 0-1,-1-2-1,0-2-3,3 0-1,0 0 3,2 2 1,1 1 0,1 2 0,-1-1 2,0-3 1,-5 0-3,1-3 2,-1 1 0,1 0-2,-1-3 0,1 0-2,-1-2 2,3 2 1,1 1-1,0 2-3,2 2 3,-3-3 3,1 1-2,-2 0 1,0-2-1,-2 0 2,5 1-3,2 0-4,3 1 4,4 0 3,3 0 6,0-1-9,-2-2 5,-5-1-3,-2-2 0,-5-3-1,-2-1-1,-1 0 0,2-2 2,-1 2-2,1 0 4,1-1-4,0 1 3,2-3 0,-3-1-2,-3-1 6,-1-2-5,-2-2 2,-3 1 3,0-2 1,0 0 7,0 0 9,1 0-6,-1 0 2,0 0 3,0 0-16,0 0 3,0 0-2,0 0-4,0 0-1,0 0-3,0 0-3,0 0 2,0 0-2,0 0-9,0 0-35,0 0-62,0 0 20,-1 0-48,-7 0-75,-1 0-103</inkml:trace>
  <inkml:trace contextRef="#ctx0" brushRef="#br0" timeOffset="3831">2259 0 168,'0'0'125,"0"0"-80,0 0-34,0 0-10,0 0 11,0 0 3,0 0-15,-2 0 5,2 0-2,0 0 8,0 0 13,0 0 2,0 0-19,-1 0-7,-1 8 0,1 5 0,-2 4 0,2 3 0,-1 1 0,2 1 6,0 2 4,0 0-6,0 1 6,0-5-5,0-3-2,3-5 0,0-7 3,-2-3-4,2-2-1,5 0 20,6-2 50,6-13-58,2-4-13,0 0 8,-3-2-8,-1 1 0,-5 1-1,0 1 1,-2 0 0,0 2 0,-5 4-1,1 2 0,-4 5 2,-2 4 3,-1 1-4,0 0-11,0 0-44,0 14 37,-7 5 8,-5 2 8,3 1 2,1 4 0,1-2 3,6 0-3,1-3 0,0-1 0,0-3 1,0-3 0,0-4-2,1-5-3,5-2 4,0-3 3,5 0 6,8 0 16,9-3-23,6-8 9,1-2-10,-2-1-1,-3-2-3,-5-1 3,-7-1 5,-2-1 1,-7-3-2,-4 1-3,-4 1-2,-1 4 1,0 2-2,0 4-4,0 2-3,0 3-8,0 3-3,-4 2-2,-1 0 7,-2 0 0,-5 0 15,0 3 0,1 6 0,3-1-1,2 4-5,6-3 10,0 4-4,0 1 0,4 2 0,9-1 0,-1 1-4,0-1 5,-1 1-1,-1 0 7,0 0-2,1 3-3,-3-5-1,-5 0-1,-2-2 1,-1-2-1,0-1 0,-1-1-1,-11-2-4,-3 0 5,0-2 10,3-3 0,3-1-10,4 0 4,5 2 7,0-2-1,0 0 24,0 0 21,0 0-40,6-2-6,9-6-9,3-2-5,8-2 5,0 1-5,6-1 2,-4-2 3,-1 1 2,1-1-2,-1-1 2,0 1-2,-3 0 0,0 2 5,-4 1-5,-1 1-5,-3 1-2,-6 2-1,-3 0 2,-3 1 6,-1 0 4,-3 1-3,0 2-1,0 0 0,0 2-7,0 1-3,-12 0 7,-3 0 0,-1 0 3,-1 2-1,-1 7-2,5 1 3,1 0-4,3 1 0,3 1 2,4 0 0,2 1-1,0 1-1,0-1 4,0-2 2,9-1-2,2-1 0,-1-2 3,2-2-1,4 1 0,0-3 1,3-2-2,-3-1 8,4 0-8,0 0 2,-1-10 0,0-1 0,-1-2-2,-3 2 7,-2-1-3,-3 1-3,0 1-2,-4 2 0,-2 1 2,1 3 0,-1-2-2,-3 3 0,1 0 0,4 2 0,3 1-5,6 0-5,4 0 9,4 0-1,-4 7 2,-3 2-2,-4 0-4,-7 1-1,-2-2-3,-3 2-2,0 0 3,-6 2 6,-11 1 3,1-2 3,0 3 6,3 0-4,3-3 2,6 0 2,2-4-9,2-1 1,0-2 2,0 1 1,11-2 15,7-1 8,5 3-14,7-2-2,1-1-11,1 3-11,-4-5-61,-5 0-79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0:28.80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694 305 20,'0'0'25,"0"0"89,0 0-11,0 0-13,0 0 12,0 0-27,-2-14-21,2 12-7,0-1-14,0 3-12,0 0 9,0 0-13,0 0 6,0 0-14,-4 0 5,-12 0-2,-7 0-12,-2 0 3,-4 0 3,1 0-4,3-2 0,4-7 0,6-1 15,5-3-7,5-1 10,5-4-1,0-2-19,0-2-5,13 0 5,-2 1 1,5 4 2,-4 3-3,3 1-1,0 3-4,6 3 1,0 2-4,3 2 8,-2 3 0,-1 0-7,0 0-3,1 0 9,2 4 1,-1 2-3,2-2 3,6-3-1,2-1 0,0 0 1,0 0-2,-8 0-8,-9-5 4,-8-4 6,-5-1 17,-3 1-1,0-4-3,0 3 4,-3 0-6,-6 2-6,-3 4-4,5 1 7,-4 3-6,1 0-4,2 13-4,-4 11 2,5 6 2,1 7 4,6 4-2,0 3 2,10 5-2,2 5 8,-1 5-7,2 0-1,-4 1 1,-1-5-2,0-7 7,-3-5-4,-1-3-2,-4-5-7,0-2 7,0-8 8,0-7-8,-1-6 2,-4-8 4,2-1-5,-5-3-1,-4 0-1,-12 0-4,-9-7-33,-3-6-93,-3-3-37,1 0-148</inkml:trace>
  <inkml:trace contextRef="#ctx0" brushRef="#br0" timeOffset="780">706 549 574,'0'0'81,"0"0"-26,0 0 11,119-71-39,-64 56 3,-1 3-13,-6 5-7,-9 2-5,-9 3-5,-8 2-12,-3 0-66,-4 0-80,0 0-217</inkml:trace>
  <inkml:trace contextRef="#ctx0" brushRef="#br0" timeOffset="974">1056 450 670,'0'0'44,"0"0"48,0 0-30,0 0-58,103-83 2,-46 74 2,-3 6-5,-11 3 9,-13 0 0,-13 9-12,-6 8-2,-6 4-1,-2 3 3,-3 4 1,0 0 14,0 0-10,-2-2 1,-7-6-1,-4-5-3,1-5-4,-4-5 4,-1-3 4,1-2-3,4 0 3,4-14 5,5-5-7,3-7-4,3-5 0,18-6-6,8-3 4,5 3 4,3 3-1,-3 8 2,-2 8-1,-7 5-2,-7 5-15,-2 4-58,-2 4-80,-3 0-69,-4 0-120</inkml:trace>
  <inkml:trace contextRef="#ctx0" brushRef="#br0" timeOffset="1379">1698 361 364,'0'0'69,"0"0"50,0 0-50,0 0-37,85-77-13,-75 61 6,-7 4 28,-3 2 6,0 2-33,-8 1-16,-9 4-5,-4 3-5,-4 0-3,-3 6-7,-2 14 7,4 2 3,4 7-1,3 1-1,11 3 4,7-1 0,1-1-2,13-1-2,14-6 2,13-3 10,5-5-6,4-6-1,-4-7-3,1-3-10,-6 0-47,-8-18 23,-7-6 12,-11-5 11,-13-5-13,-1 0-26,-4 0 31,-13 5 2,4 3 17,2 7 33,5 2 2,2 4 1,4 1-8,0 1-4,0 3-22,13-1 1,2 4-3,3-1 4,3 5 3,-3 1-2,4 0-2,-5 7 0,2 11-6,-4 9 6,-6 8 8,-6 9 3,-3 4-6,0 3 9,0-1 13,0-1-3,-6 1-16,-7 6-3,-1 0-2,-1 2 8,5 0-9,2-8-5,4-3-20,4-8-27,0-7-42,0-7-2,0-10-25,15-11-110</inkml:trace>
  <inkml:trace contextRef="#ctx0" brushRef="#br0" timeOffset="2032">2235 344 512,'0'0'33,"0"0"81,0 0-76,0 0-38,0 0-5,0 0 5,0-45 4,0 46 3,3 16 5,2 7 3,2 5 4,0 0-7,2-1-2,2-6-6,5-4-2,-2-4-2,2-6-2,2-4-9,1-4-20,4-4 7,-5-15 12,-2-7 11,-2 2 2,-10 3 1,-2 3 23,-2 5 15,0 6 13,0 4-7,0 2-13,0 1-30,0 0-3,0 3-37,4 14 8,3 2 23,1 4 6,3-3-1,0-5-1,1-2 0,0-7-10,0-5 3,0-1-5,3-10 14,0-14 13,0-10-2,-3 0-6,-8 3 0,-2 4-2,-2 9 10,0 6 15,0 0-20,-3 6-4,-5 5-4,2 1-18,-5 0 1,0 10 1,2 7 11,3 5-5,6 2 9,0 3-1,0-1-3,6-6 2,9-2-3,3-6-7,4-6 5,1-6-12,2 0 8,5-7 0,-5-12-7,-4-2 19,-9 5 1,-3 3 9,-4 4 22,-3 5 17,0 4 10,-2 0-59,4 0-9,5 9-33,5 2 30,11 2 11,5-4-19,0-3 19,0-2-23,-5-4 11,-3 0-11,-5-8 24,-7-10 1,-4-2 2,-1 4 8,-4 2 20,-1 4-15,0 4 12,0 4 2,0 0 6,0 2-36,0 0-6,0 0-12,2 0-3,4 0 9,4 4 12,2-1-3,6 1 3,0-4-7,4 0 7,0 0-9,1 0-2,-1-11 0,-1-3 10,-4 0 1,-7 0 3,-4 4-3,-3 2 12,-3 3 13,0 1-10,0 4-3,0 0-12,0 0-2,0 0-19,0 4 3,0 9 15,3 1 2,6 1 1,7 0-3,2-3 1,5 0 2,2-4-2,6-6 0,1-2-6,-1 0-19,-3-17 18,-4-4 9,-9-5 0,-7 2 14,-8 2 8,0 1 25,0 4-19,-3 4 8,-3 6 4,3 4-22,1 2-14,2 1-4,0 0-10,-3 15-42,0 15 44,-3 12 5,-3 14 3,2 8 0,2 7 1,5-4 3,0-3-5,0-3 1,0-7-1,0-4 1,0-8-7,0-6 7,-3-11 0,-4-8-2,1-7 5,3-6-3,0-4 5,0 0 31,0-6 47,-5-18-46,4-11-21,4-16-13,0-8-1,21-4-1,9 3-1,1 12-1,-1 11-2,3 11 1,0 6-18,0 6-2,2 2-39,-4 7-28,-1 2-30,-12 3-48,-12 0-281</inkml:trace>
  <inkml:trace contextRef="#ctx0" brushRef="#br0" timeOffset="3763">800 1050 42,'0'0'15,"0"0"6,0 0 49,0 0-43,0 0 36,0 0 1,0 0 13,0 0 53,0 0-25,0 0-45,0 0-5,0 1-11,0-1-21,0 4 2,-9 3-7,-10 5-7,-7 6 1,-2 6-4,-4 6-5,4 6 8,1 5 1,5 3-11,10-2 0,3-1 1,9-2-2,0 0-4,13-3 1,17-3-1,11-5 4,9-5 1,8-11 7,2-6 3,0-6-11,-8 0-3,-4-9-37,-9-9-63,-8-4-4,-3-5-107</inkml:trace>
  <inkml:trace contextRef="#ctx0" brushRef="#br0" timeOffset="4146">1204 1260 638,'0'0'76,"0"0"11,0 0 11,0 0-96,0 0-2,0 0-5,-55 41 5,45-16 0,5-1 2,5-1-2,0-4-8,6 0-4,13-3 2,7-8 10,2-4 2,5-4 0,-3 0 17,-2-11-7,-7-6 4,-6-3 3,-9 0-7,-6 1 18,0-4-7,0 2-23,-14 1-7,-3 3-2,-6 6-16,1 5-16,-5 4-104,0 2 1,6 0-125</inkml:trace>
  <inkml:trace contextRef="#ctx0" brushRef="#br0" timeOffset="4476">1349 1217 582,'0'0'111,"0"0"-25,0 0 28,0 0-76,106-24-20,-72 24-4,5 9 0,-6 11-14,-5 2 0,-11 4-19,-4 0 15,-10 0 0,-3-5 4,0-4-5,0-6 0,0-5-7,0-4-4,0-2 16,-5 0 7,-8-2 31,0-14-13,-4-6-12,10-4-11,7-3 6,0-1-8,4-1 4,19 4-4,3 4-1,6 4-11,1 3-6,-2 6-52,3 5-28,-1 2-30,-6 3-100</inkml:trace>
  <inkml:trace contextRef="#ctx0" brushRef="#br0" timeOffset="4822">1856 1127 672,'0'0'154,"0"0"-107,0 0 57,0 0-104,0 0-28,81 9 28,-32 5 15,-6 4 23,-7 3-32,-12 2-5,-8-1-1,-8 0-2,-8-4-1,0-4-16,0-4 19,-6-6 0,-6-4 7,-2 0 4,-3-4 2,0-16-2,5-8 0,5-5-11,5 0 0,2-1 0,3 2-1,18 5-2,6 4-3,3 3-16,4 6-20,2 5-60,4 4-71,-5 3-46</inkml:trace>
  <inkml:trace contextRef="#ctx0" brushRef="#br0" timeOffset="5166">2346 1141 646,'0'0'18,"0"0"4,0 0-14,104-21 1,-70 5-2,-10 1 2,-9-2 3,-12 2 22,-3 2 25,0 1-14,-18 4-15,-1 4-7,-5 4-20,-4 0 1,-2 4-4,0 13 0,3 3-2,3 1 2,6 1 2,9 1-1,9-2-2,0 2-16,6-1 14,18-2 3,7-1 2,8-7-1,9-2-1,1-4-43,2-6-93,-6 0-46,-5-6-83</inkml:trace>
  <inkml:trace contextRef="#ctx0" brushRef="#br0" timeOffset="5482">2757 1100 590,'0'0'121,"0"0"-105,0 0 70,0 0-86,0 0-16,0 0 15,-27 58 1,27-37 0,8-1 4,11-3-4,-2-6-3,5-4 3,5-4 13,6-3-3,1 0-9,-1-17-1,-3-7-11,-8-5 7,-4-8 4,-6-7 10,-6-4 2,-6-7 10,0-4 11,0 0-6,-6 2 3,-7 9 0,2 12-14,2 10 1,3 13 11,2 9-8,4 4-12,0 0-8,0 6-14,0 18-14,0 10 28,0 8 0,7 2-2,4 4 0,-4-2-3,2 2 5,-3-1 2,0 0-2,0-4-18,-3 0-34,3-7-59,-2-3-24,-4-9 11,0-10-54,0-10-176</inkml:trace>
  <inkml:trace contextRef="#ctx0" brushRef="#br0" timeOffset="5932">3026 1106 398,'0'0'262,"0"0"-213,0 0 33,0 0-49,0 0-28,94-72-4,-63 66 3,-3 3 14,-8 3-1,-2 0-7,-6 0-10,-3 10-7,-2 9 7,2 2 8,-3 3 8,-1-2-13,-2 0-3,-3-5-15,0-2-7,0-5-10,-3-3-36,-5-4-2,4-3-32,4-6-205</inkml:trace>
  <inkml:trace contextRef="#ctx0" brushRef="#br0" timeOffset="6253">3605 1041 570,'0'0'205,"0"0"-161,0 0 65,-94-38-54,73 38-36,-2 3-19,3 14-8,3 4 7,5 3 1,8-1-7,4-1 0,0-2-5,4-3 2,11-3 4,0-4-2,3-6 8,4-4-2,1 0 2,1-17 12,-1-8-5,-3-5 1,-2-1-8,-6 4 2,-5 7-2,-1 9 4,-6 5 7,0 5 0,0 1-11,0 0-13,0 0-18,0 11 9,3 2 21,3 0 0,6-3 1,0 0-4,6-5-3,0-3-12,1-2-8,2 0 0,-3-2 4,3-8 21,-8-1 4,2-2 5,-4 0-6,2 1 18,0-2-5,1 1-7,-2 3-2,-6 3 11,-3 4 7,-3 3 11,0 0-17,0 0-17,0 0-21,4 2-5,2 6 26,3 4 3,5-2-1,-2-1 4,2 0-2,0-2-1,2-2-3,-1-2-3,0-2 3,0 1-7,-2-2-3,-5 0-3,-5 0 1,-3 0-16,0 3-37,-14 1-118,-11 0-331</inkml:trace>
  <inkml:trace contextRef="#ctx0" brushRef="#br0" timeOffset="7183">1796 1483 494,'0'0'67,"0"0"45,0 0-41,0 0-37,0 0-23,0 0-5,0-33-5,0 33 0,0 0-1,0 0-4,0 0-2,0 0 6,0 0 6,0 0 9,-1 0 5,-11 0-10,-3 10-5,-6 4 0,-7 6 13,1 9-4,-4 4 22,-2 5 2,5 4-19,4 0-3,15-3-9,9-2-7,0-3-3,22-6 3,14-3 0,10-5-1,5-10 3,3-9-4,2-1-4,-1-9-11,-1-16-4,-5-9 15,-5-5 6,-7-9 4,-13-4 1,-8-3 4,-10-2 0,-6 7-6,0 1 15,-4 12-1,-8 4-15,0 6 5,1 8 1,1 6-5,4 7 10,5 3-3,-1 3-10,2 0-4,0 6-18,0 13-5,0 7 27,0 8 9,0 6-6,9 5 10,1 1-3,1 2-7,-2-4 2,1-5 5,-2-4-9,-1-10 0,-1-4 1,0-8-2,-3-6 0,-3-6 0,3-1 0,-3 0 2,8-1-2,4-15-2,4-5 0,8-3 0,-5 3-2,-2 4-20,-5 5 10,-5 7 11,-3 3 5,-2 2-4,-2 0 0,0 0-9,3 3-1,0 11-11,3 6 23,0 1 5,4 2 6,1 1-7,1-1-1,1-2-1,4-2-4,5-3-7,8-6-82,9-6-65,4-4-55,2 0-302</inkml:trace>
  <inkml:trace contextRef="#ctx0" brushRef="#br0" timeOffset="7994">2690 1583 643,'0'0'37,"0"0"85,0 0 4,-94-33-93,73 33-19,-1 10-8,0 10-2,-1 3-4,2-1 1,5-1 7,1 1-6,9-2-1,4-5-1,2-4-18,0-2-5,11-4-3,11-5 8,5 0 6,3-7 9,0-12-1,-6-4-6,-2-1 10,-7 4 5,-6 6 1,-6 7 3,-3 6 33,0 1-5,0 0-37,0 0-15,0 7-11,0 9 17,6 4 9,3 2 10,1-4-3,1-1-6,2-6 0,-1-4-1,3-3-4,-2-4-14,3 0-6,1-8 19,4-12 5,-1-4 3,-4-1 0,-4 2-1,0 6 15,-8 6 12,-1 7 8,-3 3-1,0 1-29,0 0-7,2 0-28,2 9 5,5 5 23,3 2 7,6-4-7,1 0 0,2-4-1,2-3-14,1-4 2,1-1 1,-3 0 1,-4 0-5,2 0 10,-5-6 5,1 1 1,-2-1 2,0-1-2,-2-2-2,0 2 2,3 0 3,-2 0-1,-1 2 2,-4 1-7,0-1 6,-1 4-3,-3 0 1,5-1-1,2 1-3,8-1 3,0 2 4,-2 0-4,-2 0-6,-5 0 4,1 0-9,-1 0 11,5 6 0,3-2 0,0 0 0,3-1 2,-2-3 0,2 0-1,-3 0 4,1 0-2,-5-11-3,-4-7 7,-1-8 5,-1-6-2,-4-6 0,-2-2 25,-2 3-20,0 3 15,-2 8-1,-2 5-12,-4 6 10,5 10-11,3 3 10,-3 2-17,3 0-9,-1 0-6,-2 16-11,-2 8 17,-1 8 5,0 7 5,2 2-1,2 5-9,2-1 0,0-4 0,2-5-38,11-4-51,5-5-97,0-4-38,-2-3-403</inkml:trace>
  <inkml:trace contextRef="#ctx0" brushRef="#br0" timeOffset="9073">2915 1936 452,'0'0'21,"0"0"51,0 0 33,0 0-62,0 0-5,0 0 7,-28 11 22,43-11 5,24 0 4,25 0 13,27-10-39,18 0-22,13 2-18,4 1-8,-4 2-1,-6 5 0,-14 0-2,-16 0-2,-21-1-5,-24-2-2,-17 0 6,-15 0 4,-9 3 11,0 0 15,0 0-2,0 0-6,-10 0-12,-2 0-6,-8 0-4,1 0-13,1 0-54,1 2-90,0 1-96</inkml:trace>
  <inkml:trace contextRef="#ctx0" brushRef="#br0" timeOffset="32217">3924 467 118,'0'0'276,"0"0"-203,0 0 18,0 0-32,0 0 144,0 0-162,0 0-34,0 0-4,0-6 19,0 6 36,0 0-45,0 0 2,0 0 15,0 0-9,4 0-17,7 0 3,11 0 12,5 6-5,12 2-3,13 1-3,15-1-6,14-1 5,7 0 4,2-1-10,-7 1 3,-6 0-1,-14 2-2,-3-2 3,-5 1-4,6 3 5,11 1-4,10 1 3,6 3-4,3 1 2,0 3 2,-11-3-2,-9 1-1,-16-4-1,-18-2-2,-12-2 1,-14-6-3,0 0-1,-6-2 4,-3-1-4,-1-1-1,-1 0-9,0 0-10,0 0 3,0 0-20,-6 0-17,-19 0 6,-15 0-34,-11 0-41,-3 0-119</inkml:trace>
  <inkml:trace contextRef="#ctx0" brushRef="#br0" timeOffset="32787">4085 625 64,'0'0'4,"0"0"76,0 0-24,0 0 7,0 0 33,0 0-37,-40 1-1,40-1 1,0 0-18,-2 0-11,2 0 13,0 0 12,0 0-9,-1 0 5,1 0-5,-3 0-1,3 0-21,0 0-14,0 0 0,0 0 2,0 0 5,0 0-2,0 0-5,0 0 3,0 0-12,0 0-1,0 0 0,0 0 6,4 3-6,7 3 11,8 2 3,14 2 16,16 0 16,14 1-11,17 2 4,11 1-21,8 0-9,17 1 1,5 0-8,4-1 6,-2 0 1,-13-1-2,-14-1-6,-13-2 5,-17-1-5,-15-3-1,-14-2 2,-12-3 0,-13 1-3,-6-1 3,-3-1-2,-3 0 1,0 0 1,0 0-2,0 0 1,0 1 1,0-1 1,0 0 1,0 0-2,0 0 1,0 0-2,0 0 2,0 0-5,0 0 3,0 0-2,0 0 2,0 0-2,0 0-6,0 0 0,0 0 4,0 0-14,-10 0-22,-7-2-3,-8-7-53,-8 1-27,-1-2-59,4-3-113</inkml:trace>
  <inkml:trace contextRef="#ctx0" brushRef="#br0" timeOffset="70579">0 1534 592,'0'0'0,"82"-61"-191,-24 48 2,5 13 40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1:54.34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1336 318 416,'0'0'8,"0"0"-5,0 0-3,0 0 8,0 0-7,0 0-1,-24-12 0,24 12 3,0 0 5,0 0 26,0 0 40,0 0-9,-1 0-35,-2 0-8,-3 0-13,-5 0-4,-1 0 1,2 0 4,-1 0 13,1-1 14,-2-1-15,3 1-11,-4 0-4,-1-1 0,-1 1-5,-3 1-2,-4 0 2,-5 0 2,-6 0-2,-3 0 0,-4 0 6,-3 3-6,3 1 13,-6 1-6,1 5 0,-1 0-2,2 3-3,5 0-4,3 1 13,1 1-7,4 1-2,-2 2 4,0 4-6,-3 2 1,-3 1-3,-5 5 0,-4 6 0,-6 7 0,2 6 1,4 3 5,2-1-4,7-7-2,12-12 0,6-9 2,9-6 1,3-6 5,3 1 5,2-3 5,-2 5-10,0 4 0,0 8-6,1 7 8,-1 2-7,3 5 4,-2 0 5,3 3-4,2-4-5,0-5-1,0-6 0,0-6-2,0-5 0,3-1 1,6-2 2,0 3 4,12 0 1,0 3 0,9 1 5,7 5-6,0 0-5,5 2 1,-2-2 0,0-4-2,-1-5 0,0-3 0,0-4 2,4-1 4,2-3 0,6 1 4,-1 0-3,0 1 0,-1 1 1,-4 0-5,-4 1 3,-5-1-6,-5-4 3,-4 1-3,-6-5 0,5-1 1,-1 0-1,9 0 6,5-1 0,1-6 1,2 3-7,-3 1-2,-6 0-1,-2 3 1,-4 0 1,-3 0 0,-2 0 0,-1 0 2,0 0-2,4 7 3,2 2 11,4 1-3,4 1-6,1 3 0,4 1-1,3 1 1,-1 2 1,1 1-6,-1-1 2,0-2-1,1-3 2,2-1 2,1-4-1,2-1 6,4-1-2,3 3-5,8-1 1,1 2-4,5 1 2,-4 2-1,-2-2-1,-8-1-3,-6 0 2,-5-2 1,-2 1-1,-1 0 2,1 0-2,4-2 1,2 2 0,3-2 4,4 2-4,0 3-3,3 2 3,-1 0 1,0-1-1,-4-2-1,3-2 1,-3-4 5,4-2-5,6-2 2,1-1-2,2 0 4,2 0-4,-8 0-2,0 0 2,-7-1 0,-5 1-3,-6 0 2,-3 0 1,-1 0 3,-2 0-2,0 0 0,0-1 3,1-6 0,3-2 1,0-2-4,-1 0 2,-3-1-3,-3-1 2,0-1 0,-2 0 3,-1-1 4,0-5-7,-2-1 5,4-3 4,-1-4-8,2-1-1,-2 4 0,-6 4-2,-2 3 2,-3 2 0,-6 2-2,7-2 0,-6-1 0,3-2 2,-3-5 7,-1-8 0,2-2 3,1-6-7,0-2-3,1-1-2,-2 2 0,-6 9-11,-2 5 11,1 6 0,-3 3-3,0-2 2,-3-3 1,1-5 8,-2-3-3,-1-6-5,-1 1 0,0-3 2,0 4-2,0 4-4,0 3 4,0 3-6,0 4 3,-3-1 2,-4-1 1,-3-3-1,-4-2 1,2-8 0,-7-2-1,-4 1-2,5 1 3,-4 6 0,1 5 0,-4 1-3,4 6 3,-5 1-3,1 1-2,-2 0 5,-1 2 1,-5-3-1,-4 2 0,1-1-2,-3-1 2,1 0 3,-4 1-3,0-3 0,-1 2 1,1 2 0,3 2-1,2 2 1,1-1-1,3 5-1,0 2 1,-1-1 1,1 2-1,-4-2-2,1 2 2,-3 1 0,2-1 0,0 1 0,-5-1 2,-1 0-2,-4-1 0,1 1 2,3-2-3,1 1 2,11-1-2,0 0 1,2 1 0,2 1 0,-3-2-3,-5 2 3,-6 0 0,-2 2-2,-3 1 2,4 0-2,3 1 1,5 0 0,0-2-3,-2 2 3,-2-3 1,-2-1 1,0-2-1,3 1 0,-2-2 5,3 2-4,3 0-1,0-1 0,2 0 0,-2 1-1,1-2 1,-1-3-1,0-1 1,2 0 0,1-2-2,0 1 3,4 1-1,-2 1 2,-2 3-2,0 0-3,-8-1 2,-1 2 1,-5-1-5,-2-1 1,4 0-1,-2 1 3,2-1 1,-3-1 0,-7 1-8,-12 1-17,-20-2-45,-20 4-29,-26-6-70,-18-11-124</inkml:trace>
  <inkml:trace contextRef="#ctx0" brushRef="#br0" timeOffset="8293">3044 2463 645,'0'0'11,"0"0"-9,0 0 2,0 0 0,0 0-1,0 0-3,0 0-3,0 0 3,0 0 1,0 0-1,0 0 4,0 0-3,0 0 17,0 0-12,0 0 1,0 0-4,0 0-3,0 0 0,0 0 3,0 0-3,0 0-1,0 0-4,0 0 3,0 0 2,0 0-4,0 0 3,0 0-2,0 0 2,0 0-3,0 0 4,0 0 11,0-3-11,-7-4-13,7-2-24,0-5-120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1:07.36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0 221 381,'0'0'49,"0"0"2,0 0 38,0 0-66,0 0-12,0 0 3,0 0 30,-3 0-7,1 0 5,2 0 8,0 0 13,0 0-11,0 0-13,0 0-15,0 0-21,0 0-1,2 2-2,17 2 3,14 2 4,13 1 4,11-3-11,17 2 12,7-1-12,4 0 6,0-1-2,-3 0-4,-10 1 0,-13 1 8,-12 0-8,-13-4 0,-7 1 1,-6-1-3,-6-1 2,-5 1-5,-1-1 5,-6-1 1,-1 0-1,-2 0-5,0 0 2,0 0-5,0 0-3,0 1-36,0-1-30,-11 0-27,-2 0-10,-4 0-65,-2 0-242</inkml:trace>
  <inkml:trace contextRef="#ctx0" brushRef="#br0" timeOffset="493">547 0 614,'0'0'50,"0"0"-30,0 0 25,0 0-45,0 0-2,0 0 2,24 4 5,-4 11 21,2 2 12,11 3-7,3 0-7,7 0-3,2 1 3,-2 0-18,-9 1-2,-6-2-3,-8-1 3,-5-4-4,-6-2-1,-5-3 1,-2-1-1,-2-2 1,0 4-8,0 5 8,-15 6 29,-9 5-6,-4 1-7,-4 1-12,1-2 2,4-3-6,3-3-5,8 1-40,3-2-83,2-2 1,6-4-114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1:22.552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0 172 193,'0'0'59,"0"0"-23,0 0 53,0 0-18,0 0-18,0 0 210,0 0-255,0 0-2,0-2 3,0 1 33,0 1-11,0 0-29,0 0 7,0 0-5,0 0-2,0 0-2,0 0 9,0 0-9,6 0 0,7 0 5,7 0 3,5 0-6,6 0 9,4 3-11,3 4 7,1 0-4,3 2 5,4 0-5,-1 2 5,4-1-1,-4 0-5,1 0 2,2-3-4,-8 1 0,-1-1 0,-12-2 0,-11-1 0,-8 0 7,-1-3-7,-7 1 0,0-1-3,0-1 1,0 0 2,3 0-4,-3 0 3,0 0-10,0 1-21,0-1-24,0 0-8,0 0-15,-10 0-2,-5 0-102,-4-12-245</inkml:trace>
  <inkml:trace contextRef="#ctx0" brushRef="#br0" timeOffset="550">467 9 296,'0'0'207,"0"0"-142,0 0 29,0 0-38,0 0-43,0 0-8,-3-12-4,3 12 2,0 0 1,3 0-4,10 14 8,8 4 41,3 2-14,9 3 2,1 0-11,3 2-17,-4 1 2,-6-3-2,-6-1-8,-5-4-2,-7-1 0,-4-1-7,-4-3 7,-1-2-4,0 0-11,0 2 15,-10 1 1,-8 5 1,-3-2-1,-6 2 10,-1 1-6,-2 0-4,3 0-2,3-1 2,5-2 2,1-3-2,6 0-3,-1-1-50,2-1-58,8-5-59,3-5-404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2:26.687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3 131 198,'0'0'78,"0"0"-66,0 0-12,0 0 7,0 0-4,0 0 14,-2 0 14,2 0 5,0 0-16,0 0-19,0 0 4,0 0-5,0 0 1,0 0 0,0 0 21,0 0 16,0 2 0,-1-2 6,1 0-31,0 0 5,0 0-11,0 0 3,0 0-7,0 0-3,0 0 0,0 0 0,0 1 5,0-1 9,0 0-7,0 0-1,0 0 10,0 0-7,0 0-4,1 1-1,16 2-2,7 0 2,10 0 5,9 1 2,7-2 0,8-1 0,6 1-2,5-1 7,2 2-3,2 3 8,-7-1-14,-5 4-2,-10-2-1,-9-2-2,-8 1-2,-9-1-3,-7 0 0,-6-3 0,-4 0-4,-5-2 2,-3 0-1,0 0 1,0 0 3,0 0-5,0 0-5,0 0 0,0 0-3,0 0-5,0 0-11,-6 0-7,-8 1-32,1 2-6,-4-2-13,3-1-68</inkml:trace>
  <inkml:trace contextRef="#ctx0" brushRef="#br0" timeOffset="654">685 2 345,'0'0'110,"0"0"-91,0 0 31,0 0 16,0 0-27,0 0 5,-3-3-6,3 3-10,0 0-13,0 0-13,0 0-2,0 0 0,0 0 2,10 0 0,8 0 3,10 1 18,4 4-5,2 1-14,2 3-4,-2-1 1,2 5 0,-3 0-1,-2 1-1,-5 2 1,-6-1-1,-9 0-8,1 1-5,-8-5 11,-4-1-2,0-1-3,0 4 8,-16 2 2,-5 3 2,-6 3 3,0 1-2,-4 0-5,-2-1 4,3 3-3,0-2 2,7-4-2,3-3-1,5-4 0,5-4 0,6-2-1,4-4 2,0-1-2,0 0-12,0 6-38,0 5-87,8-1 12,1-1-93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19:38.194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230 0 98,'0'0'382,"0"0"-337,0 0 41,0 0-27,0 0-25,0 0-13,0-7-1,0 7 6,0 0 3,0 0-2,0 0-20,0 0 11,0 0-2,2 0-16,11 9 4,8 2 13,0 3 3,4 0-16,-4-1 8,2 0-12,-1 1 2,-3 0-1,-5 0-1,-5 3 0,1 1-3,-7-1 0,-3 1 3,0 2 5,-3-1 4,-12-2 0,-4-1 3,-8 4-5,-9 0 10,-7 1-7,-5 2-3,-7 0 3,1 4-10,6 2-1,7 2-24,11 3-126,16-2-118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0:28.267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28 229,'0'0'7,"0"0"-7,0 0-28,0 0 15,0 0 12,0 0 0,0 0 1,27-27 2,-27 27-2,0 0 0,-15 0-185</inkml:trace>
  <inkml:trace contextRef="#ctx0" brushRef="#br0" timeOffset="76196">33 4301 749,'0'0'0,"0"0"-41,0 0-126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19:35.464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3064 179 276,'0'0'50,"0"0"-19,0 0 21,0 0 7,0 0-20,0 0-4,-45-79 4,37 67 9,-1 0 80,-5 1-128,1 1 11,-5 0-16,-3-1 10,-1 2-1,-1 2 0,5 1-2,2 3 4,-1 3 6,1 0-7,-5 0-4,-4 0 0,-7 6 0,-2 7-1,-7 0 4,3 2-4,7-1 2,1 1 0,9 0 4,0 0-4,3 2-2,3 2 0,2 2-3,1 1-3,6 4 6,-3 3-1,5 1 0,4 1 1,0 1 0,0-2-1,0 0-1,8-1 4,3-2-4,3-1 4,3 0-2,1 1 1,6 3-1,0 2 8,3 2-7,-2 2 0,0-2 8,0 1-4,-3-2-4,0 0-1,-1 1 0,-6-1-1,1 0-2,-7 0 3,-3-4 0,-4-1 0,-2 4-1,0 1 0,0 1 1,-14 4 3,-10 0-1,-1 1 4,-6-2-1,-4-1-5,-2-4 1,-3 1-2,-2 1 2,-3-5 4,-4-2-4,-3-1 8,-2-5-7,-3-2 6,1-3 0,-2-3-7,1-3 17,-1-3-10,0-3 0,5-3 1,4-1-9,10 0 6,6 0 5,10-5-7,3-5 7,7-3-1,4-1-5,3-2 4,6-2-9,0-4-4,4-3-6,13 0 0,2 0 10,4 2 7,-1 3-6,-1 5 3,-5 3-2,-1 3 2,0 2-4,-2 1 0,-2 2-8,4 3 6,-2 1 1,5 0-1,0 0 1,1 12-4,-2 3 3,-1 7 2,-1 2-1,-3 3 0,0 2 1,-3 4 4,1-2-4,-5 0 0,1 1 1,0 0-1,-3 2 2,1 0-2,-4-2 0,0 3-2,0-2-2,-10 1 4,-4 0 6,-2 0 2,-2 0-3,0 4-2,-2 0-2,0 2 1,-2 2 3,-1 1-2,4 1-1,-5 5-1,0-3 0,-1-1-1,1-3 0,0-2 5,0-2-5,2 0 2,1 0 1,-2-1 4,3 2-7,-4 0 1,3 0 3,-3-1-6,3 1 8,0-2-6,-3 0 0,2-2 0,0-1 0,2 2 0,-1-1 2,2 2-2,2-2-1,0 0 1,0 1 0,1 0 2,1 1-1,-3 1-1,0 3 0,0 1 0,-1 6 0,2-2-1,-2 3 2,5-2-1,-3 0 0,0 1 3,-2-4-3,-5 4 0,3 1 0,-6 1 1,3 0-1,-4 1 0,4-2 1,-1 1-3,2-2 3,-1 2-1,-1 0 0,1 2 0,-1 2 0,-1-2 3,1 2-3,0 1 0,-2 4 0,7 5 0,-2-1-3,0 0 8,1-2-9,-2 2 9,-2 0-5,3 2 0,-5 1 1,4 2-1,-5 0 1,3 1-1,-2 1 0,0 5-1,-1 0 2,-2 4-2,3 4 4,-3 2-6,2 1 6,4-3-6,-3-2 3,6-3-1,-1 1-1,5 0 2,0 1 1,0-3-1,1 0 0,2 0 0,1-1 0,1 0 0,1 1 0,0 0 0,0-1 0,2 2 0,-1-4-2,2-2 2,1-2 3,-2-1-3,0 0-2,3-2 1,0-2 1,-3 1 1,2 2 0,-4 1-2,5 0 2,-1-2-1,1 4 0,1 3 0,2 1 0,-1 4 0,1-3 1,0-3-3,3 0 2,0-1-1,0 2 1,0-2 0,4 0 0,5-1 0,6 1 0,0 3 0,4-1 0,-2 1-2,7 1-1,-2 1 3,3 2 0,-2-3 0,4-6 2,1-4-2,2-2 0,1-3 0,2-1-2,3-4 0,4 0 2,0 0-1,5 0 1,1 3-2,2 4 2,6 0 4,-2 5-4,3 1 0,1 4 2,-1 1-1,3-2-1,0-6 0,2-5-1,1-3-2,0-4 3,0 0 1,0 0 0,-1-5 1,6-1-1,-2-4-1,2-2 2,-1-4-7,-5 0 8,3-4-3,-1 0 0,7-1 2,1-5-2,5-3 3,2-2-1,-1-2-1,2-1 1,-2-2 0,-3 0 1,-1-2 3,-1 0-6,4-1-2,4-1 2,1-1 0,0-5 2,-4-2-2,-6-3-5,-6-3 5,-1 0 4,-7 0-4,-5-3 2,-6-4-2,-4-3 3,-5-3 2,0-2-2,-3-5-3,3-1 10,-3-3 0,-2 1-3,-3 1-1,-4 2 4,-5 3-8,-5 1 0,-5 5-1,0 2 3,-3 0 1,-2 2-5,1-2 0,1 2 0,-3 2 0,0 0 0,1 4 0,-4 1 0,0 0 0,0-2-5,0 2-1,0 0-8,0 0-4,0 0 6,0 0-16,0 0-7,0 0-39,0 0-30,-6 0-16,-3 0-67,-1 0-283</inkml:trace>
  <inkml:trace contextRef="#ctx0" brushRef="#br0" timeOffset="125362">613 6325 707,'0'0'31,"0"0"-30,0 0-1,0 0-2,0 0 2,0 0 16,-2 115 34,-11-62 30,-5 1-16,2-5-48,-2-3 1,1-8-5,1-6-6,6-8 2,2-8-6,2-8-2,6-8 1,0 0-1,0-21 9,0-23-9,6-19-24,12-15 16,6-1 7,0 6-7,-5 9 8,1 11 0,-3 9 2,-3 5-6,8 5 6,-1 7-6,-3 6-2,1 5-4,-2 6 4,-2 6-2,0 4 2,1 0 2,-1 20 2,1 13 4,-5 13 1,-8 10 10,-3 8 2,0 4-5,0 1-9,0-3 9,-3-3-10,0-5 1,3-4-1,-3-7-14,3-5-13,-3-8-62,1-9-20,-1-13-91,-1-12-281</inkml:trace>
  <inkml:trace contextRef="#ctx0" brushRef="#br0" timeOffset="125856">543 6613 725,'0'0'51,"0"0"0,0 0 1,0 0-52,0 0-1,85-41 1,-39 30 2,-1 2-2,-5 0-2,3 1-39,-2-2-48,1-5 6,-4-2-86,-5-2-273</inkml:trace>
  <inkml:trace contextRef="#ctx0" brushRef="#br0" timeOffset="126060">1246 6331 595,'0'0'62,"0"0"-12,0 0 68,0 0-50,0 0-45,0 0 8,-39 0-11,7 20-2,-2 6-6,4-1-3,5 2-8,7 1 0,9 0-1,9 3-13,0-1-21,15-4-84,16-4-31,5-8-59</inkml:trace>
  <inkml:trace contextRef="#ctx0" brushRef="#br0" timeOffset="126314">1572 6296 731,'0'0'11,"0"0"1,0 0 87,0 0-64,0 0-32,-94-18 0,72 37 6,0 5 25,-2 3 0,9 0-18,1 1 4,4 3-9,7-2-11,3 1 0,0-1-2,9-4-2,15-5 2,7-8-21,5-6 15,4-6-14,-3 0 6,-5-20 4,-7-2 7,-8-1 2,-6 3 3,-8 5 6,-3 7 5,0 2-3,0 3 8,0 3-14,0 0 7,-8 4-9,-1 16-9,-5 5 6,7 4 3,7-1 0,0-1-9,10-5 3,17-2-1,10-9 7,11-6 0,9-5-4,1-7 4,-6-17-22,-7-6 7,-15-4 15,-11-3 9,-8-2-1,-11 2 1,0 3 10,0 7 4,-6 7-5,-2 4-10,2 7 4,6 4-1,0 3-11,0 2-19,14 0-23,8 0 37,6 9 5,2 4 5,0 4-2,-2 2-3,-2 4 9,-5 2-9,-5 2 0,-12-3 7,-4 0-7,0-3-12,-23-2 12,-9-4 9,-1-3 13,5-4-20,10-6 1,12-2 5,6 0 4,0 0-12,12-5-10,19-9-8,7-2 7,4 0 11,4-6 0,-1 1-8,1-6 8,-3-2 3,-4-3-2,-8-1-1,-10-1-3,-12 2 2,-9 6-2,0 3 3,-12 5 14,-6 5-1,5 6 7,5 6-20,1 1 0,4 1 0,3 17-27,0 11 20,3 5-6,18 1 13,1 2 2,3 1-2,-2-3 5,-4-3 1,-5-2 9,-4-4-13,-7-7-2,-3-3 0,0-1-3,-15-1 0,-25 1-5,-14-1-29,-19-4-144,-13-2-62</inkml:trace>
  <inkml:trace contextRef="#ctx0" brushRef="#br0" timeOffset="127523">634 6996 252,'0'0'299,"0"0"-237,0 0 27,0 0-26,0 0-24,0 0-9,13-43 2,-16 42-15,-13 1-11,-3 0 5,-7 0-4,-7 7-4,-2 9 6,3 4-3,8 0-2,5 3-4,10 1-5,6 2-6,3 2-1,6 2 2,19-1 1,8 2 9,6 0 15,0-1-15,-2-1 1,-7-2-1,-3-1 7,-8-5-3,-5-4-3,-6-5-1,-6-4 0,-2-4-8,-3 3 8,-27 0 20,-13 3 22,-11-5-28,-1-2-9,4-3-5,9 0-2,11 0-6,12 0-39,10 0-50,9-7-2,0-1-104</inkml:trace>
  <inkml:trace contextRef="#ctx0" brushRef="#br0" timeOffset="127965">938 7296 575,'0'0'75,"0"0"-74,0 0 74,45-72-46,-44 60-26,-1-1-3,0 2-3,0 1 2,-11 2 2,-3 2-1,-2 3 34,-1 3-11,-5 0 0,4 0-6,0 7-7,2 7 2,7 4 4,3 2-5,6 4-5,0 0 8,1 3-2,16-1-12,4-1 10,2-4-7,4-6-1,3-5 3,0-5-4,1-5 2,-1 0 3,3-15 6,-2-10-9,-4-4 2,-9-4-5,-8 1-1,-8 2 0,-2 6-2,0 4 3,-3 5 0,-3 5 7,5 3-7,1 4 0,0 2-23,7 1-36,11 0 4,9 0 51,1 0 3,-3 5 2,-5 8 0,-2 5-1,-8 2-1,-5 3-12,-1 2 12,-4 0 1,0 1 23,0-1-16,0-4 7,0-1-9,0-6-3,0-3-2,3-3-2,6-7-17,3-1-7,7 0 19,5-10 6,3-11-25,4-4-24,-2-1 15,-10 1 12,-4 2 23,-9 3 23,-3 5 16,-3 2 38,0 5-29,0 2-17,0 3-2,0 3-4,0 0-15,0 0-10,0 4-17,3 11 7,2 5 8,5-1 3,0 1-1,4-2 0,4-4 1,0-4-1,1-5 6,2-5 0,0 0 4,0-10 0,-5-10 4,-1-6-2,-6-3 11,-3-1-6,-3 0-8,-3 5-9,1 7 0,1 6-34,-1 5-57,4 3-69,1 3-121</inkml:trace>
  <inkml:trace contextRef="#ctx0" brushRef="#br0" timeOffset="128805">1908 7121 280,'0'0'456,"0"0"-455,0 0 80,0 0 2,0 0-12,0 0-36,15 99-23,-15-70-12,0-3-5,0-5-47,3-6-109,-3-11-59</inkml:trace>
  <inkml:trace contextRef="#ctx0" brushRef="#br0" timeOffset="129148">2174 7009 244,'0'0'567,"0"0"-566,0 0 75,0 0-35,0 0-38,0 0-3,-32-13 1,16 27 14,-2 6-1,0 1 5,2 6 4,2 3-9,5 3-12,6 1-2,3 0 0,0-3-3,12-4 3,6-8-2,6-7 4,6-8-4,3-4-1,1-1 3,3-21-4,2-4 0,-3-10-8,-5-2 3,-3 0 1,-11 5 8,-4 8 0,-10 7 2,-3 7 10,0 4 6,0 4 7,0 3-5,0 0-14,0 0-6,-6 0-6,-4 11-2,-1 8 2,2 3 5,4 0-3,5 0-1,0-2-4,1-5 3,14-4 0,7-4 6,4-5 5,4-2-5,5-6-17,-5-15-5,0-7 5,-9-4 17,-2 1 1,-8-1 5,-7 5 12,-4 6 23,0 7 11,0 6-23,-3 2-5,2 5-6,1 1-18,0 0-5,0 0-16,0 3-28,7 12 23,11 6 26,3 4 1,3 5 2,1 3 1,2-2 5,-5 0 0,-3-5 3,-6-5 1,-7-3-9,-5-7-4,-1-1 4,-4-1-4,-26 0 8,-12 0-8,-12-4-31,-11-2-138,-4-3-154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1:45.62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32 261,'0'0'57,"0"0"-42,0 0 87,0 0-29,0 0 2,0 0 13,0-39 1,0 37-14,0 2-37,0 0 8,0 0-45,0 9-1,3 16 2,4 13 14,-4 10 27,-1 7-6,-1 3-24,1 0-3,1-5-10,0-10 1,-2-12-1,1-13 2,-1-9-2,-1-6-3,2-3 3,-1-10 5,2-25-5,6-12-19,2-8-1,2 1-12,2 10 19,-3 11 11,7 7 1,2 6-4,5 5-1,2 5 5,0 6-4,1 4-5,-1 0 9,-3 6-1,-1 12 0,-9 5-1,-5 9-2,-8 3-1,-2 6 2,-18 1 2,-18-1 2,-11-5 9,-4-7-1,-3-11-3,5-8-1,13-8-1,11-2 6,7 0 2,9-15-11,6-2-6,3-1-6,0 2 0,21 1 10,4 4 2,3 5 7,4 6 1,2 0-2,2 0 8,4 12-3,2-1-6,-5 2 0,-1-5 1,-3-1-6,-3-5-2,0-2-13,-2-9-14,2-18-27,-5-11-2,0-5 35,-8-3 16,-4 4 7,-8 6 0,-5 13 15,0 9 13,0 8 23,0 5-19,0 1-18,-2 3-14,-4 16-5,-1 9 5,1 4 0,6 1 4,0-3-4,6-2 4,12-3 0,4-8-2,2-7 3,6-10-2,1 0-3,-1-20-4,-3-7-16,-3-6 16,-9 0-8,-2 8 12,-5 8 11,-7 7 28,-1 7 1,0 2 2,0 1-32,2 0-10,1 4-22,1 18 11,3 8 9,-2 13 4,-2 12 1,-3 6 10,0 5 5,0 3 7,-2 3-4,-8-2-10,-3-2-7,-1-9-4,-1-12-2,0-13 0,-4-10 0,-6-10 2,-5-7 9,-6-7 26,0 0-15,0-20 7,5-12-17,4-9-8,8-7-4,10-3-1,9 3 3,0 5 2,19 4-1,17 6-2,12 0-3,10 0-9,6 3-3,2 3-10,-2 4-10,-7 8-7,-4 2-79,-2 5-67,-9-1-95</inkml:trace>
  <inkml:trace contextRef="#ctx0" brushRef="#br0" timeOffset="1192">1383 145 615,'0'0'378,"0"0"-368,0 0 18,0 0-28,0 0 4,15 74 18,-15-24 4,0 2 5,-3 3-19,-9-2-11,1-4-1,-3-4-16,-3-6-22,2-6-28,3-9-88,6-13-36,6-11-278</inkml:trace>
  <inkml:trace contextRef="#ctx0" brushRef="#br0" timeOffset="1410">1422 180 839,'0'0'16,"0"0"47,-5-72 9,23 57-58,12 2-14,3 2 0,4 4 5,-1 5-2,0 2 4,-5 0 6,-7 3 6,-6 10-8,-9 3-11,-5 2-3,-4 4 2,0 2 0,-25 2 2,-8-2 7,-4-3 4,1-4-6,12-6-4,9-5 1,12-3-3,3-3-7,0 1-3,3 2-21,17 3 9,8 2 22,8 2 6,4 1 7,-3 2-9,-4 4 1,-3 4 5,-8 1-8,-5 2 1,-7 3 6,-10 0 1,0-2-3,-4 1 8,-16-5-5,-8-4 7,-5-5 8,-3-5-11,2-4-5,0-3-4,4 0 3,4-10-8,1-5-30,9-5-34,5-1-64,7-2-112,4 5-273</inkml:trace>
  <inkml:trace contextRef="#ctx0" brushRef="#br0" timeOffset="1981">2263 131 771,'0'0'40,"0"0"8,0 0 42,0 0-75,0 0-1,0 0-12,-73-68 1,60 68 11,-2 0-7,4 3 3,4 8 4,2 5-11,2 3 5,3 5-4,0 5-3,0 3 3,2 5 1,13 3-5,4-3 0,1-1 1,-1-7-1,-1-8 6,-9-8 2,-6-6-8,-3-4 1,0 0-4,-9 4-3,-18 0 6,-9 5 15,-2-6-6,-1-4-7,3-2-1,-2 0-1,1-8 0,2-5-1,5 1-9,7 1-40,7 1-59,7-1-129,7 1-193</inkml:trace>
  <inkml:trace contextRef="#ctx0" brushRef="#br0" timeOffset="2654">2666 96 696,'0'0'41,"0"0"6,0 0 31,0 0-66,0 0-5,0 0-2,-88-37 38,72 37-5,1 0 9,4 0-9,2 0-24,6 10-14,0 5-15,3 8 5,0 3 6,3 7 4,15 2 8,6 2-1,0 0 0,1-4-6,-1-4 7,-6-5 0,-6-7 4,-6-5-12,-3-3 1,-3-5 9,0-1-10,-6 1 8,-16 0 14,-10-1-3,-2-3-9,0 0-10,2 0-2,1-10-34,6 0-39,-1 0-59,5 3-84,2 3-283</inkml:trace>
  <inkml:trace contextRef="#ctx0" brushRef="#br0" timeOffset="4236">1283 818 401,'0'0'22,"0"0"34,0 0 67,0 0-62,0 0 1,0 0 30,0 0 21,28 14-12,14-14-42,19 0-16,26-11-6,19-3-12,20-2-12,7 2-2,3 1-3,-2 3-6,-17 3 2,-10 0-1,-25 2-3,-21 0-6,-19 1 2,-17 0 2,-14 1 0,-8 2-4,-3-2 0,0 2-2,0 1-24,-18 0-44,-12 0-32,-7 0-139,-6 1-47</inkml:trace>
  <inkml:trace contextRef="#ctx0" brushRef="#br0" timeOffset="4597">1511 918 625,'0'0'511,"0"0"-499,0 0-10,0 0 29,109-4-29,-3-7 13,25 0-3,2-2-1,-3 3-1,-14 3-5,-20 1 0,-29 3-5,-21 0-4,-23 2 4,-10 0 2,-7 1 0,-3 0-2,-3 0 6,0 0 3,0 0 7,0-2-13,0 2-1,0 0-2,0 0-9,0 0-25,0 0-5,0 0 1,0 0-29,0 0-55,-3 0-137,-6 0-155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0:27.50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 55 274,'0'0'0,"0"0"0,0 0 14,0 0 87,0 0 22,0 0-5,0 0-47,0 6-18,0-6-29,0 0-10,0 0 2,0 0-13,0 0 3,0 0-4,0 0 0,0 0-4,0 0-5,0 0-2,1 0-9,1 0 8,-1 0-3,1 0 3,4-4-40,7-20-108,7-9-261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4:03.57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6 0 592,'0'0'0,"0"0"-15,0 0-17,0 0 32,0 0 1,0 0-1,0 0-25,-6 0 17,6 0-6,0 1-39,3 5-63,0-3-9,-2 0-77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4:04.320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0 132,'0'0'0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4:07.32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81 203,'0'0'17,"0"0"44,0 0-6,0 0-23,0 0-4,0 0 23,0 0-15,25-75 8,-25 70 14,0 4-20,0 1-3,0 0-31,0 1-4,0 19-28,0 8 25,0 5-1,0 2 4,0 1 0,0-4 7,0-4-5,3-5-4,6-6 0,3-9-6,0-5-12,1-3 8,7-3 12,2-19 8,2-13-4,-2-4-1,1-3-2,-7 6 1,-7 7 1,-3 8 0,-3 8 6,0 6 12,-3 5-4,0 2-6,0 0-11,0 0-16,0 16-14,0 7 18,0 4 12,0-2 1,0 0 3,7 1-4,4-5 1,1-3-1,1-2-1,2-8-7,-2-4-3,-2-4-2,4 0 13,1-14 3,2-11 5,-1-5-2,-4-2 3,-1 1 0,-6 6-9,0 6-1,-3 6 0,0 9 1,-3 2 0,1 2-2,1 0-4,2 0-19,7 6-22,5 8 40,5 6 7,6 4-6,1 1 12,-2 5-2,-7-2-1,-9 0-3,-8-3-11,-2-7 9,0-4-16,-9-6-12,-9-3 30,-1-4 6,2-1-1,5 0 4,2-6 1,10-5 4,0-4-14,0 1-1,18-3-2,7 1 3,8 1 0,1 1 6,2 0 12,0-1-14,-3 0-4,-5-1 0,-6 1 7,-8 1-4,-8 1-3,-6 3 9,0 2-8,0-1 9,-3 2 0,-11 4 1,-2 2-10,-5 1-1,0 0-6,1 12 6,4 10 4,7 0-4,8 1-5,1-1 1,6 0-3,14-5 7,3-6-1,6-4-2,-1-6 3,3-1-5,-1 0 4,-6-12 2,-6-2 2,-8 1 1,-5 0 18,-4 3 25,-1 3-19,0 1 3,0 2-11,0 4 14,0 0-26,0 0-8,0 1-18,0 16-1,-3 9 19,-7 4 0,1 2-7,3 2-27,4 0-16,2-3-57,2-4-5,15-10-67</inkml:trace>
  <inkml:trace contextRef="#ctx0" brushRef="#br0" timeOffset="1179">1071 251 493,'0'0'53,"0"0"-30,0 0 7,0 0-7,0 0-17,119-4 0,-65 4 6,-11 0-7,-10 0-3,-8 0-4,-13 0-1,-7 0-10,-5 0 1,0 0-23,0 0-15,0 0 13,0 0-54,0-3-199</inkml:trace>
  <inkml:trace contextRef="#ctx0" brushRef="#br0" timeOffset="1457">1615 62 544,'0'0'84,"0"0"-45,0 0-32,0 0-7,0 0-2,0 0-1,-7 42 3,-5-9 1,1 5-1,-2 1 2,-2 0 8,5 0-7,1-2-3,4-1 0,2-2-6,3-2-23,0-9-10,0-9-61,0-12-55,9-4-185</inkml:trace>
  <inkml:trace contextRef="#ctx0" brushRef="#br0" timeOffset="1704">1757 72 481,'0'0'61,"0"0"8,0 0-22,0 0 10,0 0-46,0 0-11,0-30-14,0 50 10,-1 4 4,-7 3 9,-1 1-3,-3 2-5,2 2-1,-3 4 0,-1 0 0,8-1-16,0 2-32,4-3-17,2-6-67,0-11-29</inkml:trace>
  <inkml:trace contextRef="#ctx0" brushRef="#br0" timeOffset="1997">1936 35 10,'0'0'499,"0"0"-470,0 0-19,0 0-10,0 0 1,0 0-1,-7 44 7,5-20 5,2-2 1,0-2-4,0-5-9,5-6 2,4-3-2,5-5 3,3-1 8,10-2 8,3-17-8,1-5-2,-4-1-3,-5 0 1,-8 5-7,-5 3 11,-6 5 4,-3 4 4,0 3 12,0 4-2,0 1-5,0 0-24,0 0-3,0 7-27,-9 12 28,-5 5 2,-1 2 0,2 4 4,-3 1-4,0 1 8,-1 4-4,-3 1-4,2 5-15,-4 3-39,-2 3-78,3-3-82</inkml:trace>
  <inkml:trace contextRef="#ctx0" brushRef="#br0" timeOffset="2551">823 490 312,'0'0'240,"0"0"-197,0 0 25,0 0 9,0 0-59,0 0-16,57-7 7,-23 2 33,5 4-17,3 1-10,16 0-5,8 0-7,11 0-1,13 0 2,7 0-4,6 0 0,1 3-5,-12 7-4,-14 4-13,-18 0-70,-19 1-26,-16-1-11,-18 0-24,-7-5-33</inkml:trace>
  <inkml:trace contextRef="#ctx0" brushRef="#br0" timeOffset="2850">950 596 181,'0'0'265,"0"0"-241,0 0 8,0 0 13,0 0-24,0 0-9,-12 11 12,54-6 59,16-2-25,15-3-28,17 0-9,11 0 5,14 0-8,6 0-12,-6 7 3,-14 4-8,-17 4-1,-19-1-11,-14-4-1,-17-3-7,-13-3 7,-12-2 10,-6-2-7,-3 0 9,0 0 1,0 0 1,0 0 1,-6 0-3,-7 0-35,-5 0-48,-5 0-42,0 0-59</inkml:trace>
  <inkml:trace contextRef="#ctx0" brushRef="#br0" timeOffset="6519">1875 1007 345,'0'0'135,"0"0"-117,0 0 5,0 0 56,0 0-42,0 0-25,0 0 3,0-5 5,0 3 2,0 2 4,0-1 6,0 1 10,3-2-10,5 0-11,5 0-8,8-2-11,9 2 2,7 0-1,5 0 2,5 1 7,1 1-3,4 0 10,2 0-12,1 0-1,4 0-4,5 0 5,7 0-6,2-2 1,-4 2 3,-15 0-3,-20 0-2,-18 0-8,-13 0-12,-3 0 16,0 0-14,0 0-9,0 0-8,0 0-2,0 0-10,0 0-5,-7 0-14,-10 6 12,-8 3-41,-5-7-35,4-2-197</inkml:trace>
  <inkml:trace contextRef="#ctx0" brushRef="#br0" timeOffset="7074">2527 703 395,'0'0'113,"0"0"-21,0 0-33,0 0-26,0 0-26,0 0-2,0-3 1,0 3-6,0 0 4,0 0-1,0 0-2,0 0 7,0 0-7,0 1 3,3 5 3,6-1-4,1 5 5,1 0-4,4 3 6,1 3-6,3-1 1,-2 1-4,2-3 2,-4 3-3,3-2 0,-5-1 0,-4 1-5,-1-2 9,-3-1-8,-2-3 5,-2-1-4,-1-1 3,0-1-5,0 4 3,-1 1 2,-10 3-2,-7 2 4,-3 3 1,-3 2 4,-1 0-4,3-3-2,2-1-1,1-1 1,2-1-2,-2 2 2,0 1 0,-1-2 0,-1 3-2,1 2-1,-2 0-2,3-2-24,7-1-7,5-3-37,7-4-54,0-7-2,4-3-10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4:58.920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74 75,'0'0'131,"0"0"-111,0 0-20,0 0 11,0 0 12,0 0-13,44-5-9,-43 5 3,4 0 4,6 0 7,11 0-7,9 0 17,9 1 2,0 6-9,-1 1-12,1-1-6,-4 0 0,6-4-1,4-3 2,5 0 2,13 0 0,15-17 0,12-4-2,9-3 34,2 4-3,-10 7-11,-13 9-18,-16 3-3,-13 1-2,-9 0 2,-11 0 1,-5 0 6,-5 0-14,0 0 8,3 0-2,-5 3 2,-2-1-1,-5 0 5,-7-1-5,-1-1 26,-3 0 7,0 2-1,0-2-32,0 2-5,0 7 4,3 7-4,3 9 5,1 11 13,2 10 0,0 7-3,0 11-1,-3 3 9,-3-1-8,-1-3-6,-1-8 11,-1-8-15,3-3 7,1-4-5,-4 0 0,0-5-1,0-7-1,0-9-1,0-9-4,0-7 3,-10-3 2,-5 0 8,-7 0 15,-11-7-15,-3-10-7,-10-3 4,-14 1-4,-13 2-2,-12 4-8,-6 1 8,-1 2-6,5 0 2,9 2 5,8 2 0,9 2 1,4 4-3,8 0 2,12 0-2,4 3 0,9 4 2,6-3-1,2-1 0,2-2-1,-2-1-2,-3 0 5,1 0-1,-3 0 0,6 0 2,2 0 3,2-4-5,2-2 3,0 1-2,0-4 2,2 2-3,1-4 3,-1-3-1,2-3-2,5-4 1,0-3-1,0-1 1,0-1 7,0-3-5,0-4-3,0-2 2,5-4-2,2 3 1,-3 2 3,2 0-7,0 0 8,0 0-7,3-1 4,-1 4 1,-2 6 2,-2 5-2,1 6-3,-4 7 0,2 2-6,-2 5 1,4 0-42,4 0-62,3 15 62,7 4-30,-1 0-148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5:05.72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4 19,'0'0'43,"0"0"-6,0 0 24,0 0 3,0 0-15,0 0-26,0 0-8,0 0-7,0-3-3,0 3 10,0 0 15,0 0-8,0 0-6,0 0 9,0-1 6,0 1-1,0 0-14,0 0-1,0 0 8,0 0-10,0 0-8,0 0-3,0 0-2,0 0 1,0 0 1,0 0 0,0 0 7,0 0 16,0 0-14,0 0 6,0 0-8,0 0-2,0 0-1,0 0-5,0 0 0,0 0-1,0 0 0,0 0-1,2 0-1,-1 0-2,2 0 2,3 0 2,-2 0 1,4 0-1,2 1 5,2 2-1,2 0-3,5 1 5,-1 2-3,7-2-1,1 2 1,0-2 2,0 0-2,-7-1-3,-2 0 3,-7-3-2,-4 1 0,-2-1-1,-2 0 2,4 0-2,3 0 0,3 0 0,9 3 0,3 1 1,2 1 2,1 0-3,-7 1 2,-4-2-2,-7-1 1,-4-1-1,-4-2 0,1 0 0,-2 0 0,7 0 1,0 0 5,6 0-2,6 0-2,3 0 7,1 0-9,-1 4 1,-3-2-1,-7 0-2,-3-1 2,-3-1-1,3 0 1,0 0 3,2 2-3,5-2 5,6 0-2,1 0-3,2 0 2,-4 4-2,-3-1 0,-5 1 0,-2-1-2,2-2 4,1 0-4,2 1 4,2-2 2,7 0-1,8 0-1,5 0-1,0 1 0,-5 3-1,-6-1 0,-8-1 0,-4-1 0,-1-1 0,-1 0 4,-1 0 2,-1 0 1,2 0-1,2 0 11,6 0-14,2 0-2,4 0-1,-1 0 3,-1 6-3,-1-1-3,-3 0 3,-3-1 0,1-1 2,-1 0 5,2-2-6,2 2 0,5 0 6,5 1 0,1 2-7,-4-2 1,-4 0-2,-8 0 1,-4-2 0,-1-2 4,-3 1-4,1 1 1,1-2-1,5 1-1,10 0 1,5 2 0,6-2 3,3 4-7,-7-3 8,-9 1-4,-7-1 0,-7-2 0,0 0 2,2 0-2,5 0 0,2 0-1,4 0 2,-1 0 1,-4 0-1,0 0-1,-1 0-2,-1-2 2,-2-1 6,-5 1-5,0 0 0,-3-1 0,5 2-1,-2 1 0,3-1 0,-1 1 0,3-2 0,5 1 0,-2 0 0,-1-1 0,-4-1 0,-2 2 0,-2 0 0,0-2 6,-1 0-5,3-1-1,-2 1 2,-4 2 7,1 1-9,-5 0 0,0-2-4,0 2-4,0 0-13,-14 0 3,-16 0 8,-11 0 8,-7 0 4,-3 0 0,-4 0-2,-2 0 1,-6 0-1,-2 0 0,4 0-3,1 0 3,3 0-1,1-1 0,-2-1-1,-4 2 2,3 0 2,1-1-2,7 1-3,6 0 3,6 0-1,5 0 0,4-2 1,-3 2-5,-1 0 5,1 0-2,-1 0 2,0 0-3,-2-1-8,-5-2 4,-3-3 7,-6 1-4,-5-2-4,-4-3 7,-1 0-2,3 0 1,9 0 1,7 1-1,5 0-3,3 2 5,3 1 0,4 2 3,0 1-3,5 3-3,-1 0 2,1 0 0,6 0 1,0 0-1,8 0-3,2 0 1,1 0-5,-1 0 4,2 2 4,-1-2-1,1 0 1,3 0 1,-2 0 0,1 0-1,-2 1-4,-2 0 1,1 1 1,-4 1 0,-2-2 0,2 0 1,1 1-2,2-2 1,1 1 2,4-1 0,0 2 3,0-1-3,0-1-5,3 2 2,10-1 3,5 0 1,2 2 1,-1-1 1,-1-1-3,5 1 0,3-1 5,13 2-5,12-2 0,13 0 3,12 4-1,5-1-1,-4 1 3,-13 4-3,-14-1-1,-10-1 3,-13-2-4,0-3 1,1 1-2,0 0-2,8-1 4,7 0 0,2 4 0,0-2-1,-5 5 0,-7-2 1,-5 1-1,-7-1 1,-4-1-1,-3-2 1,5 0 2,4-1-1,4 1-1,9 0 0,7 2-1,5 0 1,4 1 1,-7 2 2,-6-2-2,-11-2-1,-7 1 1,-3-3-3,-5 0 2,2-2 0,5 0 2,8 1-1,5 1-1,1-1 1,-4 3-1,-6-3 0,-9 0 0,-5-1 0,-7-1 0,-1 0-2,-2 0 2,0 0-1,0 0 2,1 0 0,1 0 3,1 0-2,0 0 6,0 0-2,-3 0-6,0 0 0,0 0-5,0 0-5,0 0 10,0 0-6,-5 0-1,-13 0-2,-13 2 9,-14 0 2,-7 1-1,0 1-1,-4-2-3,4-2-3,1 0 6,1 0 0,-1-9 2,-1-5-2,-5-2 0,-6-1 3,-14-3-3,-12-2 1,-13 2 0,3 1-1,8 2-1,11 3 1,14 1-4,8 3 7,7 2-3,7 1 4,6 2-4,10 2-4,6 0 0,5 1 8,7 1-4,5 1 3,4 0-2,1 0-1,0 0 0,0 0 0,0 0-1,0 0-1,0 0 1,0 0-8,4 0 8,16-1 2,8-1 1,5 1 1,4 1-3,2 0 0,1 0 5,2 0-5,0 0 3,4 3-5,3 2 4,8 0-2,10 0 0,6 1 2,2-1-4,-4 4 2,-14 0-3,-15 3 3,-12-2 4,-10-3-4,-6-1 1,1-5-1,1 2 2,2-2 1,2 1-3,0-1 0,1-1-1,-6 2 1,-4-1 1,-7 2-1,-4-2-6,0 1 6,0-2 0,3 0-5,-3 0 5,2 1 6,-2-1-4,0 0 5,0 0-7,0 0-3,0 4 0,-2 5-48,-20 2-92,-10-3 23,1-8-204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5:18.93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8432 1949 179,'0'0'0,"0"0"-20,0 0 20,0 0 0,-99-41-36,50 31-36</inkml:trace>
  <inkml:trace contextRef="#ctx0" brushRef="#br0" timeOffset="33116">0 0 679,'0'0'0,"113"104"-28,-49-32-29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6:12.10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3333 856 349,'0'0'3,"0"0"7,0 0 12,0 0 2,0 0-19,0 0 2,0 0-4,0 0 40,-12-10-40,12 10-3,-2 0 12,1 0 8,-3 0-13,-1 0-6,-1-1 2,0-2-3,0 2 0,-4-2 0,-2 0 0,-3-1 3,-3-2-3,-7 1 0,-5-1 0,-6 0-1,-3 1 1,-4 1 4,0-2-2,-2 0-4,0-1-3,2 1 5,-2 1 0,-1-1 5,-8-1-5,-4 0 0,-5-4-4,1-1 9,2-1-5,3-2 0,1 0 0,-1-2 0,-3-2 5,0 4 3,-3-2 4,-2 2-9,3 0 8,-1 2-3,-1 4 2,0-1-5,1 2-5,0-2 2,5 1 5,0 2-5,0 1 14,1 2-13,-4 1 1,-2 2-1,6 1-1,2 0-2,8 0 1,3 0-1,1 1 2,-2 2-4,-3 0 4,-4 0-3,-4-2 1,-4 1 0,8-1 1,5 1 1,7 0 0,10 1-2,6 2 0,4 0-5,-1 4 5,0 0 1,-8 4-1,-3 1 0,-4 3 0,-1 0 0,2 0 0,1 1-1,4 0 0,0 4 1,2 1 0,1 0 1,6 1-2,0 0-2,6 0 3,2 0-4,4 3 0,-2 3 2,-3 3 2,-6 7 0,-2 2 2,-2 7 1,0 0-3,2-4 0,5-1 0,3-7 0,3-5-2,5-1 2,3-1-1,1 0 2,2 3-2,0 3 1,2 3 0,10 2 0,3 4 0,1 0-1,7 0 1,2 1-5,5-4 4,-2-2 1,5-6 1,0-1-1,0-3 0,4-4 2,6 1-2,8-1 1,7 0-2,8 1 5,6 0-6,5 0 5,3-3-3,-2-2 5,-2-2-5,-3-4 1,-1-4-4,-2-1 3,2-3 0,1-1 1,9-3-1,3 0 1,3 1-1,6 3 4,0 5 7,0 4-7,-5-2 2,-8-1-2,-5-3-8,-1-6 5,2-5-1,7 0 1,8-12 4,13-5-3,4-1 10,-1 3-2,-9 4 8,-14 3-11,-19 4 2,-13-3-8,-8-3 0,-6-4 1,-2-7 5,-1-4 0,1-5 8,-1-2-6,2-1 1,0 0-6,-2 4 3,-3 4 0,0 0 2,-4 6-8,-3-2 0,-4-3 0,4-2 7,-1-2 1,6-3-2,2 0 7,-1-1-9,-4-1-5,-4-2-1,-8-2 0,-4-3 2,-8-2 0,-2-3 1,-2 0-2,0-2 6,0 1-1,0 2 10,-3 0-8,3 3 5,0 5 3,-2-1-3,1 6-4,-1 1-3,-1 5-4,-1 1 7,-2 3-8,0 0-3,-4-1 3,-4 1-7,-1 0 7,-4-3 1,-1 1 0,-2 1 0,-2 1 0,-1 2 3,1 2-4,2 5-1,1 0-2,6 5 2,3 3 0,6 3 1,3-1-11,0 2-28,-5 0-33,-6 0 6,-6 0 6,-4 13 3,3 4-48,4-2-27,9-3-235</inkml:trace>
  <inkml:trace contextRef="#ctx0" brushRef="#br0" timeOffset="2559">3709 643 330,'0'0'14,"0"0"6,0 0 17,0 0-5,0 0-12,0 0-11,-6-19 11,6 19 13,0 0-14,0-2-2,0 1 31,0-2-3,0-1-16,0 0 0,0-2-14,-2 0-1,2-1-14,0 1 5,0-1 7,0 0-7,0-1-2,0-3 4,2-2-7,9-3 4,5-2-4,3-4 4,4-1-3,2-1 4,2-3-1,4 0-1,2-1 2,0 0-1,-2-1 0,-1 3-1,-2 3-3,1 3 0,0 5-2,9 2-9,2 2 7,6 1 4,2 2 0,0-2 3,-6 1-3,-2 2 0,-6-3-2,-1 0 2,-2 0 0,-1-1 2,1 2-2,4 0 0,5-1 3,11 3-7,8 0 4,9 1-1,6 3 2,7 0-2,-4 3 1,-10-1 0,-13-1 2,-14-2-2,-8 1 2,-4-2-2,2 1 0,1-2 5,8 1-5,7-1 0,7 2-1,8 0 1,6 4 0,-3 0-1,-4-2 2,-11 2-2,-6 0-2,0 0 0,-1 0 3,6 4 6,0 2-6,6 0 0,2-1 0,4 5 1,-2 0 0,-1 0-2,-5-2 1,-4 1 0,-5-4 1,-6 1-1,-1-2 0,-3 1 3,4 0-3,7 6-1,9 2 1,4 4 3,4 4-3,-3-1 0,-11 1 0,-10-4-2,-10-2 1,-8 0 2,-2-4-1,3 2 0,3-1 1,6 5-1,7 4 0,9 5 3,9 2-8,6 4 5,4 3 0,1-2 2,0 1-2,-4-4 0,-2-2 0,0-4 5,0 0-5,4-1 0,1 0 1,0 0 2,-1 1-3,-5-3 2,0 0 7,-3-1-8,-7-4 0,-9-1 0,-9-3 0,-5-3 5,-7 1-4,1-1-2,4 1 0,1 1 0,6 3 0,-1 0 1,0 0-1,-4-1 0,-6-5 7,-4 1-7,-4-4-4,-2 0 4,-5-1 2,1-1-1,-2-2 2,0 1-2,0 1 5,5-1-6,3 3 0,3-1 0,2 2-1,1-1 1,-3 1 1,3-2-1,1 0 0,1-2-2,-4 0 2,-3-2 9,-8 0 0,-2 0 26,-1 0 0,1 0-4,1 0-23,-2 0-6,1 0 8,-2 0-9,0 0-1,0 0-4,0 0 1,0 0-3,0 0-13,0 0-44,-5 0-79,-19 0 29,-5 0-32,2 0-63</inkml:trace>
  <inkml:trace contextRef="#ctx0" brushRef="#br0" timeOffset="4081">8413 653 241,'0'0'91,"0"0"-15,0 0 12,0 0-40,0 0-10,0 0 12,18-15-7,-17 15-9,1 0-17,1 0-17,3 0 0,4 2-2,10 11 2,3 4 2,6 3 3,1-2 14,-5 0-5,-1 1-6,-5-2 0,-4 0-2,0 3-6,-3-1 1,-3 1-1,1-3 0,-3-1 1,-1-4-2,-3-2 1,-2-3-1,-1 0 0,0 1 1,0 1-4,0 1 3,0 1 1,0 1 0,0 0 0,-4 0 0,-6 2 0,0-1 4,-8 6 3,-3 1-5,-4 3 6,1-1-4,0 0-3,5-4 3,4-4 0,2-3-6,4-4 6,-5 1-1,-2-2 14,-1 1-1,-4-4 21,1-3-27,-3 0-2,-2 0 3,-4 0-4,2 1-6,10 1 1,6-1 2,7-1-8,2 0 6,2 0-3,0 0 2,0 0 0,0 1-1,0 1 0,-1-1-5,-2 2-28,-3 4-59,-3 7 46,0 5-37,4 3-55,5-4-89</inkml:trace>
  <inkml:trace contextRef="#ctx0" brushRef="#br0" timeOffset="5281">8893 1589 224,'0'0'94,"0"0"8,0 0-34,0 0-29,0 0 9,0 0-14,0 1-7,0-1 4,0 0 5,0 0-1,0 0-9,0 0-4,0 0-8,0 0 3,0 0 5,0 0 4,0 0-2,2 0-11,8 0-7,8-2-5,3-3 0,8 2 0,5 1 3,9 2-8,6 0 8,10 0-6,5 0 2,0 0-3,-3 2 3,-10 3-1,-11-1-3,-10-1 4,-6-1 0,-5-2 1,-2 0-1,2 0 0,1 0 1,2 0-1,2-2 0,2-2 0,1-1 0,0 2-1,0 3 0,3 0-1,-2 0-1,-1 9 0,-5 1 0,-5-1 2,1-2 1,-6-1 0,1-2 0,-2-2 3,2-2-1,-1 0 3,4 0 0,1 0-5,5-3 3,2 1-2,2 2-1,-1 0-2,-1 0 1,-5 0 2,-3 0-1,2-1 2,-3-2-2,1-1 1,0 0 2,0-3-2,4 0-1,3 1 1,3 2-1,-1 0 0,-1 1-2,-5 3 1,1-1 1,-5-1 0,-2 1-2,-1-1-2,0 1 4,-5-1 0,1 1 0,-4 0 6,4-1-6,2 2 0,5 0-6,3 0 6,0 0-1,4 0 3,1 0-2,-1 0 0,-3 0 0,-2 0 1,-7 0 0,1 0-2,0 0 3,3 0-3,2-3 1,-1 0 0,2 1 1,-2 0 1,1 1-2,1 1 0,2 0 0,-1 0-5,-2 0 3,0 0 3,-2 0-1,1 0 2,-3 0-2,0 0 0,1 0 0,-2 0 5,-1 1-5,2 2 0,-3-2-5,0 2 6,4-1-1,-2 1 1,2-2 3,-2 0-3,-2 1 3,1-1 3,-2 1 1,2-1-8,2 2 0,0 0 0,-2 0 1,1 0 0,-4-1 1,1-2-2,-1 0 1,3 0 3,0 0-1,0 0 1,3 0-1,1 3-3,1 0-2,0 1 2,1 0 0,1 0 2,0 1-4,-2-3 0,-1 0 2,-4-2 6,1 0-5,2 0 0,-2 0 2,-1 0-3,-4 0 0,-2 0 0,-1 0 6,-3 0-2,2 0 1,-2 0-4,0 0 0,0 0-1,0 0 1,0 0 0,0 0-1,0 0 1,0 0 0,0 0 1,0 0 2,0 0-3,0 0 1,0 0-2,0 0 0,0 0 0,0 0 2,0 0 1,0 0-3,0 0 4,0 0-2,0 0 2,0 0 1,0 0-5,0 0 2,0 0-2,0 0 0,0 0 0,0 0 0,0 0 0,0 0-1,0 0 1,0 0 1,0 0 0,0 0-1,0 0 0,0 0 0,0 0 0,0 0 0,0 0-4,0 0 5,0 0-1,0 0 3,0 0-2,0 0-1,0 0 0,0 0 0,0 0-1,0 0 1,0 0 0,0 0 0,0 0 0,0 0 0,0 0-1,0 0 1,0 0 2,0 0-2,0 0-1,0 0 0,0 0 1,0 0-1,0 0 1,0 0 0,0 0 2,0 0-2,0 0 0,0 0 4,0 0-4,0 0-2,0 0 2,0 0 0,0 0 2,0 0-3,0 0 2,0 0-2,0 0 3,0 0-4,0 0 1,0 0 1,0 0 0,0 0 0,0 0 0,0 0 2,0 0-2,0 0-1,0 0-1,0 0 2,0 0-1,0 0-1,0 0 1,0 0-2,0 0 2,0 0 0,0 0-1,0 0 2,0 0 0,0 0 0,0 0 1,0 0-1,0 0 1,0 0 0,0 0 0,0 0-1,0 0 0,0 0-1,0 0 1,0 0 0,0 0-2,0 0-7,0 0 8,0 0 1,0 0 0,0 0 0,0 0 0,0 0 0,0 0 0,0 0 4,0 0-2,0 0-2,0 0-2,0 0 2,0 0 0,0 0 2,0 0-2,0 0 0,0 0 0,0 0 0,0 0 1,0 0 0,0 0 2,0 0-1,0 0 1,0 0-3,0 0 1,0 0 1,0 0-2,0 0 0,0 0 0,0 0 1,0 0 1,0 0 0,0 0-1,0 0-1,0 0 0,0 0 0,0 0 3,0 0-3,0 0-3,0 0 2,0 0 1,0 0 0,0 0 0,0 0 0,0 0 0,0 0 1,0 0-1,0 0 0,0 0 0,0 0 0,0 0 0,0 0-1,0 0 0,0 0-2,0 0 0,0 0 4,0 0-2,0-2 1,0 1 0,0 1-1,0-1-5,0 1 5,0 0-18,0 0 10,0 0-1,0 0-7,0 0 6,0 0 6,0 0-4,0 0 7,0 0-4,0-2 5,0 2-1,0 0-11,0 0-15,0 0-10,0 0-6,0 0-36,3-5-46,8-8-305</inkml:trace>
  <inkml:trace contextRef="#ctx0" brushRef="#br0" timeOffset="8776">11645 1600 53,'0'0'48,"0"0"-11,0 0-26,0 0-11,0 0 0,0 0-5,4 3 0,-2-3 5,-2 1 0,1-1 275,-1 2-253,2-2-21,-2 0 3,0 0 7,0 0 0,0 1-4,0-1-1,0 0-2,0 0-6,0 0 4,0 0 9,0 0-6,1 0-2,-1 0-3,0 0 0,0 0 0,0 0 9,0 0 4,2 0 32,-1 0 12,6 0-21,-1 0-25,-1 0 4,2 0-10,0 0-2,3 0-6,0 4 7,-1-1-4,1 0 0,0-2-1,0-1 1,5 0 3,-3 0 7,1 0 5,-2 0 5,-5 0-13,1 0-7,-1 0 1,0 0-1,-1 0 4,-2 0-8,1 0 8,-1 0-7,2 0 3,2 0 0,-1 0 3,3 0 1,-1 0-3,2 0 1,-1 0-1,0 0 1,5 0-1,5 0 3,1 1-4,3 1 0,-4 1 1,4 0-1,-3-1 0,4 1 2,-6 0 8,-3-2-3,-7 1-1,-4-2 6,-1 0-12,2 0 10,1 0 0,5 0-9,-3 0 5,1 0 1,1 0-3,2 0-2,4 3-2,0 1-1,-2-1-4,-3 0 5,-4-2 2,0 1-1,0-1-1,-3-1 5,4 1-3,1-1-2,1 0 1,2 0 0,0 0 0,3 0-1,-1 0 0,-1-2 0,-4-3 0,0 1 8,-1 3-4,0-2 0,0 1-3,-1 1 2,3 1-2,-2-3-1,-1 2 0,0-1 0,0-1 6,-1 1-6,1-3 2,-1 1-2,3 1 0,-3-1 6,-3 1 2,0 1-6,-1 0 1,-2 2 1,3-1-2,-3-1-2,1 2-1,1 0 0,-1 0 1,5 0 0,6 0 0,0 0 0,0 0 0,-5 0 0,-1 2 2,0-1-2,2 1-1,2 0 1,2 1 0,1 0-1,-1 1 1,2-1 0,-1 1 1,-1-1-1,3 1 0,-3-1 0,3 0 2,0 0-2,1 0 0,1-1 0,2 1 0,-2 0 0,0 1 0,-1-1-1,-3-1 1,-3-1 0,-1-1 2,0 0-1,0 0-1,0 0 2,1 0 10,4 0-11,2 0-1,1 0 2,1 3-1,0-2-1,-4 1 1,0-2-2,-5 3-3,-3-3 4,-3 1 0,-2 1 0,-1-2 0,2 0 0,-2 0 0,0 0 1,0 0-1,0 0-1,0 0 1,0 0 2,1 0 2,5 0 8,2 0-5,-1 0-7,-1 0 3,-1-2 5,-2 1-8,0 1 1,3 0-1,2 0 1,1-2 0,1 2-1,-2 0 0,-3-1 0,-2 1 0,-2-2 3,1 1-2,1 1-1,-2-1 0,2 1 1,0 0-1,0 0-2,4 0 2,0 0 0,-1 0-4,0 0 4,-2 0 0,1 0 1,-3 0-1,1 0 3,0 0-2,2 0-1,2 0 0,1 0 0,-2 0 1,-3 0 0,-2 0-1,-1 0 0,0 0 0,0 0-3,0 0 7,0 0-4,0 0 7,0 0 5,0 0-3,0-2 2,0 2-1,0 0-4,0 0-3,0 0 10,0 0-13,0 0 0,0 0 0,0 0 0,0-1 4,0 1-6,0 0 2,0 0-1,0 0 1,0 0-1,0 0 2,0 0-1,0 0 3,0 0-6,0 0 8,0 0-7,0 0 3,0 0-2,0 0 0,0 0-1,0 0 1,0 0 1,0 0 0,0 0-1,0 0 2,0 0-2,0 0-1,0 0 2,0 0-1,0 0-3,0 0 4,0 0 0,0 0 0,0 0 0,0 0 0,0 0-4,0 0 6,0 0-4,0 0 2,0 0-5,0 0-9,0 0 1,0 0-13,0 0-4,0 0-5,0 0-49,0 4-4,0 9 35,0-2-38,0-8-83,-11-3-242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5:20.16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11 54,'0'0'24,"0"0"9,0 0 6,0 0-19,0 0-16,0 0 13,0 1-4,0-1-11,0 0 0,0 0 9,0 0 31,0 0 10,0 0 0,0 0-15,0 0-9,0 0-10,0 0-5,0 0 6,0 0-1,1 0-5,1 0 2,1 0 3,2 0-7,3 0 1,2 0-6,2 0 1,0 0 7,0-1 9,1 0-3,0-2-7,-3 0 1,0 2-7,-2-1-3,-2 1-4,4 1 3,2 0 1,7 0-6,4 0 2,4 0 0,1 0-1,-1 3 2,0 1-1,-2-3 1,-2 1-1,1-2 1,-1 0 2,3 0-2,0 0 0,4 2 2,5 0-1,-1-1 0,-1 0-1,-6-1-1,-9 2-1,-5-2-1,-5 1 4,-4-1-1,2 0 1,6 0-2,4 0 0,8 2-2,6 0 2,0 4 0,3 1-1,1 3 1,-3 0 0,-1 0 0,-5-1-1,-2-4 1,-5 0 3,-2-3-2,-1 0-1,0-1 0,2-1 6,2 1-5,5-1-1,1 3 0,1-1 0,-1 2 0,0-3 0,-7 2 2,-4-2-1,-4-1-1,0 2 0,-1-2-1,2 0 2,2 0-1,-1 0 0,0 0 1,-5 0-1,-2 1-1,-3-1 1,-1 0 0,-1 0 8,0 0-7,0 0 2,0 0 2,0 0-2,0 0-1,0 0-2,0 0-3,-3 0 3,-15 0-5,-9 0 5,-13 0 0,-6-1 2,-6-3-2,-4 1-6,0 0 6,2-1 0,-3 0 0,-1-2 0,-3-1-2,-6-1 1,-5 0 2,1 0-2,-3-2-1,3 3-1,8 1 2,14 2 1,7 4-1,15 0-11,8 0-3,3 0 4,8 0-8,0 3 14,1-2 2,0 2-4,-1-2 6,4 1 1,1-2-2,1 0 2,2 0 2,0 0-2,0 0 0,0 0 0,0 0 0,0 0 0,0 0-3,3 0-1,16 0 4,7 0 4,11 4-4,5 0 3,12 3-2,5 2-1,10 1 1,9 0 1,5-2 4,-1 2-6,-6-2-1,-10-1 1,-12 0 1,-10-2 1,-8-2 1,-8-2-2,-6 0 0,-9-1 4,-6 0-3,-2 2 5,-5 1-2,0-2-5,0-1-10,0 2-12,-12-2 18,-18 0-1,-13 0 5,-5 0-13,-3-8 8,0 0 5,-5-1 0,-7 1 0,-4 0-3,-7 1 3,2-2-2,-1-1 6,6 2-4,6-2 0,8 3 1,13 1-1,10 3 0,9 3 0,8 0 0,7 0 0,4 0 0,2 0-5,0 0 3,0 0-1,0 0-1,0 0 1,8 0 3,10 0 1,13 0 3,12 0 0,22 0-4,18 0 7,13 0 0,8 0 3,-3 5 1,-14 2-7,-19 1-4,-18 1 3,-10-1-3,-9-2 0,-7 0-1,-6-2-2,-7 0 6,-10-1-2,-1-2-1,0 0 0,0 1-1,0-1-15,-10 2 16,-20-2-1,-11 1-3,-8 1 4,-3-2 1,-3-1-1,-3 0-3,-2 0 3,-1 0 1,3 0-1,7 0 0,12 0 1,12 0-1,12 0 0,9 0 0,5 0 0,1 0-1,0 0 1,0 0-7,18 0 7,9-1 1,15-1 1,11 2 1,11 0-2,7 0-1,0 0 0,-2 9 0,-5 2 0,-6 0 5,-12 2-4,-12-4-1,-15-2 0,-10-2 0,-7-3 1,-2 1 4,0-1-5,0 0 1,0-2-2,-8 0 1,-12 0-3,-10 0 3,-1 0 0,-1-4 1,6-5-1,5 2 0,10 2 2,7 2-2,2 0 0,0 1 0,0 1-3,1 1-4,1-1 6,0 1 0,0 0-8,0 0 0,0 0-2,0 0 5,5 2-9,1 6-13,0-1 4,3 1-29,-1-7-83</inkml:trace>
  <inkml:trace contextRef="#ctx0" brushRef="#br0" timeOffset="4966">351 89 6,'0'0'28,"0"0"-25,0 0-3,0 0 19,0 0 0,0 0-6,0 0 3,0-2 2,0 2 7,0 0 2,0 0-10,2 0-5,4 0-8,0 0-3,2 0 5,0 0-4,0 0-2,-1 0 1,2 0 11,3 0 6,0 0 1,3 0-3,0 0-9,6 0 2,6 0 5,7 0-6,9 4 6,8 3-4,4 0 1,-1 0-6,1 2 4,-3 1 16,-8 0-10,-7 1-9,-6-1 2,-7-3-8,-6 0 0,-3-3 3,-3-1-3,0-1 15,0-2 25,0 0-28,-3 0-2,-5 0 15,-1 0-4,-3 1-8,2 0-6,0 2 1,-2-2-8,0 1 0,0-1 2,0-1-2,0 2 3,0-2 0,0 0 5,0 0 1,0 0-4,0 0 5,0 0-10,0 0-2,0 0 1,0 0-3,0 0 0,0 0 0,0 0 4,0 0 0,0 0 2,0 0 1,0 0-3,0 0 0,0 0-28,0 1-50,-10 5-4,-3 1 12,-1-2-41,7 0-79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5:39.452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27 51,'0'0'25,"0"0"-19,0 0 13,0 0 6,0 0-8,0 0 15,0 0 6,24-15-15,-20 12 26,1 0-23,3 0-18,2 2 1,3 1-7,2 0-1,0 0-1,1 0 0,1 1 0,-1 6-1,-1 2-2,2-1 3,-2 1-1,1-1 1,2 2 1,1 1 3,2 0 11,0 2-8,3 0-5,0 0 18,1 1-20,-2 0 1,2 3 14,3-1 7,-1 4 2,0 0-9,-3 0-11,-6 0 3,0-2-4,-6 1-3,1-1-1,-6-3 1,3 1 2,-3-1-2,3 1 2,4-2-1,-1 0 11,-2-1-3,-2-3-1,-3-2-7,-1-2-2,-3-2-2,-1-1 3,1 0 5,-2-2-5,0-1 2,0 1-2,0 1 0,0-2 0,0 1 0,0 2-14,0 0-17,-13-2-27,-2 2 10,-2-3-11,1 0-22,3 0-6</inkml:trace>
  <inkml:trace contextRef="#ctx0" brushRef="#br0" timeOffset="676">604 249 68,'0'0'6,"0"0"-6,0 0 0,0 0 0,0 0-20,0 0 20,5-2 20,-5 2 45,0-1 15,0-1-18,0 1-20,0 0-3,1-1-5,1 1 6,-2 1-8,1 0-12,-1 0-5,0 0-4,2 0 9,-1 0-18,-1 0-2,3 0-1,3 0-9,6 3 7,5 9 3,7 5 2,-1 2-1,0 1 6,-2-2-4,-2 0-3,-4-1 3,-2-3-2,-4-1-1,-3-3 0,-3 0-3,-1-2 6,-1 0-4,-1 4 1,0-2 0,0 1 0,0-1-2,-1-3 0,-8 0-5,0-3 7,-3-2 0,0-1 7,-4-1 10,-2 0-7,-6 0 6,-4 0-12,-2 0 0,-3 0 3,3 2-7,0 2 0,2 0-3,1 3-38,3 4 22,2 3-5,2 6-81,5 0 9,2-5-190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5:26.508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52 99 9,'0'0'42,"0"0"-34,0 0-3,0 0 59,0 0 12,0 0-32,10-4 9,-8 1-7,-2-1 1,1 0-5,3-1-19,-2 1-3,1 0 1,-2 1-8,1 1 18,-2 0-3,0 1-17,0-1-1,0-1-1,1 2 4,3-3 10,-1 1-12,0 0 3,1-1-3,3 2 7,1-2 2,1 3-20,-2-2 0,4 1-3,1 1 2,4 0 1,4-1 0,3-1 3,1 0-3,3 2 0,0-2 0,-3 0 5,-2 2-4,0-1-1,-2 0 1,1 2-1,-3 0 0,0 0 1,-1 0-1,2 0 0,1 0 4,3 0-1,2 0-3,-1 0 1,3 0 1,-2 0-2,1 0 2,-4 0-2,-1 2 0,4 1 1,1 0 0,-4-1-1,-6-1 6,-1-1-5,-4 0-1,1 0 5,4 0 6,-1 0-10,3 0 10,1 0-7,4 0-4,4 0 0,4 0 0,2 0 3,8 0-1,-2 3-4,-3-2 3,-8 1-1,-15-2 4,-3 0-3,-1 0-2,3 0 4,9 0-2,-1 0-1,3 0 0,-4 1-1,-1 2 1,0 1 0,4-1 0,1 1 1,2-2-1,-2 1 0,-1-2-4,-3-1 4,-1 1 1,-2-1-1,1 0 0,7 2 2,0-1-2,-1 2 0,0 1 0,1 1 0,-2-1 0,-1 0-5,-4-1 5,-3 0 6,-3-2-6,-5-1 0,0 1 2,1-1-2,-1 0-1,0 0 1,3 0 7,3 0-7,2 0 0,2 0 1,2 2-3,0 1 2,-3-1-4,1 1 8,-2-1-9,2-1 10,-1 0-3,4-1-2,2 0 1,2 0-1,2 0 1,-1 0-2,-2 0 2,-4 0-3,0 0 4,-2 0-1,-1 0-1,-6-2 0,-1-1 0,-1 0 2,-3 2 2,3 1-3,0 0-1,1 0-3,3 0 1,-2-2-1,2 1 4,-1-1-1,-2 1 0,2 1 0,-3-1 0,-2-1 0,-2 2 0,-3 0-2,0 0 0,0 0-2,0 0 4,0 0-1,0 0 0,0 0-5,0 0-20,0-1 6,0 1-3,0 0 1,-12 0 12,-3 0 0,-4 0 4,-2 0 2,-5 0 4,-3 0 6,-7 0-4,-6 3-2,-1-1 3,-6 1-2,-4 0-1,-3-2 0,4-1 2,5 0-1,7 0-1,6 0 0,1 0-3,-1 0 4,-1 0-2,-1 0 2,-2 2-2,-4-2 1,-3 1 0,-10-1 0,-12 0-2,-15 0 2,-6 0-5,1-5 1,14-4 2,13 2 2,13 2 0,8-1 0,6 3-3,5 0 6,2 2-4,2-1 3,-1 2-3,-2 0 2,-1 0-2,-3 0 1,-1 0 0,-1 0 0,-1-2-2,3-3 4,-2 0-3,-2-2 2,3-1-2,-4 1 1,5 2-1,3 0 1,9 3 1,8 0 1,5 2-2,6 0-2,0 0 1,0 0-2,0 0-4,0 0 0,0 0-5,0 0 10,0 0 2,6 0 6,7 0-2,8 0-1,1 0 2,5 0-3,4 0 1,2 0-3,5 2 1,8 0-1,6 3 0,10 3 2,9 2 2,8 1-4,4 2 1,5 0-1,0 0 4,-7-4-1,-13 0 5,-18-5-6,-15-1-2,-15-3 5,-5 0-3,-6 0 4,0 0 0,3 0-5,-2 0 0,-1 0 1,-3 0-2,-3 0-2,-3 0-3,0 0-2,-3 0-22,-19 0 12,-20 0 13,-13-2-4,-17-2 8,-3-1 1,-2-1-1,2 0 0,7 0-2,3 1 6,4 3-4,3 0 0,1 2 3,2 0-6,3 0 6,-3 0-3,-3-1 0,-4 1 0,4 0 0,11 0 1,11 0 0,14 0-1,8 0 2,9 0-2,2 0-2,3 0 1,0 0 2,0 0-1,0 0 0,0 0 2,0 0-4,0 0-2,19 0 4,10 0 0,13 0 1,4 0 1,8 0 2,0 0-4,-6 1-1,-1 3 1,-3 2-2,-1-1 2,0 2 3,2 0 0,4 0-5,2-1 2,-2 0 0,-1-2 0,-12-1 5,-16-2 2,-11-1-6,-9 0-1,0 0-4,0 0 3,-14 0-6,-9 0 4,-11 0 0,-6 0 0,-5 0 3,-4 0 0,-6 0 0,-1 0 0,-5 0 2,-7 0 2,2-3-4,-1-2 0,4 0 0,12 0 1,6-1-1,9 2-1,8 0-1,6 1 2,7 2-1,6-1 2,8 2-1,1 0 0,0 0-1,8 0-21,24 0 22,16 7 7,17 0 2,11 2 3,8 1-3,4 0 9,12 2-4,10 1-2,8 1 2,-2-1-11,-17-5 5,-30-4 0,-29-4-7,-27 0 1,-11 0 8,-2 0 11,0 0-15,-6 0-6,-17-3-11,-12-4-3,-15 2-2,-8-1 10,-9 2 2,-8 0 3,-4 0 1,2-3-8,8 1 6,9 0-6,13 2 5,14 1 3,12 3-1,11 0 4,6 0-7,3 0 8,1 0-3,0 0 2,0 0 4,6-1 19,18-2-16,12 0-10,16 2 0,15 1 1,8 0 5,5 0-6,-2 0 0,-15 0 0,-23 0 0,-22 0 1,-17 0-1,-1 0 0,0 0-7,-9 0-7,-22-2-1,-13-2 1,-11-3 14,-6-2-2,0 4 2,-2-1 5,4 1-5,7 0 0,17 3 0,19 0 0,7 2-3,9 0 0,0 0 2,0 0-2,0 0 1,0 0-2,15 0 4,6 0 5,9 0-1,7 0 3,5 2-5,10 2 0,2 1 5,-1 1-7,-14-3 11,-17-2-10,-14-1 1,-8 0-2,0 0-7,-18 0-5,-17 0 8,-8 0 4,0 0 0,4-1-6,8-2 6,2 0 4,4 0-4,6 1-4,7 0 3,4 1 2,3 1 2,5 0-3,0 0 1,0 0 1,0 0-2,0 0-6,0 0 6,5 0 1,7 0-1,5 0 4,-4 0-3,-4 0-1,-3 0 1,-2 0 0,-1 0 1,-3 0-1,2 0 7,-2 0-4,0 0 3,0 0-7,0 0 3,0 0-1,0 0 1,0 0-1,0 0-2,0 0-2,0 0 1,0 0-14,0 0-25,-12 0-73,-7 0-148,-5 0 64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5:31.55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579 729 55,'0'0'71,"0"0"3,0 0-26,0 0-26,0 0 3,0 0-5,0 0 27,18-18-13,-17 16-8,-1 1-5,2 1-5,-2 0-5,0 0-5,0 0-6,0 0-7,0 0-10,-9 4 1,-9 7 13,-3 2 2,0 0 2,-3 1-1,1 2 3,-4-1 1,-3 2-3,-4 3-2,-2 0-5,-3 2-18,3 0-46,6-2-59,12-6-82</inkml:trace>
  <inkml:trace contextRef="#ctx0" brushRef="#br0" timeOffset="359">273 908 131,'0'0'55,"0"0"-11,0 0-20,0 0-8,0 0-6,0 0 9,19-11-11,-19 11-8,0 0-15,0 1 15,0 8 0,3 2 0,1 0 7,-1-1 1,0 0 2,0-2-10,2-3 11,1-2-1,3-2 2,6-1 38,2 0-9,5 0-34,-2-8 4,0-2-11,-3 1 4,-5 2 2,-5 2-1,-4 2 0,0 1 4,-3 2-2,0 0-7,0 0-7,0 0-68,-1 0-65,-13 0-121</inkml:trace>
  <inkml:trace contextRef="#ctx0" brushRef="#br0" timeOffset="975">76 217 159,'0'0'99,"0"0"-76,0 0-15,0 0-5,0 0-6,0 0-3,5 21-3,-5-4 8,-6 3 1,-8 2 6,4 2-3,-2 2 9,2-2-10,2-3 4,2-3-3,1-3-3,1-6 0,0-3 0,2-3 2,2-2 2,0-1 3,0 0 88,2-11-15,12-10-74,2-5-5,3-2 0,2-3-1,-2-2 1,0 1 5,2-2-6,-1 2 0,2-1-1,2 4 1,-4 0-6,-3 4 4,0 2 2,-4 3 0,-1 5-1,1 2 1,-3 8-2,-3 1 1,2 4-1,0 0-5,-2 1 4,2 13-1,0 4-5,-4 6-9,-2 1-14,-3 4-37,0-1 0,-9-4-150</inkml:trace>
  <inkml:trace contextRef="#ctx0" brushRef="#br0" timeOffset="1476">30 361 201,'0'0'70,"0"0"-37,0 0-31,0 0-1,0 0 1,0 0 0,70 0 13,-55 0-3,1 0-4,1 0-8,1 0-1,1 0-26,2 0-132</inkml:trace>
  <inkml:trace contextRef="#ctx0" brushRef="#br0" timeOffset="1715">592 297 225,'0'0'16,"0"0"0,0 0-16,0 0-56,0 0 9,0 0 35,-25 13 12,12-7 25,2-1-8,2 2-6,-1 1-11,1 0 11,0 0-1,3 2-9,-1-1 2,4 2-3,1 0-3,2 2-2,0 3-95,18-2 61,7-3 20</inkml:trace>
  <inkml:trace contextRef="#ctx0" brushRef="#br0" timeOffset="2041">855 347 64,'0'0'29,"0"0"-29,0 0 0,0 0 6,0 0-5,0 0 0,-43 14-1,40-7 0,1 1 0,2 2 0,-1-1 10,1-1-2,0-1 9,0-1-6,0 0-2,0-3-2,7-1-6,4 1 3,5 0 10,2 0-2,4-2-12,-1-1-34,-3 0-114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4:18.360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59 17,'0'0'2,"0"0"39,0 0 62,0 0-6,0 0-6,0 0-1,0 0-17,0 0-18,0 0-18,0 0-16,0 0 12,0 0-3,0 0-3,0 0-7,0 0 18,0 0 0,0 0 2,0 0-9,0 0-4,0 0-11,0 0-12,0 0-4,0 0-4,4 0-1,14 0 5,7 3 0,10 6 4,1-1 9,0 1-12,-1 0 2,2 0-3,-1-1 4,2 0-4,2 1 2,6 0-2,6 1 5,5 0-2,4 1 2,8 2-5,-2-1 5,2 1-3,-4 1 0,-3-1 0,-9-1-1,-6 0-1,-7-4 1,-5 1-2,1-3 2,-1 0-1,2 1 2,5-1 1,-5-2-3,3 2 0,-4-1-5,-6 0 5,-5-1-1,-10-1 1,-9-3 5,-3 1-5,-3-1 0,0 0-5,0 0 10,0 0-3,0 0 9,0 0 0,0 0-6,0 0 0,0 0-5,0 0-19,0 0-72,0 3-71,0 0-88,-1-2-6</inkml:trace>
  <inkml:trace contextRef="#ctx0" brushRef="#br0" timeOffset="1521">1771 0 159,'0'0'78,"0"0"-78,0 0 0,0 0-2,0 0-25,0 0 27,1 0 0,-1 0 35,0 0-7,2 0 18,-2 0 16,1 0-15,-1 0-26,2 0-10,-2 0-6,1 0-5,2 0 0,0 0 6,0 2 25,0-1-13,3 2-12,-2 1 4,6 1-8,0 0 3,5 0 3,0 2-8,4-1 10,2 0-9,-4-1 5,0-2 9,-2 0 4,2 0-12,1 1-1,6 2-1,2 0-5,3 1 3,-1 0-2,-1 0 1,-4 0-1,-3-2-1,-2-1-1,-4-1 1,-1 1 4,0-1 2,5 1 5,0 2 3,4-2-8,1 2 0,-1 1-2,4-1 1,-1 1 7,-3 0 10,-2 0-9,-1 0-11,-1 0-2,0 0 0,3-1 3,0 1 1,-2 0-3,2 0 1,1-1-2,-1-1 3,0-1 4,1 1-1,-2 0 4,-2 1-3,0 0-3,3 1 3,-1-2-4,4 4 2,0-2 2,5 1 3,1 1 3,-1-1 0,1 1 0,-3-2-7,-3 0-6,-6-1 1,-3-2 4,-3-1-5,-1 0 1,2-1 1,3 0 0,0-1 0,4 2 2,-1-2-2,2 1-2,4-1 0,1 0 0,-4-1 1,2 0 4,-5 2-5,-4-2 3,-1 0-3,-4 0 0,-1 0 0,0 0 0,0 0 2,2 0-1,3 0 4,3 0-5,4 0 0,-1 0 0,-3 0 1,-1 0-1,-5 0 0,-4 0 0,-1 0 3,-4 0-3,-2 0 0,0 0 4,0 0 9,0 0 3,0 0 0,0 0-6,0 0-9,0 0-1,0 0 3,0 0-3,0 0-5,0 0-9,0 0-8,0 0-22,0 0-31,3 0 10,4 0-59,7 0-96</inkml:trace>
  <inkml:trace contextRef="#ctx0" brushRef="#br0" timeOffset="3411">4676 38 23,'0'0'45,"0"0"26,0 0 42,0 0-22,0 0-33,0 0 4,0 1-12,0-1-12,0 0-27,0 0-5,0 0-6,0 0 1,0 0-1,0 0 8,0 0 11,0 0-4,10 0 6,5 3-5,3-1-6,-2 2 3,5-1-13,0 2 1,3 0 1,0 0-2,-1 1 3,1 0-2,-3 1 2,2-2 0,-1 1-3,1-2 0,0 0 0,4-1 8,3 1-6,0 2-1,0-1 8,1 1-9,-1 3 7,-5-2-6,-5 0-1,-6 0-2,-3-3 2,1 1 0,1-1 4,4-1-1,2 0 1,5 1 2,1 0 0,1-1-2,-7 1 3,0-1-6,-3-1 6,-2 1-1,1 0-4,-1 0 0,-1 0-1,3-1-1,3 1 0,3 0 0,2 0 0,-2 0 1,-1 0 0,0 0-1,-2-2 6,-5 0-2,-4-1 2,-3 0 2,-1 0 7,1 0-13,0 0 2,6 0-3,1 2-1,4 1 0,-2-1 0,2 1 0,-3 0 1,0 0-1,-2-2 0,4 2 0,-2 0 0,1 0 4,2 1-3,0 0-1,3 1-1,-3-4 1,-1 3 0,-1-2 2,-2 0-1,0 0-1,1-1 0,-2-1 2,3 1-1,0-1 5,1 0-6,-2 2 3,5-2 0,-4 1-3,2 1 0,-3-2-1,-2 1 1,-2-1 0,0 0 0,-1 0 1,-3 0-1,1 0 1,2 0 4,-3 0-2,1 0 5,0 0-6,-3-1-2,-2 1 0,-1-2 2,-2 2-1,1 0 3,1-1-4,1 1 0,3-3 0,0 2 0,0-1 0,1 1 1,-2 0-1,-2-1 1,0 1-4,-2 1 5,-1-2-2,2 2 1,-1 0-1,4-1 0,-2 0 0,2-1 0,0 2 1,-4-1-1,3-1 1,-1 1-1,-2 0 1,1 1 0,-1 0-1,-1-2-4,0 2 1,0 0-4,0 0 3,0 0 4,0 0 6,0 0 1,0 0-6,0-1 0,0 1 2,0 0-1,0 0-2,0 0 4,0 0-4,0 0-4,0 0 1,0 0-22,0 0-58,0-2 10,-3 1 12,-5 1 13,2-1-13,1-2-30,2 0-38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4:04.740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106 77 88,'0'0'3,"0"0"107,0 0-41,0 0-19,-83-66 5,72 60 19,5 4-43,0 0 5,6 2 30,0 0-35,0 0 1,0 0 8,0 0-4,0 0-23,0 0 13,0 0-1,0 0-17,0 0 10,0 0-10,0 0-8,12 0-10,24 0 10,21 0 8,23 0 4,23 0 13,19 0-6,16 0-13,8 0 3,8 0 1,-2 10-10,-3 2 1,0 0-1,-5-4-2,3-2-1,-4-3 3,-14 1-1,-22 0-2,-25 0-4,-31 2 3,-23-3-15,-19-2-7,-9-1 20,0 0 6,0 0 2,-6 0 5,-10 0-7,-2-1-8,-3-3-17,2-1-14,1 1-25,-3-1 11,3-1-27,-3-2-114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4:05.310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14 527,'0'0'7,"0"0"38,0 0 22,0 0-16,0 0-51,0 0-2,1-22-15,19 32 17,14 7 1,12 3 10,12 4 0,11 0-2,7 1 14,3 1 0,-5 2-4,-12-2-3,-14 3-12,-14-2-4,-9-1-3,-8 0 0,-7-4-2,-10 2 4,0 0-5,-16 5 6,-21 7 1,-20 9 22,-9 7 6,-10-3-8,2-6-10,8-9-10,15-11 0,11-3 1,12-5-2,5-2-18,8-2-44,5-1-46,3-6-57,5-4-157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4:32.908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77 130 82,'0'0'48,"0"0"30,0 0-43,0 0-8,0 0-11,0 0-3,0 0-6,9-25 6,-9 20-13,0 3 0,0-1 0,0 0 1,3-1-1,0-2 10,0 1 26,0 1-14,0-1-14,0 3-8,-2 0 2,-1 1 3,0-1 1,0 1-2,0-2-2,2-1 18,-1-2-8,2 0 34,-1 1-8,-1-1-22,1 0-2,-1 1 1,-1 0 4,2 1-5,-1 0 0,-1 1 2,0 0 3,0 1 1,0 0 5,0 2 3,0 0-15,0 0-13,0 0-4,0 0-6,0 11 2,0 5 1,0 7 7,0 2 11,0 6 1,0 4-5,0 6 0,-4 6 3,-4 6 1,-3 7-1,-3-1-7,-1-3 8,3-2 6,3-8-1,0-1-11,6-4 0,0 1 9,3-3-8,-1-1-2,-1-3 7,2-2-6,-3 0-4,0-4 6,-1-4-2,-2-3-4,0-5 1,2-8-1,2-2 1,1-4 0,1-1-1,0-2 16,0 0-1,0 0-11,0 0-5,0 0-3,0-3-42,0-7-23,0-2-20,1-6-53,4-4-359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4:34.14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226 0 189,'0'0'84,"0"0"-29,0 0 13,0 0-10,0 0-37,0 0-1,2-4-13,-1 4-7,-1 10 0,0 10 4,0 4 35,0 7-16,0 4 10,0 6-23,-7 5 13,-5 5 2,-4 2-12,0 0-3,-1 4 11,0-1-8,-2 0 5,1-2-7,3-2-2,0-2-1,3-2 3,2-2-5,-1-3-5,2-4 3,2-4-1,1-3-3,0-9 0,2-3 0,-1-7 5,2-3-4,0-5-1,3 0 0,0-3-16,0 0-9,0-2-12,0 1 6,0-1 6,0 0-3,3 0-117,12-8-328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4:35.084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291 23 237,'0'0'49,"0"0"18,0 0-1,0 0-19,0 0 7,0 0-13,9-23-37,-9 23-4,0 16 0,-4 8 10,-5 4 0,-2 4 29,1 7-4,-2 6-10,-6 9 18,0 5 2,2 3-9,-4-1-10,4-2-4,-3 1 1,-1 0-20,4-2 3,1-6-6,3-7 3,1-9-3,-2-5 0,1-2-3,0-4 6,2-2-4,1-6 2,3-2 5,1-5-5,2-3-2,2-1-5,1-2-28,0-2-44,0-2-31,0 0-25,18-21-360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4:35.68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224 37 275,'0'0'179,"0"0"-168,0 0 56,0 0-61,0 0 15,0 0-4,5-37-5,-5 37-11,0 1-1,0 20-3,0 12 3,-10 9 15,-2 6-1,-4 6 9,-1 2-4,-1 5 2,1 4 5,1 4-12,1 2 2,0-3 0,2-10-9,-2-7-4,0-10-1,1-4-2,0-8 0,3-3-4,2-2-31,8-3-51,1-7-104,11-8-256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4:36.260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226 11 67,'0'0'126,"0"0"-13,0 0-44,0 0-14,0 0-33,0 0-20,13-11-2,-13 11 0,0 14 22,-4 7 36,-5 5-9,-6 6-8,0 12 5,-3 9-5,-1 7-6,1 3-9,0-2 2,3-6-11,0-6-5,0-3-8,2-7-4,-2-5 2,0-3-2,3-4-9,2-6-5,1-1-19,4-5-25,4-2-29,1-5-71,9-6-81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4:36.794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230 25 273,'0'0'95,"0"0"-7,0 0-13,0 0-2,0 0-42,0 0-3,36-25-18,-36 25-10,0 4-3,0 20-18,-15 12 21,-5 9 11,-5 11 11,-6 8 2,-1 2-9,1-1 3,4-7-16,5-7 4,5-9-3,4-8-1,4-9-1,2-6-1,0-7-4,2-6-30,0-3-47,5-3-147,0-2-104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4:37.258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340 0 192,'0'0'26,"0"0"-16,0 0 54,0 0 12,0 0-18,0 0 2,0 47 8,0-30-18,0 2-32,-6 6-5,-5 8 10,-4 6 7,-6 8-8,-4 1-1,-2 4 6,3-3-16,0-1-1,3-3-8,6-8 2,0-10-3,0-6-1,-6-7-37,-8-5-22,-6-9-106,-1 0-285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4:38.698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1223 422 38,'0'0'42,"0"0"34,0 0-2,0 0-10,0 0-41,0 0 4,13-62 6,-10 57-14,-3 3-12,0-1 3,0 0-4,0-1 10,2-2-15,-1 0 0,1-2-1,1-2 8,-2 0-8,1-3 0,-2-1 3,0 0-3,0-1 0,-2-2 10,-5-1-9,-4 3-1,-1 0 10,-2-1-10,-2 1 1,-3-1-1,0 3-2,-5 1 2,-5-2-2,-3 0 2,-3-2 0,5 3 0,4 0 0,3 5 0,1-1 0,2 4 0,0-1 0,-3 2 0,1 1 1,-7 2-2,0 1 1,-4 0 0,-2 0-3,4 0 3,1 1 0,3 4 7,5 0-7,3-1-3,1 0 2,-1 3 2,0 0 2,-3 2 3,-2 0-3,2-1 3,-1 2 0,3 0 3,-1 0-4,1 0 1,-1-2-6,1-1 2,0 0 0,-1 0-1,-1 2 3,-1-2 10,-2 1-6,0 2-6,1 0 3,-1-1 6,4 0-6,-2 2-5,4-2 1,2 1 1,3 1 0,3-1 0,2 3-2,-1 1 4,2 0-3,2 3 3,0 1 2,3 2 6,-2 3-9,3 3 5,2 3-2,0 3 13,0 3-15,0 1 15,0-1-10,6 0-5,-2-4-4,1 2 13,1-3-2,0-1-10,1 0 0,5 1 6,6 1-5,11 3 7,9 3 9,7-1-2,-2 3-12,2-4 0,-8-3 2,-4-3 0,-4-5-2,-1-3-4,-1-1 4,2-5-4,6 1 4,4-2 3,4 0-6,-1-2 1,0 0 2,-4-2-4,-4-3 1,-5-1 0,-1-4 0,-1 0 3,0-2 0,3 0-2,1 0-1,4 0 1,6 0-2,1 0 1,1 0 3,-4-2-4,-5-6 0,-5-4 0,-4-3 5,-4-2 4,1-4-9,-1-3-2,-1-2 2,1 0 3,1-1-3,2 1 3,-3 1 3,3 1 8,1 2 9,0 0-1,-1 2-13,2 1-5,-4-1-5,-1 0 6,-3 0-4,-1-1-1,-4 2 1,-2-1-2,-2-2 1,0 3-1,2 1 2,-1-1 0,1-1 0,2-1 1,-4-4 1,0-3-6,-1-2 1,0-1-4,-3 1 4,-1 0 4,-2 3-4,-2-2 1,0 1 1,0 0 0,0 0 0,-2-1 0,-7 1 1,-1 2-1,0-2 0,-3 6 2,0 0-2,0-1 4,-2 4-4,3 1 3,-4 4-2,0 1-1,-10 2-12,-16-2-33,-16-2-59,-11-1-18,2-1-93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4:42.418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24 0 0,'0'0'5,"0"0"-5,0 0 1,0 0-1,0 0 0,0 0 0,0 0 0,-24 0 3,24 0 30,0 0 50,0 0 6,0 0-34,0 0-29,0 0-6,0 0-8,0 0-7,0 0 1,0 0 1,0 0 8,0 0 2,0 0-5,0 0-4,0 0 3,0 0 4,0 0 8,0 0-1,0 0-7,0 0-7,0 0-1,0 0-5,0 0-2,0 0 12,0 0-12,0 0 26,0 0-2,0 0 7,0 0 4,0 0-5,0 0-13,0 0-6,0 0-4,0 0-7,0 0-3,0 0-1,0 0 2,5 0-5,11 3 7,3 3 19,6 1-16,-4-3 8,2 2-7,-3-2-4,-2 0 1,2 2-1,-4-2 0,4 3 4,2-2-4,2 2 3,1 2-1,5-2 0,-2 1-1,1 1 3,-4-3-1,-4 1-3,-3-1 0,-3-1 4,-2-1-4,0-1-1,3 1 1,1-1 0,1 1 2,3 0-2,1 1 0,1 0 1,-2 1-1,0 0 0,-3-1 0,-1 1 0,3 0 0,-2-2 0,1 0 1,-1 0-1,3-1 1,4 0-1,-1 0 2,-1 1-2,1 1 0,-4-1 2,-3-2-2,-1 3 1,-4-1 0,0-1-1,-3-2 0,-1 0 0,-1 1 0,3-1 1,-1-1 2,4 2-2,1-1-1,-2 2 0,1-2 0,-3 0 0,-3 1 1,-1-1-1,-3 1 0,-2-1 0,1 1 0,-1-2 1,4 0 2,-1 1-1,2-1-4,-1 0 4,2 0-2,-5 0 0,-2 0-2,0 0-1,0 0 0,0 0 0,0 0-4,-3 0 7,-11 0-6,-2-3 1,-5-1 5,-4-3-2,-4 0-6,-3 0-2,-4-3 7,-2 0 2,-2-1 0,1 1-4,5 1 4,-2 2 2,3 2-1,3-1 0,-1 2-4,6 0 4,1 1 0,6-1 0,3 2 0,3 0 0,4 0-1,3 1-2,0 1 6,5 0 1,0 0-3,0 0 0,0 0 3,0 0-3,0 0-1,5 0-4,13 0-3,8 0 7,7 3 1,5 3 1,1 0 3,4 0-5,-1 1 3,-5-2-2,-1 0 0,-6-1-1,-1 0 3,-2-1-3,-1 1 0,-1 2 0,-1-2 3,-3 2-3,-2 0-1,-7-2 1,-3 0 0,-5-1-2,-2-2 0,-1-1 1,1 0 0,-2 2 1,0-2-4,0 0 4,0 0 3,0 0-3,0 0-10,0 0 8,0 0 2,-6 0-1,-4 0-1,1 0 2,-1 0 1,4 0 3,3 0-4,1 0 0,0 0 4,2 0-4,-1 0-4,-2 0-15,-5 0-38,-2 0-4,-4 0-62,2 0-65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4:53.62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20 53 29,'0'0'80,"0"0"-64,0 0 7,0 0-15,0 0-7,0 0 3,0 0 21,0-20-4,0 17 10,0-1 10,0 0-1,0 1-7,0 0 0,0 0-11,0 0-6,0 0-15,0 2 18,0-2-6,0 2-1,0-1-4,0 1 3,0 1-2,0 0-3,0 0-6,0 0 0,0 0 0,0 0-2,0 0 0,0 0 2,0 0-2,0 0-3,0 0 1,0 0-4,0 8 5,0 5 3,-3 3 0,-1-1-2,1 1 2,0-2 0,0-3 0,2-4 0,-1-4 0,1-2 0,1-1 0,0 0 0,0 0 4,0 0-4,0 0 1,0 0 6,0 0-7,0 0 2,0 0 2,0 0 2,0 0-4,0 0 0,0 0 8,0 0 2,0 0-1,0 0 1,0 0-1,0 0 0,0 0-8,0 0 11,0 0-10,1 0-4,11 0-2,4 0 2,2 0-1,2 0 1,-4 0 0,-1 0 0,-2 0 0,-4 0 0,4 0 0,-2 0 1,3 2-1,5-2 0,2 1 0,5 1 0,0 1-1,3-1 1,-1 3 0,0-1 0,-4 0 0,-6 0 2,-6 1-2,-3-1 0,-3-1 0,5-1-2,3 0 2,1 0 1,5 0-1,3 2 0,4-1-3,0 1 3,-1-1 1,1 0 2,-4-3-3,-5 0 0,-3 1 0,-4-1 0,-1 0 0,-1 2 0,7-2 0,4 2 0,4 0 0,2-1-2,4 1 5,-1-1-3,-1-1 0,-7 2 0,-2-2 0,-5 0 0,1 0 0,-3 0 0,5 0 0,3 0-1,2 1 0,5-1 2,0 1 0,4 1-1,-4-2 0,-3 1 0,-6 1 0,-2-2 0,-5 0 2,-2 0-2,1 0 0,-1 0 0,2 0 0,3 0 0,7 0 0,0 0 0,6 0 1,-2 0-1,-4 0 0,-9 0-1,-4 0 1,-4 0 0,-2 0 0,2 0 0,1 0 0,1 0 0,4 0 0,8 0 0,2 0 0,5 0 0,0 1 4,-1 2-8,-3 1 4,-3-1 0,-2 0 0,-4 0 0,-3-2 1,0-1-1,-3 0 0,0 2 2,8-1-1,-1 0 4,3 1-3,2-1 3,0 4-5,-3-1 2,0-2-1,-3 3-1,-5-4 0,1 2 0,-4-2 3,2 2-3,-3 0-3,2-2 3,4 2 3,1-2-3,2 1 0,2-1 1,0 0-1,4 2 0,2-1 0,-1-1 0,-1 1 0,3-1-1,-2 0 1,-1 1 0,1-2 0,1 0 0,1 0 1,3 0 4,-2 0-7,-1 0 2,0 0 0,-5 0 0,1 0 2,-3 0-2,0 0 1,-2 0-1,4 0 0,2-3-3,3 0 6,6 0-2,1 0-1,-2 2 0,-7-2-1,-7 2 2,-8 0-2,-2-1 2,-2 1-1,0-1 0,3 1 1,3 0-2,6 1 2,1 0-3,2 0 2,-4 0 0,-2 0-3,-1 0 1,0 0 2,-2 0 5,3 2-5,0 0 0,1-1 1,2-1-1,0 2 0,-1-2 1,-2 0-1,-1 0 0,1 1 0,-1-1 0,0 1 0,-3 1 0,-2-2 0,-1 0 0,-1 0 1,-1 0-1,2 0 0,1 0 4,3 0-1,-2 0-3,2 0-6,-3 0 6,-3 0 6,0 0-6,0 0 0,0 0 1,0 0 1,0 0 1,3 0 6,0 0 7,-1 0 2,-1 0-18,1 0 9,-2-2-4,3 1-3,-3 0 3,1-1-4,1 2 0,-2-3-1,0 2 1,0-3 6,1 0-6,-1-1 2,2 0-3,1 1 2,-3-2-4,1 0 5,2 2-6,-3-3 9,4 1-12,-4-2 13,0 1-7,0-1 0,0 0-7,0 0 7,2-2 6,-1 0-6,1 2 0,-1-2 2,2 1-1,-1 2-2,-1 1 3,1 3-5,-2 1 6,0-1-6,3 1 6,-1-2-1,-2 1-2,1 2 0,1 0 0,-2-1-2,1 1 4,-1-1-4,2 0 0,-1 0 2,-1 1 0,0 1 4,0-2-4,0 2-1,0 0 1,0 0 0,0 0 0,0 0-4,0 0 4,0 0 0,0 0 0,0 0 0,0 0 0,0 0-8,0 0 5,0 0 2,0 0-3,0 0 1,0 0 2,0 0 0,0 0-1,0 0 2,0 0-3,0 0 3,0 0 0,0 0 4,0 0-4,0 0-6,0 0 5,0 0 0,0 0 1,0 0-5,0 0-1,0 0 4,0 3 2,0 3-1,0-1 1,0 1-1,0-2 1,0-1-2,0 0 2,-1 1 0,1 0 0,-3 1-1,1-1 2,1 2-1,-1 1 0,-1 1-1,0 1 1,-2 1 3,-2-1-3,-2 1-6,3-1 6,0-2 0,2-2 0,-4 3 0,5-4 7,0 0-7,3-3-5,-1 1 5,1-1 1,-2-1-1,1 0 0,1 2 0,-2-1 0,1 2 0,-2-2-1,3 2 1,-2-3 0,1 0 0,1 0 0,0 0 5,0 2-5,0-2-1,0 0-2,0 0 3,0 0 4,0 0-4,0 0 1,0 0-1,0 0 3,-2 0 1,2 0-3,0 0 0,0 0-1,0 0 0,0 0 0,0 0 2,0 0 3,0 0 4,0 0-7,0 0 1,0 0-5,0 0 5,0 0-4,0 0 1,-1 0-8,-5 0-23,-9 4-90,-4 6 84,-1-1-38,4-3-126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4:58.33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74 4,'0'0'51,"0"0"-47,0 0-1,0 0-3,81-52 16,-58 41-14,-3 4-2,-11 3-12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6:05.23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531 50 143,'0'0'43,"0"0"7,0 0-13,0 0 2,0 0-8,0 0-12,0 0 6,0 0 12,48-33-1,-48 31 4,0 2 1,0-1-10,0 0-4,0 1-13,-1 0-12,-11 0 0,-12 0 2,-4 0-4,-5 6 0,-3 6 0,0-1 6,-3 1-6,-2 3 1,-1-1-2,-3 2 3,3-1-2,3 0 6,6-1-5,2 1 0,3 0-1,1-1-1,6 0-13,6 0-52,9-5-57,6-7-138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6:05.68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341 36 269,'0'0'36,"0"0"4,0 0 12,0 0-8,0 0 8,0 0-9,0-35 8,0 34-20,0 1-14,0 0-16,0 0-1,-1 0 0,-5 3-12,-6 11 9,-8 6 3,-3 2 8,-4-1 2,-2 2 1,2 0 1,0-4-7,2 1-2,0-2-3,3 1 1,3-4 1,2-3-2,3-1 1,1-4 4,2 3-5,2-3 5,3-2-3,2 0-2,1-4 3,2 1-6,1-2 2,0 1-3,0-1 4,0 0-2,0 1-2,0 2 4,0 2-2,0 2 4,0 3-3,11 1 5,4 1 0,9 1 1,4 0-5,7-2 6,5 0-3,5-2 1,1-2-1,2 0 0,-5-1-2,-1-1-1,-11-1 0,-5-2 1,-9-1-1,-12-1 1,0 0-2,-5 0 2,0 0-4,0 0 5,0 0-2,0 0 7,0 0-3,0 0 0,0 0-3,0 0 1,0 0-2,0 0-3,0 1-4,-8 2 1,0 1-4,-3-1-17,-1 2-15,1-4-51,1-1-37,7 0-84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6:49.61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15 29 485,'0'0'15,"0"0"3,0 0-5,0 0-2,0 0-11,0 0 28,0 0-22,-12-17 5,12 17 12,0-2 10,0 2-2,0 0 12,0 0-12,0 0-17,0 0-13,0 0-1,-3 0 0,3 0 6,0 0-12,0 0 6,0-1-16,0 1-20,0-2-32,4 0-89,14-3-142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6:42.137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0 178 184,'0'0'26,"14"-86"-26,-13 55 6,1 2-6,-1-3-50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6:43.968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4 214 63,'0'0'105,"0"0"-54,0 0-47,0 0 2,0 0-6,0 0 0,-4-20-1,4 20 1,0-1 46,0 1 39,0-2-12,0 1-12,0 1-6,0-1-11,0 1-29,0 0-8,0 0-3,0 0-4,0 0 5,0 0-5,0 0 0,3-2 11,10 1-7,11-2 11,11 0 5,11 2-6,12-1-6,10 2-2,16 0-6,10 0 1,9 0-1,10 0 0,-2 0 6,-1 0-6,-5 3 0,-11 0 0,-12 3 0,-17-4 1,-16 1 0,-17 0 3,-14-3-4,-9 1 0,-9-1-6,0 0 4,0 0 0,0 0-8,0 0 6,0 0-9,0 0-4,-6 3-14,1 1-16,1 2-26,-5 3-53,0-5-14</inkml:trace>
  <inkml:trace contextRef="#ctx0" brushRef="#br0" timeOffset="591">1134 0 334,'0'0'68,"0"0"-29,0 0 8,0 0-27,0 0-16,0 0-4,0-4-3,0 4 3,0 0-6,3 6 6,15 4 6,9 4 29,7 0-9,7 1 4,-3-1-24,-1 1 3,-5-1-1,-7-1-7,-6-2 2,-7-2-3,-6-2 0,-3-2-3,-3 3 1,0 2-6,0 1 8,-9 6 1,-7 2 0,-4 4 7,-5 3-7,-2-1 3,-1 1 2,-3 3-4,1 3-1,-3 5-2,3 5-23,5-1-114,5-3-99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6:52.91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16 18 180,'0'0'21,"0"0"29,0 0-39,0 0 0,0 0-3,0 0 16,-9-18-14,6 18 2,2 0-5,-1 0 1,2 0-1,0 0 9,-1 0 32,1 0 9,0 0 19,0 0-19,0 0-22,0 0-13,0 0 0,0 0-11,0 0-9,0 0-2,3 0-7,10 0 7,9 0 33,10 3-10,7 0 5,11-1-11,14-1 6,14 0-13,13 5 10,9 3-1,5-1-2,6 6-4,5 1-3,-3 2-3,-9-1 7,-19-2-6,-17-4 12,-13-1-17,-6-2-3,-2-3 0,-6 0 0,-9-1 10,-8-2-7,-12 1 2,-4-1 9,-3 0-10,0 1-2,-2-2 2,-3 1 2,0-1-5,0 2 0,2-2-1,-2 1 0,1 0 1,-1 1-1,0-2 0,0 1-2,0-1 2,0 0 2,0 0 0,0 0 0,0 0-2,0 0 0,0 0-3,0 0 3,0 0 0,0 0 1,0 0-10,0 0 15,0 0-6,0 2 0,0-2 3,0 0-2,0 0-1,0 0 0,0 0 0,0 0 0,0 0 0,0 0 0,0 0-2,0 0 2,0 0-1,0 0 5,0 0-5,0 0 1,0 0 0,0 0 2,0 0 1,0 0-2,0 0-1,0 0-5,0 0 1,0 0 3,0 0-12,0 0-14,0 0-18,-1 1 11,-4 2 7,-2 3 13,-2 1-31,-13 1-31,-10 1-35,-4-9-47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6:52.248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30 16,'0'0'269,"0"0"-247,0 0-22,153-29-19,-34 29-2,12 0-29,-10 0-6,-24-1-100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6:55.428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0 34,'0'0'177,"0"0"-81,0 0-39,0 0-6,0 0-10,0 0 1,0 0 0,0 0-20,0 0-14,0 2-6,0-2-1,0 0-1,0 0 9,0 0-5,0 0 17,0 0 17,0 0-18,0 0-4,0 0-5,0 0-8,0 0 4,0 1-7,0 0 4,0 2-8,0 0 8,0-1 0,1 0 0,1 0 7,1-1 8,1 1 0,2 1-9,4-1 2,1 3-2,3-1 1,3 0-11,4 1 3,3 0-1,0 1 5,-2-2-3,-2 0 2,-5-1-1,-2 0 0,-2-2 2,-1 0-6,2-1-1,1 0 2,5 0 3,2 0 3,4 0-7,-1 0 14,1 0-9,-3 0-3,-1 0 1,-5 0-1,1 0-3,-4 0-1,1 0 1,1 0 1,0 2-1,2-1 0,1-1 1,2 2-1,6-2 0,5 1 5,6-1 6,1 3-11,0-2 2,-4 2-2,-4 1 1,-3 0 1,-5-2-2,0-1 2,-5-1-1,5 0 2,4 0 7,2 0-1,3 2 2,0-1-9,1 2 1,1 1-3,-3 1 1,-2 0-5,-7 0 4,-2-3-1,-6 0 1,-2-1 2,-1 1 5,5-1 0,3 2-2,5 0-3,3 3 3,2-1-3,1 1-1,2 1-1,-5 0 0,-1-1-1,-3 0 1,-2 1 10,2-1-10,-1 0 2,2-1-1,2 3 6,-2-3-7,-3 1 1,1-2 0,-7-1 3,0 0 0,-2 0 0,-2-2 1,0 2-4,-5-2 2,-2 1 0,-1-1-1,1-1-3,-1 0 1,1 0 0,-1 0 0,-1 0 5,2 0-4,-2 0 1,0 0 0,0 1 2,0-1 0,0 2 0,0-2 0,0 0-2,0 0-2,0 0-2,0 0 2,0 0 1,0 0-1,0 0 0,0 0 0,0 0 0,0 0-1,0 0 1,0 0 4,0 0-3,0 0 0,0 0 3,0 0-4,0 0 0,0 0 0,0 0 0,0 0 0,0 0 0,0 0 2,0 0-2,0 0-5,0 0-3,0 0 8,0 0-22,0 0 2,0 0-8,0 0-14,0 0-18,0 2-33,-2 5-1,1 5 33,-1-4-101,-4-5-98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6:54.557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0 275,'0'0'0,"0"0"-245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9:46.61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521 785 10,'0'0'770,"0"0"-767,0 0 17,0 0 45,0 0-14,0 0 4,0 0-5,-3-46-7,3 45-5,0-2-4,9-6-19,9-2-5,12-6-5,13-4-4,19-5 0,12 0 1,17-5 0,12 0-2,3 0 2,0 3-1,-6 1-1,-14 4 7,-12 5-5,-13 2-2,-12 4 1,-12 2-1,-10 4 0,-13 2 4,-8 2-1,-5 2-3,1 0-4,-2 0-16,0 0-1,0 0-12,0 0 3,0 0-15,0 0-28,-15 0-18,-17 0 8,-8 0-99,-5 0-158</inkml:trace>
  <inkml:trace contextRef="#ctx0" brushRef="#br0" timeOffset="540">667 213 601,'0'0'12,"0"0"-11,0 0 5,0 0 36,0 0-41,0 0 6,-55 106 32,19-60 9,-8 5-8,-6 1-4,-3-2-17,-7-3 13,1-1-8,-1-3-15,2 1 7,8-4-1,6-3-12,8-5 6,8-4-8,8-7 2,10-2 5,8-5-8,2 0-4,12 0-2,24 0 6,10 2 13,12-3-3,7-1 1,0 2 0,-4-1 0,-2-2-11,-6 0 0,-3-1 1,-6 0 4,-3-1-8,-7-2 6,-6-3-3,-7-1 1,-9-1-1,-7 0-1,-2-2-6,1 1-24,0-1-45,4 0-20,6 0 12,5 0-19,9-5-197</inkml:trace>
  <inkml:trace contextRef="#ctx0" brushRef="#br0" timeOffset="1282">2177 14 513,'0'0'68,"0"0"9,0 0 29,0 0-31,0 0-15,0 0-8,9 0 3,18-2-35,14 1-9,14 0-4,13 1 2,10 0 4,1 0 3,5 0-12,-8 0 7,-6 0-9,-15 0 1,-13 0-3,-16-5 0,-12 3-12,-8-1-34,-6 3-57,-4 0-113,-26 0-56,-11 1 39</inkml:trace>
  <inkml:trace contextRef="#ctx0" brushRef="#br0" timeOffset="1544">2527 73 14,'0'0'208,"0"0"-162,0 0 81,0 0-2,0 0-1,0 0-30,-3 84-5,3-56-4,1 2-23,-1 5-30,0 0-17,0-1-7,-15 2 0,-1-1-7,-3 1 0,2-5-1,2-2-6,5-3-25,5-3-43,5-7-74,5-7-53,21-9-249</inkml:trace>
  <inkml:trace contextRef="#ctx0" brushRef="#br0" timeOffset="1852">3284 245 622,'0'0'53,"0"0"-39,0 0 8,-23 91 53,2-41-28,-1 3-11,0-1-11,0-7 8,0-8-21,4-10-8,1-9 11,4-7-13,3-7 7,4-2-3,4-2 4,2 0-5,0-7 25,0-18 14,0-10-36,0-8-5,9-4-3,1-2 3,1-1-2,4 1 0,1 2-2,3 2 0,4 1-3,3 7 2,0 4 0,4 7-2,1 10 2,1 9-1,1 4-3,0 3 6,2 3-9,2 15 9,1 8 0,-4 7 0,-3 7-1,-2 1 0,-9 2 0,-7 0 0,-10-2-4,-3-1 0,-9 0 5,-18-3 0,-5-2 5,-5-1-3,-4-6 4,-1-2-5,-2-5 3,0-5-4,-1-4 0,-1-7 6,2-3-2,3-2 0,11 0 0,9 0 1,11-2-2,7-6 0,3-5-3,0-3-23,0-1-37,13-2-83,3 3-39,8 1-201</inkml:trace>
  <inkml:trace contextRef="#ctx0" brushRef="#br0" timeOffset="2490">4074 358 402,'0'0'213,"0"0"-155,0 0-25,0 0-32,0 0 15,-72 74 33,42-39-3,2 0-2,3-1 12,2-6-23,7-5-18,3-5 4,3-5 5,3-3-19,4-5 2,1-2-4,2-3 1,0 0-1,0-1 25,11-20 3,11-9-31,5-8 7,3-2-3,0 3-2,-2 7 1,-4 7-3,-5 7-1,-3 6-2,-6 5-3,-4 2 5,-3 3-5,1 0 3,4 7-10,2 9 6,-1 2 7,0 1-1,3-4-8,-3-3 9,0-2 0,1-5-4,2-5 4,6 0 7,5 0-2,7-16 2,2-1-3,-2-1-4,-3 3 0,-6 2 4,-6 4 1,-3 2-2,-6 4 6,-3 3 4,-2 0-1,-1 0-8,0 0-4,0 0-16,0 14 3,0 9 4,-6 5 8,-3 5 1,-4-2-1,-1-2 1,-2 0-2,1-5-13,0-4-35,3-4-29,1-3-74,6-9-29,5-4-189</inkml:trace>
  <inkml:trace contextRef="#ctx0" brushRef="#br0" timeOffset="3150">4930 289 566,'0'0'101,"0"0"-12,0 0-25,0 0-56,0 0-2,0 0 11,-3 75 9,-10-37-4,-1 3-8,-1 1 11,-3-1-5,2-4-5,1-6 1,3-4-13,-1-6-3,4-4 2,3-6-1,3-5 5,0-3-5,3-3 3,0 0 16,0-12 18,13-16-1,8-13-25,9-13-12,7-6 0,4-6-4,5 1-2,-1 6-13,-3 8 3,-3 8-6,-4 10 21,-5 5-3,-2 8 3,2 6-6,-6 6 2,-2 3 3,-4 3 2,-7 2 0,-5 0-1,0 0 1,-2 7-7,-3 13 1,-1 8 2,0 5 3,0 4 1,-1 2 10,-8-3 4,-1 3 2,-1 0 1,-4 2-11,3 1 3,-2 1 0,-2-2-1,3-5-7,1-2 2,0-4-2,2-4-1,1-3-2,0-3-2,2-5-8,2-5-12,2-4-21,3-6-21,0 0-87,0-3 44,0-14-222</inkml:trace>
  <inkml:trace contextRef="#ctx0" brushRef="#br0" timeOffset="3840">4811 398 645,'0'0'78,"0"0"61,0 0-50,0 0-58,0 0-7,0 0-10,95 8-9,-38 6 21,3 1-20,-4-3 1,-6-2 2,-10-3 0,-12-4-2,-11-3 5,-6 0 7,-6 0-10,-4 0 12,-1 0 3,0 0-16,0 0-4,0 0 2,0 0-6,0 0-4,0 0-14,0 0-21,-3 0-36,-11 5-41,-5 2-55,5 0-168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7:00.17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0 236,'0'0'126,"0"0"-87,0 0 7,0 0-14,0 0-16,0 0-9,0 0 4,3 0 0,0 0-7,-2 0 2,-1 0 8,0 0 34,0 0 5,0 0-15,2 0-13,4 0-11,3 0-10,7 2 4,2 7 2,4-1 6,2 2 1,6 2-2,6-1-3,6-1 1,4 1-1,-3-1-6,3-2 14,-2 1-6,-1-1-4,3 2 7,1 1-6,6 1-4,2-1 4,2 2-1,0-2 2,-3 1-6,-1-2-5,2-1 14,-3 0-9,0-2-2,3 0 14,3 0-10,4 3-3,3-1 3,-1 3-5,-3-3 0,-4 0-1,-4-1-2,0-2 5,-4 0 2,0-3-3,-3 0 0,0-1 8,2 1-12,4 2 4,5-1 0,1 0-4,-1 0 1,0-1-1,-7 0 5,-3-3-3,-4 0 6,-1 0 1,1 0-7,2 0 0,5-2 3,1 1-2,3 1-1,-7 0-2,-5 0 0,-9 0 3,-6-3 4,-5 0-7,-3-2 8,-3-1-2,-6 2 0,-4 0 0,1 1 7,-3 1-9,-3 2-4,1-1 7,-2-1-4,0 1-2,0 0 3,0-1 3,0 2-2,0 0 4,0 0-4,0 0-1,0 0-3,0 0-1,0 0 1,0 0 0,0 0-1,0-1 0,0 1 2,0 0-2,0 0-2,0 0-2,0 0 1,0 0-8,0 0-8,0 0-24,0 0-20,0 0 8,-2 0-26,-10 0-45,-4 0 48,-10 0 10,-8-6-23,-5-10-69,-4-5-150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7:06.52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235 80 109,'0'0'4,"0"0"-4,0 0 0,0 0-26,0 0 2,0 0 24,-5-2 53,4-1 49,-2 0-46,1 2 22,1-2-8,1 1 19,0 2-34,0 0 3,0 0-20,0 0-20,0 0-5,0 0 18,0 0-8,0 0-6,0 0 14,0 0 8,3 0 8,16 0-6,11 0-15,13 0-14,12 7-10,9 3-1,7 3 10,3-1-6,-4 1-5,-4-1-2,-6-2 2,-4-3 4,-9-2 0,-7 0-3,-11-4-1,-13-1 16,-9 0-15,-4 0 9,-3 0-2,0 0-1,0 0-7,0 0-2,0 0-18,-16 0-8,-17 0-12,-16-1 17,-11-6 13,-6-2-13,-4-1-2,-3-3 19,-6-1 5,-5 0 1,4-1 3,2 1-3,10-1 1,6 3 2,9-1-1,9 3 4,11 1-2,14 5 19,12 3-4,5 1-1,2 0 9,0 0-12,8 0-15,25 0 0,16 7 3,15 4 3,8 3 1,3 5-7,2-1 7,3-1-11,-1-2 16,-1-1-11,-8-1-1,-10-4 0,-18-3 0,-14-5 4,-13-1-4,-11 0 9,-4 0 2,0 0 7,-4 0-18,-28-11-17,-12-4 16,-13 1-1,-2 3 2,6 1-1,4 2 7,8 1-4,9 1 1,12 3-1,13 3-1,7 0-1,0 0-3,0 0-5,1 0-3,17 0 5,6 6 6,8 1 6,5 0 11,-2-1-9,-2-2-4,-6-2 7,-9 0-1,-6-2-1,-8 0 0,-2 0 2,-2 0-4,0 0 3,0 0-7,0 0-1,0 0-4,0 0 2,0 0-13,0 0-37,0 1-49,-2-1-97,-1 0-93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0:30.434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869 22 323,'0'0'33,"0"0"37,0 0 20,0 0-2,0 0-46,0 0-14,0-22-9,0 22-6,0 0-10,0 0-3,-5 0-2,-11 0 2,-12 8 1,-11 8 20,-11 2 11,-7 2-2,-2 3-11,-5-4-5,1 2 15,-1 1-11,3 0-9,-1 1-6,3-1-3,5 1 6,8-3-5,10-1-1,8-2-6,5-1 4,3-3 2,2-2-5,6-2-41,7-2-30,5 0-30,15-3-88,30-4-11</inkml:trace>
  <inkml:trace contextRef="#ctx0" brushRef="#br0" timeOffset="421">1135 353 449,'0'0'42,"0"0"-38,0 0 30,0 0 23,0 0-47,0 0 52,-108 10 9,56 2-36,-2 5 1,-1 4 3,-1 2-18,1 1-6,3 1 1,0 1-11,3 1-1,2-1-3,3 1 6,2-1-7,6-1 0,8-1-20,10-4-59,12-3-16,6-3 17,4-3-38,26-7 6,15-4-268</inkml:trace>
  <inkml:trace contextRef="#ctx0" brushRef="#br0" timeOffset="737">1410 663 332,'0'0'117,"0"0"4,0 0-53,0 0-55,0 0-13,0 0-6,-42 21 6,-4 2 52,-14-1-17,-11 2 13,-7-1-20,-2-2-12,2 0-1,5 2-14,7-2 3,14 2-2,9-5 4,12 0-6,12-1-24,6-4-27,9 0-24,4-2-16,3-3-41,27-5-20</inkml:trace>
  <inkml:trace contextRef="#ctx0" brushRef="#br0" timeOffset="1051">1776 938 387,'0'0'155,"0"0"-139,0 0-14,0 0-2,0 0 0,0 0 56,-96 44-34,50-24 9,-6 1 4,-3-1-24,2-2-8,4-3-2,7 1 1,4 1-2,6-1-4,10 1-49,12-6-143,10-6-200</inkml:trace>
  <inkml:trace contextRef="#ctx0" brushRef="#br0" timeOffset="1307">1988 1017 511,'0'0'17,"0"0"3,0 0-17,0 0 43,-93 57-2,47-26-1,-6 4-12,-5 3 9,-3 5-16,-2 0-23,-4 3 7,-3-3-8,0-7-63,8-10-215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6:58.44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0 241 434,'0'0'13,"0"0"-4,0 0-4,0 0 3,0 0-7,0 0 2,11-35-2,-4 24 0,-3 0 12,-2 1 19,-1 3 24,1 1 19,-2 3-31,1 2-14,-1 1-2,0 0-4,0 0-1,0 0-6,0 0 6,2 0 17,-2-2-4,9-2-12,10-5-7,14-3-4,15-2 20,19-3-18,9-1-4,12 1-11,9 1 4,10 3-3,-1 4 2,-6 3-1,-15 2-2,-16 1-7,-18 0 2,-17-1 4,-12 1 1,-13 2 0,-4-1 1,-5 2 2,0 0 13,1 0 2,-1 0-9,0 0-7,0 0-1,0 0-1,0 0-10,0 0-24,0 0-34,3 0-66,3 0-36,6 0-16,5 0 4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7:02.588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0 311 581,'0'0'77,"0"0"-54,0 0-11,0 0 29,0 0-12,0 0-1,0 0 50,0 0 16,0 0-10,0 0-24,0 0 3,0 0-5,0 0-22,0 0-15,0 0-6,0 0-4,0 0-3,0 0-4,0 0 2,0 0 0,0 0-5,0 0 2,5 0 5,8-6-6,6-2 0,10-5 5,8 0-4,0 0 0,5 3-3,0 2 0,4 0 0,6-2 1,2 0-1,13-1 1,8-1-3,5-4 3,7-2-2,7-1-1,1 0-1,2 2-2,-1 2 1,-5 2 4,-2 1 0,-5 0 0,-7 4 0,-8 2-2,-9 0 2,-4 1 0,-1-1-1,-2 0 2,-4 1-1,-10 2 1,-14 1-1,-13 2 0,-3 0-2,-9 0 5,0 0-4,0 0 1,0 0 0,0 0 3,0 0-2,0 0 0,0 0-1,0 0 5,0 0-4,0 0 4,0 0-3,0 0 5,0 0-6,0 0-1,0 0 3,0 0 3,0 0-5,0 0 4,0 0-3,0 0-1,0 0-1,0 0 0,0 0 1,0 0 0,0 0 0,0 0-1,0 0-1,0 0 1,0 0 0,0 0 1,0 0-1,0 0 1,0 0-2,0 0 0,0 0-3,0 0-1,0 0-1,0 0 2,0 0-7,0 0 7,0 0-6,0 0-11,0 0-10,0 0-3,0 0-10,0 0-7,0 0 10,0 0 8,0 0 5,0 0-9,0 0-26,0 0-55,0 12-77,0 6-18,-5 2-199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27:05.047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17 229,'0'0'57,"0"0"-6,0 0 20,0 0 0,0 0-34,0 0-6,0-12-5,0 12 2,2 0-22,-2 0 12,0 0 17,0 0 14,0 0-9,0 0 9,3 0-16,3 0 5,11 0 3,12 0 10,17 3-22,20 1-3,16 1-5,13 2-5,5 3-10,2 3 0,-8 1-3,-11 1-1,-16-1-2,-17-4-5,-16-5 5,-13-2 4,-12-1-4,-8-2 3,-1 0 1,0 0 1,0 0 0,0 0-4,0 0 1,0 0-2,0 1 0,0-1-11,0 0-19,0 0-15,0 2-19,0 2-88,0 4-8,0 4 33,12 2-49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0:03.704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0 311,'0'0'20,"0"0"-17,0 0 6,0 0 36,0 0-32,0 0-12,0 0 29,-3 7 17,3-7-10,0 0 3,0 0 25,0 0-11,0 0-3,0 0-2,0 0-28,0 0 1,4 0-2,17 0-6,13 0 14,20 0-25,10 0 7,8-2-6,5 0-2,1 2-1,-1 0 1,-5 0 6,-8 0-7,-7 2 0,-12 2 0,-9-1-1,-8-1 0,-10 0 0,-9-1 4,-6 1-3,-3-2 1,0 0 3,0 0-4,0 0-1,0 0-17,0 0-20,0 0-21,0 0-8,0 0-19,-8 0-76,-2-10-11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0:04.18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73 0 424,'0'0'23,"0"0"25,0 0 33,0 0-68,0 0-13,0 0 0,25 1 10,-6 15 18,2 1-16,2 1-8,4 3 11,-2 2 2,2 1-13,-5-2-2,-7 2 3,-2 0-5,-7-1 0,-3-3 2,-3-1-2,0 1 0,0 1 1,-16 2 0,-12 1 2,-9 0 5,-5-1-3,-1-5-2,5-2 6,8-3-8,9-1 2,3-2-3,5 0-19,3-2-38,7-1-40,3-4-42,0-3-218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0:05.63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 0 413,'0'0'57,"0"0"-40,0 0 16,0 0 23,0 0-37,0 0-19,0 0 7,0 0 16,0 0 10,0 0-20,0 0 6,0 0-2,0 0 3,0 0-7,0 0-1,0 0-10,0 0 6,0 0-7,0 0 8,0 0-9,0 0 4,0 0-4,0 0 0,0 0 0,0 0-5,0 0 3,0 0 2,0 0 0,0 0 7,0 0-7,0 0 3,0 0 1,0 0-4,0 0 2,0 0-2,0 0-5,0 0 4,0 0-5,0 0-20,0 0-20,0 0-33,0 0-11,-1 0-72,1 0-42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0:08.93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30 516,'0'0'22,"0"0"25,0 0-10,0 0 4,0 0-20,0 0-4,0 0-3,0-4-6,0 4 0,0 0 3,0 0 16,0 0 12,3-4 0,6-1-32,0 1-2,6 1-2,3 0 0,4 0-2,2 2-1,6 0-1,3 1 1,4 0 1,11 0 3,0 0-8,5 1 4,7 5 0,0 1 5,4 0-5,0-1 4,-4 1 1,-4-1-2,-9-1-2,-6 0 11,-8-3-6,-9 0-3,-6-2 2,-9 0 0,-4 0-3,0 0 2,0 0-4,-2 0 1,1 0-1,-1 0-2,0 0 2,-3 0 0,0 0-1,0 0-12,0 0 4,0 0-26,-3 0-43,-12 0-13,-4-7-13,3-5-126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0:09.47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90 16 390,'0'0'49,"0"0"33,0 0 7,0 0-19,0 0-51,0 0-19,-2-16-6,12 20 6,6 9 1,3 7 5,4 4 9,2 2-12,2 1 4,-2-1-3,-2-1-2,-3-2 4,-4-3-5,-3-5 0,-6-1-1,-4-3-1,-3-1 1,0 1-1,-4 2 1,-18 2 1,-7-1 2,-5 1 3,-2 2 2,0-3-6,2 2 1,4-3 0,5-4-3,4 1 1,7-3-1,7-1 0,0-1-2,2 1-18,1 1-32,-1 0-44,3-1-84,2-5-234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0:21.69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22 18,'0'0'54,"0"0"12,0 0-51,79-21-15,-67 21-3,-4 0-63,-2 0 23,0 3 11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0:22.15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0 241,'0'0'33,"0"0"-31,0 0 30,0 0 2,0 0-31,0 0 4,-6-2 15,6 2 6,0 0-14,0 0 13,0 0 6,0 0 2,0 0-4,0 0-14,0 0-13,0 0 0,0 0-4,0 0 0,12 2 0,11 5 39,6 0-16,10 0 10,10-1 1,8-2-15,13-1-4,17-2 2,8 1 1,7 1-7,-1 2-8,-8 3 1,-10 1 0,-17-2-4,-12 2 2,-17-4-2,-15-1-3,-10-1 3,-6-1-1,-6-2 0,0 0 1,0 0-1,0 1-4,0-1-8,0 0-5,0 1-26,0 4-42,0 0-26,0 3 5,0-4-46,0 0-67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0:22.694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20 2 299,'0'0'41,"0"0"-19,0 0 71,0 0-14,0 0-40,0 0 4,-20-1-6,20 1 6,0 0-13,0 0 13,5 0-19,22 0-13,15-1 14,16 1-11,6 0 5,-3 0-16,-3 1-3,-9 5-3,-8-2-14,-8 0 6,-13-1 8,-9-3 0,-8 0 3,-3 0 0,0 0 12,0 0 2,0 0 3,0 0-15,0 0 2,0 0-7,0 0 3,0 0-10,0 0-14,0 1-32,0 1 2,-3 0-10,0 1-8,0 0-69,1-1-120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0:26.88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0 229,'0'0'0,"0"0"-61,0 0 60,0 0 1,0 0 0,0 0-41,24 40 25,-7-34-46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0:27.78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531 35 149,'0'0'73,"0"0"-19,0 0-21,0 0-25,0 0-5,0 0 8,12-22 40,-9 18 15,-1 1-8,-1 0 4,2 0-7,-3 3-5,0 0-15,0 0-22,0 0-13,-6 0-7,-18 11-1,-15 8 8,-7 3 13,-3 4-10,-2-2 8,-1 1 4,0 0-3,-2 1 1,6-2-2,8-3-7,8-1-1,9-5-2,8-2-1,6-4 1,3-4-3,3 1 2,3-4-7,0 1-10,0 0-11,0-2-22,9 1-3,19-1-48,5-1-56,10 0-78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0:28.23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629 0 476,'0'0'51,"0"0"-47,0 0 57,0 0-36,0 0-5,-91 43 1,54-20-8,-2 2-2,0 3 3,-4 1 17,1-2-1,-1 1-7,1-3 0,-1 0-8,1-1-14,2 0 6,7-1-4,2-4-2,4-2-1,8-1 0,7-5-10,6-1-33,6-3-46,0-2-11,3-3-10,20-2-8,12 0 7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0:28.56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702 0 532,'0'0'114,"0"0"-72,0 0-40,0 0-2,0 0-18,0 0 18,-95 73 22,32-32 9,-9 1 4,-3 2-9,1 3-8,7-5-16,7-1 6,8-7-6,9-5 0,6-2 1,7-4 1,10-4-4,9-3 0,8-5-42,3 1-27,8-5-1,22-1-18,12-6 1,9 0-149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0:28.874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582 0 631,'0'0'8,"0"0"12,0 0 18,-106 38-16,60-10-10,1 0 11,5 1 1,0-1 15,4 0-21,0 1-9,1-2-2,1-1-6,3-1 3,-2 1-4,2-4 0,2 1-3,4-3-4,14-2-38,10-1-48,1-5-27,33-7-84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0:29.160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596 0 320,'0'0'407,"0"0"-395,0 0 2,0 0 34,0 0-15,-109 37-23,67-10 10,0 2 12,-4 3 18,-4 2-23,0 2-15,-2 2-1,4 1-6,2 1-5,7-2 1,8-7-1,7-5-13,12-8-22,6-8-51,6-6-44,7-4-68,22-7-297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45:25.140"/>
    </inkml:context>
    <inkml:brush xml:id="br0">
      <inkml:brushProperty name="width" value="0.03528" units="cm"/>
      <inkml:brushProperty name="height" value="0.03528" units="cm"/>
      <inkml:brushProperty name="color" value="#EA700D"/>
      <inkml:brushProperty name="fitToCurve" value="1"/>
      <inkml:brushProperty name="ignorePressure" value="1"/>
    </inkml:brush>
  </inkml:definitions>
  <inkml:trace contextRef="#ctx0" brushRef="#br0">61 16 567,'0'0'34,"0"0"-34,0 0-5,0 0 5,0 0 0,0 0 3,0 0-3,-25 0 14,25 0-7,0 0-7,0 0 0,0 0 1,0-2-1,-2 2 0,2 0 0,-1 0-4,1 0-13,0 0-43,-3 0 12,-3 0 26,-1 0 19,1 0 1,1 0 2,2 0 1,0 0-1,3 0 0,0 0 6,0 0-5,0 0 4,0 0 5,0 0 11,0 0 15,0 0-12,0-4-6,0 1 6,0 2-13,0 1-1,0 0-5,0 0 6,0 0-10,0-2 5,0 2-3,0 0 4,0-1 6,0 0-7,0 1 3,0 0-1,0 0-2,0 0-1,0 0-1,0 0-1,0 0-3,0 0-4,0 0 4,0 0 2,0 0-2,0 0-2,0 0 2,0 0 0,0 0 1,0 0-2,0 0 0,0 0-19,0 0-32,0 0-87,0-2-43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45:26.391"/>
    </inkml:context>
    <inkml:brush xml:id="br0">
      <inkml:brushProperty name="width" value="0.03528" units="cm"/>
      <inkml:brushProperty name="height" value="0.03528" units="cm"/>
      <inkml:brushProperty name="color" value="#EA700D"/>
      <inkml:brushProperty name="fitToCurve" value="1"/>
      <inkml:brushProperty name="ignorePressure" value="1"/>
    </inkml:brush>
  </inkml:definitions>
  <inkml:trace contextRef="#ctx0" brushRef="#br0">0 0 124,'0'0'0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45:26.422"/>
    </inkml:context>
    <inkml:brush xml:id="br0">
      <inkml:brushProperty name="width" value="0.03528" units="cm"/>
      <inkml:brushProperty name="height" value="0.03528" units="cm"/>
      <inkml:brushProperty name="color" value="#EA700D"/>
      <inkml:brushProperty name="fitToCurve" value="1"/>
      <inkml:brushProperty name="ignorePressure" value="1"/>
    </inkml:brush>
  </inkml:definitions>
  <inkml:trace contextRef="#ctx0" brushRef="#br0">156 90 118,'0'0'7,"0"0"23,-84-66 10,69 54 12,5 4-51,2 5 1,2 3-4,2 0 1,-2 0-22,-3 0-10,0 5 4,6 0-3,1-4 11,2-1 21,0 0 61,0 0-26,0 0 9,0 0 12,0 0 4,0 0-21,0 0-34,0 0 13,0 0 1,0 0 4,0 0 3,0 0 1,0 0-7,0 0 17,0 0 4,0 0-17,0 0-6,0 0-3,0 0-12,0 0-2,0 0-1,0 0-1,0 0-4,0 0 3,0 0-5,0 0-18,0 0-17,0 0-10,0 0-8,0 4-23,5 1-26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45:27.231"/>
    </inkml:context>
    <inkml:brush xml:id="br0">
      <inkml:brushProperty name="width" value="0.03528" units="cm"/>
      <inkml:brushProperty name="height" value="0.03528" units="cm"/>
      <inkml:brushProperty name="color" value="#EA700D"/>
      <inkml:brushProperty name="fitToCurve" value="1"/>
      <inkml:brushProperty name="ignorePressure" value="1"/>
    </inkml:brush>
  </inkml:definitions>
  <inkml:trace contextRef="#ctx0" brushRef="#br0">0 0 184,'0'0'44,"0"0"-35,109 35 6,-75-20 10,-1 7-10,-8 0-1,-7 1-7,0 2-5,1-1 0,4 2-2,11-4-4,8-1-72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45:27.815"/>
    </inkml:context>
    <inkml:brush xml:id="br0">
      <inkml:brushProperty name="width" value="0.03528" units="cm"/>
      <inkml:brushProperty name="height" value="0.03528" units="cm"/>
      <inkml:brushProperty name="color" value="#EA700D"/>
      <inkml:brushProperty name="fitToCurve" value="1"/>
      <inkml:brushProperty name="ignorePressure" value="1"/>
    </inkml:brush>
  </inkml:definitions>
  <inkml:trace contextRef="#ctx0" brushRef="#br0">1317 796 292,'0'0'61,"0"0"2,0 0 32,0 0-31,0 0-31,0 0-7,50-21-10,-42 20-9,1-2-6,2 0-1,1-5 1,0-2 17,1-4 15,2-3-21,-1-3-9,-1-3 13,-2 0 12,-5-5-12,-3-1-5,-3-2 13,0 0-6,0 1 27,-5 1-7,-4 3-1,3 1 0,-4 0-15,-1 2 4,1-3-18,-7 2 1,1-1-4,-7 1-1,-3 3-3,-3 0 7,-3 1-8,-4 0 2,-3 0 1,-6-2-1,2 1-1,-3 0 4,4 1-1,4 3 5,6 3 5,2 0-4,1 4-5,3 3 6,-4 1-4,-3 5-5,-6 1 5,-5 0-7,-4 0 0,-5 0 1,6 0 1,2 5-2,-1 1 3,9 3 0,-2-1-2,1 2-1,4 1 5,1 0 1,2 6-6,1-1 0,-3 4 4,6-1-2,0 1-1,4 1-2,3 1 2,2 1-1,4 1 2,0 3 5,3 3-6,0 1 3,0 4-4,-1 2 7,3 0-4,2-1 1,-1-1-3,0 2 7,2-2-6,1 1 7,2-1 11,3 2-16,0-2 14,0 1-5,8 3-2,3-3 3,1 0-4,0 1 1,3 0-5,-1 3 0,3-1-3,2 3-2,3-7 2,3-3-1,3-3-2,7-4 2,2 0 4,6-2-6,2-2 1,1-4 2,-1 0-1,-1 0-1,0-2-1,-2 2 1,3-3-1,-5 3-1,5 0 1,4 2 3,5 1-3,-3-1-1,-1-2 1,-4-3-2,1-3-1,-5 1 3,2-4 0,-2-1 4,-2-1-4,-3-3 0,-2 0 0,-2-3 1,-2 0 5,3 0-1,1 0 1,2 0 1,3-3 0,4-1-7,-4-2 6,6 0 0,-4 1-5,-4-1 2,-2 0-1,-1-2 3,-3-2-5,3-2 1,1-2 0,3 0-1,2-1 0,0 1 2,-4-3 0,-3-2-2,-4 0 0,-5-4 0,-4-2 1,-6-2 0,1-4-1,-3-3 3,1-1-2,-2-5 2,2-1-3,-2 3 0,-2 3 0,0 4 0,-2 4 0,0 1-2,-4 1 1,1 0 1,-1-4 0,-1 3-1,-2-2 0,1-1 1,-2 2 0,0 2-1,0 1 1,0 0-1,0-1 0,-8-1-3,-3 1-3,-2-1 4,-4 3 2,0-1-1,-2 1-2,-2-2 4,0 1 1,0 1 0,0 0-1,0 2 1,-1-1-1,-5-1 0,-3 2-2,-6-3-1,-2 0 2,-5 1-7,-2-1 4,-3 2 0,-7-2-6,-1-2-1,-6 2-8,-1 1 6,3-2 7,5 4 3,8 2 3,5 3-3,1 5-17,1 2-1,0 4-5,0 0 2,-3 3 4,-4-1-4,0 3 2,0 0-21,-5-2-15,7 2-10,-6 0-24,-1 0-18,3 10-20,-2 3-1,2 3-55,4-4-135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1:17.55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15 734 520,'0'0'40,"0"0"-20,0 0 42,0 0-30,0 0-25,0 0 19,0 0 17,0 0-6,0 12-2,0-12 9,0 2-12,0-2 3,0 1-21,0 0-14,0 1-5,6 2 5,8 2 12,3-2 23,9 2 5,5-4-12,5 0 12,4-2-10,8 0-12,3 0-11,14 0 11,5 0-10,5-2-5,-2 0-2,0-3-1,-7 2 1,-5-2-2,-12 0 2,-13 1 1,-9 0-2,-12 0 1,-3 0-3,-5 1 2,-1 0-3,-3 2 2,-1 1-7,-2-2-2,0 1-15,0-2-15,0 2-23,-5 1-22,-11 0 4,-8 0-78,-6 0-78,-4 0-129</inkml:trace>
  <inkml:trace contextRef="#ctx0" brushRef="#br0" timeOffset="577">8 862 245,'0'0'76,"0"0"-39,0 0 41,0 0-28,0 0-34,0 0-3,-8 11 16,8-11-14,0 0-7,0 0 2,0 0 14,0 0 23,0 2 7,0-1-17,0-1-16,0 2 0,0 1-14,5-1 0,8 4 12,11 0 30,6-1 1,4-1-25,11-1 10,4-3-14,8 0 6,7 0-13,0-3 19,2-3-15,-7 0-6,-12 0-8,-13 3-4,-7 1-4,-6-1 4,-8 1 1,-4 1-1,-6-1 1,0 2-1,-3 0 0,0 0 1,0 0 0,0 0 0,0 0-1,0 0 0,0 0-1,0-1-5,0 1-17,0-1-31,0-1-35,0 2-32,0-3 16,0-1-40,-13-3-135</inkml:trace>
  <inkml:trace contextRef="#ctx0" brushRef="#br0" timeOffset="37679">294 4 72,'0'0'215,"0"0"-172,0 0 25,0 0-33,0 0-32,0 0 8,0 0 12,0-3 43,0 3 8,0 0-27,-3 0-4,3-1-13,0 1-3,0 0 0,0 0-5,0 0-9,0 0 1,0 0 3,0 0-3,0 0-1,0 0-1,0 0 0,0 0-8,0 0-8,0 0-7,0 0-79,0 0-95,0 0-100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1:57.59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 1358 94,'0'0'100,"0"0"-30,0 0-9,0 0 24,0 0-13,0 0 34,0 0-36,0-18-10,0 15-3,0 2-12,2 0 15,1-1-21,1 1-17,4 1-11,4 0-4,10 0-3,9 0-4,7 0 0,5 4 1,2 3 2,4 1-3,-1-1-3,-2 0 3,-6 2 6,-10-2-6,-3 0-1,-11 0-1,-5-3 2,-8-1-4,-3-1-19,0 1-33,0 1-72,-8 0 37,-8 2 42,-2-2-152,3-1 47,-3-1-77</inkml:trace>
  <inkml:trace contextRef="#ctx0" brushRef="#br0" timeOffset="397">80 1453 279,'0'0'110,"0"0"-4,0 0 2,0 0-38,0 0-12,0 0-2,11 2 12,13 0-49,10 2-9,8-1 4,4 1-14,-3-1 2,-3 0-1,-5 0 5,-7 0-6,-8-2 1,-6-1-2,-6 2 3,-3-2 0,-2 1-2,-3-1 5,0 0-5,0 0-5,0 0-5,0 1-13,0-1-18,0 3-17,0 0-62,-2 1-21,-7-1 21</inkml:trace>
  <inkml:trace contextRef="#ctx0" brushRef="#br0" timeOffset="97046">2645 637 342,'0'0'71,"0"0"-17,0 0 10,0 0-15,61-73-41,-56 66 47,-4 0-6,1 1-18,-2 4-5,0 2-7,0 0-9,0 0-10,0 0-7,0 0-3,-17 0-4,-13 4 13,-9 8 0,-10 5 1,0 3 2,-2 3-2,-4 1 0,-6 1-1,-2 3 2,-4-1-1,3 1 6,6-2-6,10-5 2,11-4-2,7-5 0,3-2-6,6-2 1,2 0-13,4-4-19,8 0-42,-1 0-44,3-4-57</inkml:trace>
  <inkml:trace contextRef="#ctx0" brushRef="#br0" timeOffset="97481">2130 553 304,'0'0'70,"0"0"-30,0 0 5,0 0-17,0 0-27,0 0-1,-4-2-8,-17 18 8,-8 5 28,-2 2-2,-3 3 9,0 2-2,1 5-20,0 2 7,2 2-10,1 0-7,3-5-1,7-8 3,4-7-2,9-5-3,1-4 2,4-3-2,2 4 0,0 1-3,0 1-8,15 5 9,9-1 1,7 1-4,8-2 5,9 1 1,2-2 4,4-2-5,2-1-7,-4-3 6,-7-1-3,-11-2 4,-16-4-12,-11 0 6,-7 0 5,0 0-1,0 0-5,0 0-16,-1 0-11,-10 3-48,-4 6 18,5 0-115</inkml:trace>
  <inkml:trace contextRef="#ctx0" brushRef="#br0" timeOffset="98691">3385 145 66,'0'0'22,"0"0"-4,0 0 26,0 0-13,0 0 44,0 0 11,0 0 1,0 0-42,61-42 17,-61 40-16,0 2-36,2 0-10,-1 5-13,4 14 6,0 9 7,-2 8 2,-1 4 10,-2 6 2,0 1-4,0 6-7,-6 2-1,-4 0 3,-1-4-3,2-4-1,-3-5 0,3-9 0,0-4-2,1-8 0,0-5 0,5-5-8,1-6-38,2-5-69,0-5-145</inkml:trace>
  <inkml:trace contextRef="#ctx0" brushRef="#br0" timeOffset="99119">4265 53 305,'0'0'1,"0"0"4,0 0 14,0 0 23,0 0 8,0 0 2,2-53-28,-10 53-21,-7 15-1,-5 6 4,3 6 7,4 4 0,7 3-4,6 5 3,0 2-1,11 4 2,5 1-3,0-1 11,-1 1-1,0 0-1,-2-3 1,-1-2-12,0-5 6,-4-6-7,-4-5-4,-2-7-3,-2-7 2,0-2-4,0-2-6,-6-1 8,-18 2-2,-11-4-12,-10-3-41,-10-1-121,-3-8-139</inkml:trace>
  <inkml:trace contextRef="#ctx0" brushRef="#br0" timeOffset="99493">3983 344 429,'0'0'30,"0"0"-7,102-33-20,-59 25 0,0-1 17,-2 4 4,-4-1 16,0 2 12,3 0-41,1 2-10,-2 1 7,-1-2-6,-5 2-2,-3 1-8,-2 0-37,-4 0-83,-5 0-112</inkml:trace>
  <inkml:trace contextRef="#ctx0" brushRef="#br0" timeOffset="99742">4643 299 422,'0'0'53,"0"0"-4,0 0-47,83 0 8,-50 5 9,0 8 14,-2 4-8,-4 6-17,-9-1-2,-5 3-6,-8-1 0,-5-2 0,0-3 0,0-2-2,-12-3 1,-8-2 1,0-4 7,-1-2-2,0-5 1,5-1 1,7 0 1,2 0 7,7-14 9,0-4 7,3-8-9,24 0-10,6-4-9,5 3-2,2 3-2,-2 6 2,-5 2-1,-3 2 2,-7 4 0,-2 0-2,-4 5 0,-3-1-6,1 2-11,-2 1-29,1 0-53,1 1 11,-2-3-62,-1-2-213</inkml:trace>
  <inkml:trace contextRef="#ctx0" brushRef="#br0" timeOffset="100183">5486 304 336,'0'0'106,"0"0"-24,0 0-18,0 0-16,0 0-17,0 0-23,-41-48-5,15 44-2,-3 3 1,-2 1-2,-2 0 0,2 14 0,1 4 1,5 2-1,6 2 0,3 3-3,9 0 2,7 0 0,0-4-9,0-5-1,16-5 1,-1-5 10,4-6 9,2 0-9,6-1 11,2-16-8,2-3 0,-1-4 4,1-1-6,-4 2 1,-6 3 2,-8 8 2,-8 6-5,-4 4 35,-1 2-17,0 0-19,0 0-11,0 6-12,0 6 16,-1 7 2,-4 1 4,5 2 1,0-1-5,0-2-6,0-2-1,8-4 6,2-5-8,2-1 0,6-4 5,5-3 9,3 0 0,6 0 5,0-13-3,-2-4 4,-4 0-1,-6 1 3,-6 4 21,-4 3-3,-4 5 9,-3 3-16,-1 1-19,-1 0-2,-1 0-14,2 11-38,-1 6 48,1 1 0,-2 2 5,0-1 1,0-1 0,3-3-1,1 0-6,2-5 5,-3-5 2,0-3 0,-2-2 3,4 0 36,3-6 11,3-8-40,4-5 3,2 2-3,-4 3-8,-4 5 1,-2 3 0,-5 6 14,-1 0-17,-1 0-12,0 0-16,2 0-3,-2 0 23,0 0 8,1 0-1,4-1 7,4-4-6,3-2 4,1 0 1,0 0-3,-3 1-3,-3 2 3,-2 1-4,-4 2 4,1-1 1,-2 1-1,0-1 6,0 1 8,1 0-2,1 1-10,3 0-4,3 0-20,3 11 10,3 6 8,0 0 1,1 0-3,-2 0 1,1-5 0,2 0 1,-4-5 2,1-3-2,-1-4 2,5 0 5,4 0-1,6-7-4,1-7 0,-3-3 1,-1-1 4,-7-1-2,-4 1 2,-4 1 10,-2 3-3,-2 0-1,1 1 7,-3 3-1,-3 3-12,0 2-5,0 2 0,0 1-2,0 2-2,0 0 3,0 0-16,-5 2-6,-10 9 17,2 5 5,0 1 1,5-2-5,3 0 5,5 0 0,0-4 0,0-2-2,11-1 2,10-2 4,7-4 10,6-2-2,8 0 3,1 0-7,5-4-4,3-1-4,-9-1 4,-11 2-1,-15 1 35,-13 1 33,-3 1-47,0 1-24,0 0-3,0 0-5,0 0-40,0 0-48,-1 0 24,-5 10 34,-4 1-15,-1 0-15,-2-1-94,-1-7-85</inkml:trace>
  <inkml:trace contextRef="#ctx0" brushRef="#br0" timeOffset="103041">6085 496 87,'0'0'137,"0"0"-94,0 0-2,0 0-7,0 0 9,0 0 4,17-46-12,-13 34-15,-1 1 7,2 0-6,-1 1 11,2 0-27,0 1 22,3 3 10,0-1-34,0 1 15,0 2-18,0 0 0,-2 2 0,-2-1 1,-1 3 1,4 0-2,1 0-2,3 0-5,2 0 5,0 0-2,-2 10 3,-3-1 0,-3 2-6,-2 3-5,-2 1 8,-2 5-5,0 3 1,-2 2 6,-8 0 2,-3-2 1,2 0 4,2-4-4,-1-2 0,1 0-1,1-1 5,2-3-1,-1-2-2,2-3-1,2-1 0,2-3-1,-2-1 1,3 0-1,-2-3 0,2 1 1,0-1 0,0 0 5,0 0 9,0 0 1,0 0 21,0 0-11,0 0-11,0 0-15,0 0 2,0 0 1,0 0-3,0 0-8,0 0 1,0 0 6,0 0-29,0 0-40,-3 0-132</inkml:trace>
  <inkml:trace contextRef="#ctx0" brushRef="#br0" timeOffset="104572">3114 1039 41,'0'0'176,"0"0"-142,0 0 11,0 0 23,0 0-10,0 0 7,23 0-4,-18 0-19,-1 0-21,2-1-7,-1 0 0,4-1-8,1 2 5,3-1 3,1-1 6,2 1 5,-2-1-10,2 1 3,-1 0 6,1-1-16,3 1-2,0 1-5,3 0-1,3 0 0,3 0 0,0 0 1,5 0 2,4 0 3,0 0-6,5 0 0,0 1 1,-5 2-2,-1 0-1,-3-2 2,-2 2 0,2-3 5,3 0-5,5 0 5,7 0 2,7 0 10,0 0-3,-4 2-11,-5 2-3,-8 0 0,-7 0 5,-4 1-5,-3-2 0,1-2 1,2 0 8,12-1-4,10 3 13,14 0-8,7 0-8,-2 3 1,-5-2 1,-11-2-2,-14 1-2,-7 0 0,-6-3 0,-2 0 2,4 0 0,4 0-1,7 0 11,8-1 2,6-5-9,3 3 1,3 2-5,-1 1 1,-8 0-1,-9 0-1,-5 0 0,-5 0 2,-2 0-2,3 0 0,5 0-1,10 0 1,11 0 0,7 3-2,6 4 2,0 1 0,-5-1 1,-10-3 1,-11-2-2,-8-2 0,-8 0 3,-2 0 0,4-2-2,8-6 0,7 1 9,9-2-10,1 5-1,-1 2 0,-5 0 0,-8 2 1,-13 0 0,-7 0 0,-9 0 1,-5 0-1,-3 0 0,1 0 0,1 0 1,2 0 0,5 0-1,2 0 0,1 0 0,-2 0 0,-3 0 0,-9 0-3,1 0 7,-3 0-7,0 0 6,0 0-3,0 0 10,0 0-7,1 0 2,1 0-5,-2 0 6,0 0 4,0 0 1,0 0-3,0 0 2,0 0 2,0 0-1,0-1-1,0 1-5,0 0-4,0 0 5,0 0-6,0 0 3,0 0-1,0 0-2,0 0 0,0 0 2,0 0-2,0 0 0,0 0 0,0 0-1,0 0 0,0 0 2,0 0 0,0 0-1,0 0-2,0 0 2,0 0 1,0 0-1,0 0 1,0 0-1,0 0-3,0 0 3,0 0 0,0 0 0,0 0 0,0 0-1,0 0-2,0 0 3,0 0 0,0 0 0,0 0 1,0 0-2,0 0 0,0 0-6,0 0 5,0 0-4,0 0-5,0 0 0,0 0-16,0 0-15,0 0-41,0 0-4,1 0 9,1 1 70,-2 5-13,0-1-40,0 2-42,-18-4-27,-6-3-42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0-08-19T09:29:05.634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  <inkml:context xml:id="ctx1">
      <inkml:inkSource xml:id="inkSrc2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1" timeString="2020-08-19T09:31:27.851"/>
    </inkml:context>
  </inkml:definitions>
  <inkml:trace contextRef="#ctx0" brushRef="#br0">9508 0</inkml:trace>
  <inkml:trace contextRef="#ctx0" brushRef="#br0" timeOffset="9991">0 3722</inkml:trace>
  <inkml:trace contextRef="#ctx1" brushRef="#br0">5941 2795 871,'0'0'112,"0"0"-64,0 0 8,0 0-56,0 0-7,0 0-89,0 13-147,3-13-199</inkml:trace>
  <inkml:trace contextRef="#ctx1" brushRef="#br0" timeOffset="2143">7576 2456 760,'0'0'58,"0"0"91,0 0-149,0 0-30,0 0-124,0 0-18,13 20-26</inkml:trace>
  <inkml:trace contextRef="#ctx1" brushRef="#br0" timeOffset="4985">8758 2476 563,'0'0'95,"0"0"-57,0 0-23,0 0-15,0 0-52,0 0-35,49 49-125</inkml:trace>
  <inkml:trace contextRef="#ctx1" brushRef="#br0" timeOffset="18688">16409 2862 536,'0'0'66,"0"0"14,0 0-55,0 0-25,0 0-20,0 0-64,20-12-172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1:00.14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61 201 43,'0'0'232,"0"0"-224,0 0 9,0 0 45,0 0-4,0 0-35,0 0 26,-3-8 15,3 8-28,0 0-11,0 0 8,0 0-10,0 0-2,0 0-9,0 0-7,0 0-5,0 0-5,0 0 2,-3 8 3,-1 4 6,2 3 22,-1 3-12,0 4-1,2 7-3,-2 3 3,0 3 6,0 1-6,0-3-9,-2-2-1,1-2-3,1-4 2,0-2 8,3-5-9,-3-2-3,3-5 2,0-3-6,0-1 3,0-4-30,0-2-53,0-1-30,0-2-28,0-15-221</inkml:trace>
  <inkml:trace contextRef="#ctx0" brushRef="#br0" timeOffset="472">51 149 456,'0'0'23,"0"0"7,0 0 24,0 0 20,0 0-41,0 0-11,44-73-12,-30 69 4,5 1-3,5 1-7,7 2 11,1 0 8,2 0 6,-3 1-9,-1 11-9,-6 5-5,-3 5-4,-3 2-4,-9 2 4,3 7 0,-6 4 2,-3 4-2,-2 1 4,-1 2-3,0-2 11,0-3-3,-9-2-6,-7-3 3,2-4-2,-5-2-4,-2-3-2,-5 1 11,-2-4-7,-3-2 2,1-6 3,-4-4-6,3-3 1,4-4 11,1-3-15,6 0 0,-1 0-1,6-2-3,0-5-1,3 0-16,7 2-3,1-1-7,4-1-40,0-3-69,0-2-140</inkml:trace>
  <inkml:trace contextRef="#ctx0" brushRef="#br0" timeOffset="1055">801 358 314,'0'0'4,"0"0"74,0 0 12,0 0-1,0 0-6,0 0-11,-21-46-49,5 45 5,-5 1-28,-6 3 0,-3 15 0,-1 6 0,1 6 11,3-1 2,8 0-5,4 0-7,12-5-1,3 0-6,0-4 0,19-6-9,4-6 9,5-8-12,5 0 12,1-7-2,-2-14-5,-7-6-4,-1-1 16,-14 1 1,-4 4 8,-6 8 21,0 4 17,0 4 4,0 6-18,0 1-26,-6 0-6,-1 14-30,-1 8 26,1 3-5,4 1 7,3-1 2,0-1-4,0-4 2,10-1 2,5-5-10,6-2 6,3-5-2,1-6 5,1-1-6,6-1 6,-4-20-3,-2-6 1,-2-8 2,-6-3-4,-6-6 10,-6-2 33,-3-4-8,0-3 4,-3 0-20,0 2 26,0 5-2,0 6-18,0 4 6,0 8-13,0 8 15,0 8-23,0 8 1,0 4 5,0 0-11,0 3-22,0 18-12,-6 8 32,3 7 2,0 5 7,3 3-2,0 7-4,0 1 7,0 0-5,-3-1 1,-2-3-5,-1-6 1,-1-4-8,3-4-16,1-4-56,1-6 1,2-3-22,0-4 6,0-7-55,6-7-238</inkml:trace>
  <inkml:trace contextRef="#ctx0" brushRef="#br0" timeOffset="1866">1438 311 11,'0'0'507,"0"0"-480,0 0 78,0 0-47,0 0-26,0 0 16,-13-76-24,4 71 24,-6 3 3,-2 2-30,-3 0-8,-4 7 2,-1 12 7,0 8-12,0 3-7,3 3 7,4 0-7,0-3-3,12-1-5,3-3 3,3-5-5,0-1-2,12-5 5,12-2 0,4-6-9,3-6 11,2-1-15,2-3-6,-4-15 16,3-7 5,-7-4 2,-3-3 0,-12 0 16,-3 3 3,-6 2 0,-3 6 28,0 6-24,0 4-3,0 6-6,0 5-5,0 0-9,0 0-5,0 13-33,0 10 16,-6 5 22,3 3 1,0 1 8,3 1 1,0-3 1,0-2-9,0-3-2,12-2-4,1-5-11,2-1-13,5-7-30,0-5-22,3-5-37,-2-1-18,-8-16-59</inkml:trace>
  <inkml:trace contextRef="#ctx0" brushRef="#br0" timeOffset="2503">785 158 695,'0'0'53,"0"0"-17,0 0 49,0 0-74,0 0-11,0 0-18,46-5 18,-10 5 44,4 0-29,2 2 9,-2 1-9,-1-1-7,1-1 8,-4-1-16,-6 0 0,-9 0 0,-5 0 7,-8 0-5,-7 0-1,-1 0 12,0 0 0,0 0-2,0 0-11,0 0-6,0 0-32,0-1-32,-6 1-60,0 0-42,-1 0-139</inkml:trace>
  <inkml:trace contextRef="#ctx0" brushRef="#br0" timeOffset="3060">1853 378 488,'0'0'97,"0"0"4,0 0-41,0 0-50,0 0 2,0 0 5,42-20-7,-17 20 26,5 0-5,4 0-9,4 6 18,2 8-26,-6 5 5,-4 3-16,-6 3-3,-11 4-2,-7 1-5,-6-1 3,0 2-2,-3-4-3,-12-2 7,-1-3 2,1-8 15,0-3-7,6-5-7,-1-3 3,7-3 2,0 0 22,1-6 4,1-12-17,1-5-15,0-3 0,4 1 6,14 1 8,3 0-11,3 2 2,4-1-5,2 3-1,0 2-6,-3 4 2,-2 3 1,-3 1-22,-5 4-9,-5 2-56,-6 3-26,-3 1-76,-3 0-316</inkml:trace>
  <inkml:trace contextRef="#ctx0" brushRef="#br0" timeOffset="3561">2599 477 577,'0'0'47,"0"0"10,0 0-20,0 0-21,-91-15-12,64 15 11,-4 10-10,-2 5 18,5 2-6,1 2 2,10 0-6,4 1 17,7-3-30,6 0-10,0-5-2,9-2 9,10-4 3,8-6 28,3 0-12,6-12-11,-3-8-1,-5-4-2,-3-2-1,-7 2 8,-7 4-3,-7 6 1,-4 4 6,0 5 31,0 5-20,0 0-11,0 0-13,0 0-29,0 13 8,-6 6 18,-3 5 1,3 2 0,2 1 2,4-2 0,0-3 0,0-2-2,13-3-6,5-4 5,6-5 6,7-6-1,1-2-2,-1-6 3,2-16 0,-6-8 3,-4-7 9,0-4 10,-7-5-5,-1-5-12,-6-1 5,-1-1-6,-2 4-2,-2 4 4,0 5 4,-2 8 7,-2 6 2,0 6-13,0 0 2,1 2 7,-1 4-6,2 5-9,-2 3 4,1 3 2,-1 3-1,0 0-5,0 0-3,0 3-11,0 15-7,0 11 14,-8 10 3,-4 8 1,-2 2 0,5 3 0,3-3 0,3 0 1,3-3 2,0-3-3,0-4 0,0-2-1,0-4 1,2 0 0,5-3 1,5-6-1,0-3 0,6-4-5,3-6-11,6-7 12,6-4 4,4-3 3,0-19-3,0-11 0,-2-8 3,-5 0 1,-8 4-4,-10 2-3,-9 7 0,-3 3 3,0 2 23,0 6-13,-3 6 8,0 6-17,0 3 6,3 2-7,-6 0-5,-4 2-6,-4 11 4,-2 6 0,4 1 4,4 3 3,5 0 2,3 3 0,0 2 3,0-1-5,15-2-3,6-1 3,1-5 4,4-5 0,2-5 3,5-7-3,4-2-4,-4 0 0,-2-7-11,-9-6-24,-8-2-26,-6-2-14,-8-3-62,0-1-92,-9-2-61</inkml:trace>
  <inkml:trace contextRef="#ctx0" brushRef="#br0" timeOffset="4693">2478 221 621,'0'0'173,"0"0"-110,0 0-7,0 0-23,97-5-22,-39 5 23,5 0 13,1 5-16,-1 0-11,-5-2-15,-7-2 3,-14-1-5,-10 0-1,-11 0 0,-7 0 0,-4 0-4,-5 0 0,0 0-14,0 0-20,0 0-34,-5 0-54,-7 0-59,5 0-153</inkml:trace>
  <inkml:trace contextRef="#ctx0" brushRef="#br0" timeOffset="5099">3819 267 313,'0'0'169,"0"0"-86,0 0 62,0 0-47,0 0-18,0 0-32,0-30-14,0 30-18,0 3-16,0 17 7,0 8-5,0 10 29,0 7 9,0 6 7,-3 6-21,-10 5 2,-1 1-5,0 0-21,2-4 4,-3-7-6,7-6 0,1-6-10,-1-8-18,1-5-6,3-6-14,-1-5-44,-1-7-44,3-6-52,1-3-195</inkml:trace>
  <inkml:trace contextRef="#ctx0" brushRef="#br0" timeOffset="5430">3782 518 724,'0'0'16,"0"0"30,0 0 21,0 0-37,0 0 7,46-81-15,-28 73 10,0 0 2,3 1-14,6 1-14,1 2-3,5 4-3,0 0 4,-2 0-1,-1 0-3,-3 11 0,-5 0 7,1 5-6,-6 1 0,-6 3-1,-2 2-8,-6 2-4,-3 2 12,0-1-3,-15 2 3,-9-3 0,-6-3 9,-7-1 12,1-6 0,-3-2-13,-1-2-2,6-4 5,4-5-10,6-1-1,6 0-2,2-5-1,5-8-1,2-4-29,6 2-75,3-1-63,0 2-84</inkml:trace>
  <inkml:trace contextRef="#ctx0" brushRef="#br0" timeOffset="5864">4269 604 546,'0'0'1,"0"0"21,0 0 17,92-41 3,-71 27-13,-5-2 7,-4 0 32,-1-3-47,-4 1-11,-1 0 3,-5 2 4,-1 2-17,0 5 4,0 4-4,0-1-17,0 5 15,-4 0 4,-9 1-2,-4 0 3,-2 2 10,0 12 2,3 7 6,2 5-5,3 2 17,5 2 2,3 1-10,3 0-3,0 0-4,0-1-16,3-5 3,9-4 3,7-4-7,4-6 13,1-4-7,7-7 7,6 0-7,4-2 3,1-15-4,-4-7 3,-2-6-8,-8-4-1,-8-1 2,-4 1-3,-10 1 1,-3 5 0,-3 3 12,0 5-2,0 6 11,-7 4-21,-5 4-4,3 4-3,-5 2-16,-2 0 6,4 2-2,4 12 5,8 3-31,0 5-9,17 0 12,13 1 9,0-1 33,-2-2 3,-3 2-3,-8-4-3,-4-2 3,-7 0 0,-6-2-5,0 4-2,-3-3 7,-13 1 2,-2 2 4,0-4 20,3-1-17,6-2 1,5-1-3,2-2 11,2-1-6,0 0 0,10 0 13,13 0 6,7-1-5,3-3-14,1-3-5,-3 0-7,-2 0 7,-7 0-4,-7 0 11,-8 0 9,-5 0 6,-2 0-7,0 0-22,0 0-6,0 0-32,-8 0-43,-11 0-42,-3 0-78,2 0-138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1:07.52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27 47 453,'0'0'106,"0"0"-45,0 0-14,0 0-19,0 0-28,0 0 7,0 18-5,0 3 36,-3 6-5,-4 4-3,1 0 9,2 3-26,-1 0 16,4 0-15,1-1-3,0-7-5,0-3-6,4-6-1,8-4 1,6-5 10,4-7 3,5-1-4,3 0-5,-2-21 3,-2-9-6,-1-7 5,-3-5 0,-2 2-1,-5 4-1,-5 5-3,-1 6 13,-1 5-9,-5 5-4,0 3 2,-3 4 0,0 2-3,0 3-13,0 2 13,0 1-2,0 0 2,0 0-12,0 5-23,-5 15 32,-4 5 2,0 2 1,3 3 0,2 1 5,1 0-5,3 0 1,0-2-1,0-4-1,0-4 0,4-4 0,11-4 1,5-5 3,8-5 7,5-3-7,6 0-4,5-11 4,-2-16-6,1-5 1,-7-5-7,-8 0 1,-8 3 8,-7 3 9,-7 0-5,-1 3 24,-4 2-13,1 2 5,-2 5-16,0 3 0,0 8-4,0 2-7,0 5 3,0 1-7,-3 0 3,-5 0 5,2 0 0,2 14-8,4 6-32,0 3 23,12 6 18,7 1 2,5 0 3,-3 0 1,-2 0-3,-2-1 6,-4 0-4,-4-4-3,-6-1 0,-3-3-2,0-2-7,-12-4-3,-9-4 11,-4-2 1,-2-6 11,2-2-7,4-1 5,3 0-9,9 0 6,6 0-5,3 0 0,0 0-2,0-4-8,9 1-11,12-1 2,1 0 16,8 0 4,6-1-1,0 1 1,4-2 3,0-1-5,-1-3 0,-6-4-3,-5-3 3,-2-4 1,-1-3 9,-4-3-10,-2-1 13,-4 0 0,-3-2 0,0 3-5,-8 6 4,-2 4 3,-2 4-3,0 2-1,0 4-7,0 0 3,-11 3-7,0 4 0,-4 0 0,-2 0-7,2 12-5,-1 10 8,4 3 1,3 5-4,3 1 7,6 2 3,0-2-1,0-1 1,12-4-1,3-5-2,4-4 0,2-6 1,3-4 0,0-7 1,3 0-2,1 0 13,-3-14-4,1-3 4,-5-1-11,-2-2-1,-5 0-1,-3 0 10,-2 2-7,-4 0 5,3 1-2,0 1-1,-2 1-2,2 3-3,-1 3-4,2 5 4,2 2-9,1 2-3,4 0 2,1 0 8,-1 10-2,-3 4-4,-2 0 1,-5 3-5,-5 0-2,-1 1 5,0 2-1,0 1 4,-1-1 4,-10-1 2,2-3 0,2-2 3,2-2 16,4-4-15,1-1 8,0-1 0,0 0-12,0-1 0,16-2 12,8 0-3,6-3-1,-2 0-4,-2 0-7,-8 0 3,-7 0-11,-6 0-14,-2 0-10,-3-8-37,0-2-148,0 0-393</inkml:trace>
  <inkml:trace contextRef="#ctx0" brushRef="#br0" timeOffset="1688">1652 226 669,'0'0'132,"0"0"20,0 0-75,0 0-31,0 0-25,0 0-9,3-4 2,24 4 16,10-1-11,10 1-1,6 0-10,1 0 1,4 0-7,3 5-2,-5 5 0,-4-2 0,-10 2-1,-8-1-1,-10-4 2,-9-2 1,-11 0 0,-4-3 2,0 2-6,0-2-7,0 0-10,0 1-7,-6-1 1,-4 0-30,2 1-23,-2-1-31,1 0-56,-1 0-85</inkml:trace>
  <inkml:trace contextRef="#ctx0" brushRef="#br0" timeOffset="2070">2113 0 556,'0'0'161,"0"0"-43,0 0-51,0 0-67,0 0-4,0 0 4,24 46 14,0-16 30,3 6-25,0 0-3,-2 0 3,-4-2-13,-2-2-6,-7-1 2,-6-2-4,-6-3-1,0 0-5,-4-2 8,-14-2 3,-9-1 13,-4 1 3,-1-1-3,-1-1-7,4-1-5,2 1 0,2-2-4,2 1-8,5-1-33,0 1-45,5-1-86,1-6-154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1:23.35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0 182 474,'0'0'73,"0"0"1,0 0 0,0 0-29,0 0-35,0 0 11,0 0 13,35-13 38,-23 12 1,4-1-5,8-1-29,9 2-12,7-1-8,12 2-4,5 0-15,4 0 3,-1 5-3,-6 3 0,-10-2-6,-6 1-19,-9-3-10,-7 1-30,-6-1-41,-10-1-88,-6-3-98</inkml:trace>
  <inkml:trace contextRef="#ctx0" brushRef="#br0" timeOffset="314">311 242 492,'0'0'32,"0"0"-24,0 0 25,0 0 15,0 0-15,0 0 2,0 85-5,0-59 4,0 0 16,-5 4-19,-2 0-6,-2 1 4,-2 1-23,-2 1-4,4-3-2,0 1 0,5-3-37,-2-3-12,6-1-51,0-3-39,0-7-175</inkml:trace>
  <inkml:trace contextRef="#ctx0" brushRef="#br0" timeOffset="622">555 533 534,'0'0'91,"0"0"-51,0 0 20,0 0-47,-92 16-3,76 5-9,4 1-1,4 2 0,8 0-8,0-1 3,0-1 5,9-2-12,9-5 4,8-4 7,2-6-3,5-5 4,0 0 8,-1 0-6,-3-14 6,-5-3 4,-11-1 7,-7-1 21,-6 0 4,0-2-13,-6 1-17,-14 1-2,0 7-12,0 2-18,2 6-89,8 1-24,7 0-218</inkml:trace>
  <inkml:trace contextRef="#ctx0" brushRef="#br0" timeOffset="1021">1054 218 472,'0'0'30,"0"0"61,0 0-43,0 0-29,0 0 5,0 0 13,0 17-9,-8 6 40,-3 4-12,-2 5-11,-1 5 8,0 1-27,-1 1-11,2 1-5,-1-2-4,0-2-6,3-3 0,2 0-13,0-6-19,3-2-29,0-7-44,3-2-28,-1-5-22,2-5-34</inkml:trace>
  <inkml:trace contextRef="#ctx0" brushRef="#br0" timeOffset="1329">676 449 740,'0'0'103,"0"0"-5,0 0-54,0 0-44,0 0-5,83-5 5,-33 5 7,7 3-7,4 4 0,6-1-44,0 1-103,-4-3 7,-9-1-142</inkml:trace>
  <inkml:trace contextRef="#ctx0" brushRef="#br0" timeOffset="1531">1333 461 595,'0'0'90,"0"0"-17,0 0 19,0 0-74,0 0-8,0 0-10,-73-24-3,50 28-1,-2 8 2,4 2 2,3-2 3,3 5 8,8 2 0,1 1-11,4 1-12,2-3 11,2-3-26,17-2-11,8-4 27,5-6-7,-1-3 3,0 0-4,-5-16 19,-9-3 8,-5 1 27,-3 3 12,-9 2 11,0 5 4,0 3-23,0 3-24,0 2-2,0 0-13,0 0-11,-7 12-23,-2 5 30,1 3-2,5-2-15,3 1 12,0-2 1,0-2-4,12-2 4,9-3-12,4-5 3,8-4-35,2-1-8,2-4 22,-3-15-10,-2-9 48,-4-8 24,-3-3 7,-5-2 17,-4 2 12,-4-1-23,-2 2 10,-5 1-27,-2 0-12,-3 5 28,0 2-23,0 6 20,-3 9-17,0 5 10,0 7-8,3 3-4,0 0-14,-3 0-15,-1 17-14,-2 8 14,-3 9 13,-2 4 0,-1 2 2,0-1 3,-1 2 2,1-3-4,-2 2 6,0 1-6,2-3 2,-3 0-3,4-4 0,1-6-2,-2-1-5,1-3-16,4-2-40,0 0-81,4-4-16,3-4-33</inkml:trace>
  <inkml:trace contextRef="#ctx0" brushRef="#br0" timeOffset="3549">2040 519 480,'0'0'21,"0"0"53,0 0 37,0 0-32,0 0-9,0 0-16,0 0-8,54-55-12,-36 55-34,4 0-2,2 0-3,-5 11 3,-1 9 1,-6 5-10,-5 7 1,-4 0-1,-3-1 9,0-1 2,-1-7 1,-8-4 1,2-6-2,2-5 0,4-4 1,-1-2 0,2-2 17,0 0 5,0-16-23,11-9-10,9-6 10,9-5 2,5 1 4,1 6-1,-1 5-5,-1 5 6,-6 8-5,-4 4 2,-6 4-3,-7 3-1,-2 0-3,-4 3-14,-1 14-1,0 7 16,-3 6 3,0 2 1,0 0 4,-4-1-4,-8-4-1,-3-3 0,-2-1-3,0-5-10,-2-1-24,3-4-25,3-2-43,4-5-69,9-6-167</inkml:trace>
  <inkml:trace contextRef="#ctx0" brushRef="#br0" timeOffset="4104">2726 585 637,'0'0'33,"0"0"9,0 0-8,0 0-23,0 0-8,0 0 0,-92 9 3,78 8 5,5 3-5,4-1-5,5 1 1,0 0 6,0 1-5,11-3 6,9-1-6,5-6 6,7-2-4,2-8 8,0-1-5,5-1-7,-5-16 4,-3-4 1,-5-5 0,-10-2 3,-4 1 9,-10 2 11,-2 1 0,0 4-7,-15 2-11,-3 4-9,-5 4-2,1 6-55,0 2-79,8 2-37,11 0-198</inkml:trace>
  <inkml:trace contextRef="#ctx0" brushRef="#br0" timeOffset="130387">939 42 80,'0'0'0,"0"0"-1,0 0-9,0 0 10,0 0 18,0 0 6,2-27-24,-2 22-20,1-5-28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1:28.157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218 230 314,'0'0'69,"0"0"15,0 0-19,-97 11-39,67 6 4,4 5 9,2 1-6,5 3 1,5-3-5,8 3-16,6 0-11,0-3-2,15 1 2,13-4 7,7-4-8,6-6 3,0-6-4,-1-4-8,-1 0-8,-4-16 13,-6-8-2,-8-6 5,-8-3 0,-7-3 5,-6 3 12,0-1-6,-18 1 18,-3 7-22,-3 3 3,4 10 16,5 4-11,4 8-15,5 1 0,6 0-21,0 0-21,0 10-12,8 4 24,14-1 27,5-2 3,4-4 1,-2-5 6,-3-2-1,-2 0-3,-3-13 4,-3-7 14,-1-3 3,-3-3 3,-3-2-9,-3-1 40,-4 7-31,-3 4 12,-1 5-10,0 7-28,0 3 9,0 3-10,0 0-4,-4 2-11,-11 15-18,-7 9 23,2 7 10,1 4-5,1 3-2,4 3 7,0-1 9,0 2 5,-1 0-11,-1 1 2,-5 3-3,-2 3 7,-5 4-8,-3 1 0,2 1 10,3-4-11,8-4-6,9-6-1,7-5-9,2-7 7,0-7 2,18-4 7,5-5 3,5-6 7,6-5-3,2-4-5,3-4-2,-3-19-11,-5-11 7,-4-7 0,-8-2 4,-7-3-11,-9 1 11,-3 3 7,-10 0 5,-16 2 18,-2 4-15,1 7 6,3 8-20,8 7 10,6 7 1,5 3-10,5 4 4,0-1-5,0 1-1,0 0 2,0 0-2,8-2 0,11 1 1,5-2-1,5-3 10,3 2-7,-1-3-3,-1-2 0,4-4-4,2-2-14,3-2-109,4-4-121,-1-2-348</inkml:trace>
  <inkml:trace contextRef="#ctx0" brushRef="#br0" timeOffset="1019">1058 49 352,'0'0'251,"0"0"-161,0 0 23,0 0-59,0 0-54,0 0-6,-4 19-11,-8 11 17,-3 13 33,-3 7-1,0 7-5,-1-2-8,4 0-7,-1-2-8,2-6-4,4-3 11,2-9-2,2-8-2,5-8-7,1-11 2,0-4-4,0-4 2,0 0 0,0-9 33,6-16-19,7-9-6,1-3-8,1-2 9,1 3-9,2 6 1,-2 9 9,0 4-10,1 6-8,-2 5 6,-2 2 0,4 4-9,1 0 8,1 0 0,3 15-5,-2 6 3,-1 5-4,-2 5 3,-4 2-1,-7 2-3,-6-4 4,0-3 1,-5-4-3,-15-3 6,-4-6 2,-6-3 3,3-5 7,-1-5 1,2-2-10,4 0-1,0 0 0,2 0-10,1-11-23,7-3-45,7-2-75,5-2-107</inkml:trace>
  <inkml:trace contextRef="#ctx0" brushRef="#br0" timeOffset="1606">1385 384 156,'0'0'508,"0"0"-435,0 0-10,0 0-63,0 0 2,0 0 29,-15 77 15,3-44 27,-3-2-33,3-3-27,2-1-12,-2-6-1,3-2-14,3-3-66,0-7-92,6-8-81</inkml:trace>
  <inkml:trace contextRef="#ctx0" brushRef="#br0" timeOffset="2057">1665 0 145,'0'0'330,"0"0"-309,0 0-16,0 0 32,0 0 48,0 79-29,0-41-11,-4 4 4,-5 5-3,0 1-26,-1 0-5,-4 0-9,2 0 22,-1-3-10,6-3 3,1-4 2,6-7-21,0-5 4,0-4-3,7-5-1,8-4 1,1-3 6,2-6-7,2-3 8,1-1 0,4 0-2,0-17 5,2-4-11,-1-4 6,-3-2-7,-3 0 5,-7 1-2,-3-1-2,-7 1 1,-3 2 11,0 3-3,0 4 1,-3 3 19,-4 5-25,3 4-4,-1 2-2,-2 3-8,-1 0-5,-4 0 4,2 3 1,2 12 1,3 4-13,5 2 10,0 3-3,7 3 13,12 0 0,10 1 2,1-1 1,-2-3-1,0-6-1,-6-1-1,-5-5 2,-5-2-2,-6-1 2,-6-2 1,0-1 0,0 2 0,-2 1-2,-14-1 3,-2 1 6,-6-2 2,3-3-11,0-3 3,-1-1 5,0 0-9,-2 0-1,3 0-13,0-10-57,2-8-95,4-7-89,0-9-332</inkml:trace>
  <inkml:trace contextRef="#ctx0" brushRef="#br0" timeOffset="2760">1600 180 288,'0'0'461,"0"0"-319,0 0-17,0 0-81,0 0-44,0 0 6,52 13-6,-16 1 19,-2-1 0,-7-4-17,-4-2-2,-6-2 1,-5-2-1,-3-2 0,-3 1-2,-4-2-2,-2 0 3,0 0-8,0 0 8,0 0 0,0 0-12,0 0-5,0 0-16,0 0-24,-2 0-25,-14 0-82,-3 0-47,-3 0-277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1:32.544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80 136 621,'0'0'28,"0"0"49,0 0-31,0 0-45,0 0-1,0 0 2,10 33 18,-9-5 41,-1 3-23,0 5-3,0-2-3,0 1-7,-10-2-13,1-5-3,-1-2 0,-2-6-9,0-3-9,3-6-13,0-3-25,3-2-37,3-6-12,-2 0-26,-1-11-81</inkml:trace>
  <inkml:trace contextRef="#ctx0" brushRef="#br0" timeOffset="587">159 318 503,'0'0'44,"0"0"84,0 0-86,0 0-18,0 0-24,0 0 13,77-64 12,-56 61 18,-2 1 1,-2 2-14,2 0-14,-2 0 1,-1 2-17,1 13-1,-1 5-7,-2 5-4,-6 4 12,-3-1-7,-5 0-4,0-1 11,0-4 0,-6-5 3,-4-4-3,2-6 4,4-4 0,0-2 0,1-2-1,3 0 2,0 0 11,0-9 14,0-10-16,7-8-8,13-6 4,6-2-10,9 0 6,-2 5-15,0 9 8,-5 7-9,-6 6 6,-6 4 0,-9 1-4,-2 3 8,-2 0-2,0 0-4,4 0 0,1 0 6,1 8 4,1 6-4,-3 4 13,0 3-6,-4 2 7,-3 0-14,0 0 0,0 2-1,-5-1 0,-7 0 1,-3-1 0,2-1-8,-4-4-48,5-2-8,1-4-67,8-3-33,3-5-350</inkml:trace>
  <inkml:trace contextRef="#ctx0" brushRef="#br0" timeOffset="1291">1264 165 388,'0'0'111,"0"0"-22,0 0 19,0 0-52,0 0-21,0 0-13,-43-30 2,30 28 2,-8 2-16,-3 0-5,0 0 5,-2 2 9,6 6-14,5 2 2,3 3-7,6 3-19,4 2 6,2 6-5,0 3 18,14 1 3,7 0 8,6-1-1,1-3-10,2 0 2,-5-4 4,-5-1-6,-7 0-3,-7-4-5,-6 2 4,0-3-15,-5 0 17,-12-4 2,-6-1 14,-5-3 5,-5-5-14,-4-1 11,-1 0-13,4-1 8,4-9-11,6 0-10,11-2-66,7-1-40,6-1-52</inkml:trace>
  <inkml:trace contextRef="#ctx0" brushRef="#br0" timeOffset="1779">1510 0 688,'0'0'42,"0"0"57,0 0-84,0 0-15,0 0 0,0 0 25,33 97 5,-30-59-2,-3 0-3,0 3-3,0 0 6,-13 1-1,1 1-16,-2-1-6,0-4-5,1-1-1,2-5-21,3-3-21,5-7-33,3-4-33,0-7-49,14-5-95</inkml:trace>
  <inkml:trace contextRef="#ctx0" brushRef="#br0" timeOffset="2062">1759 333 623,'0'0'47,"0"0"91,0 0-24,0 0-76,0 0-21,0 0-17,-44-20 2,17 35-6,0 7 9,2 1-5,5 4 0,8 0-7,8 1 6,4-1-8,0-1 8,9-4 1,10-2 10,5-6-8,3-4 1,1-9 2,4-1-3,-1 0 12,-3-9-6,-4-9-5,-7-2-2,-6-5 6,-7 0-7,-4-2-2,0-1 2,-17 4 3,2 3-3,1 5-9,3 7-48,2 1-89,4-2-105</inkml:trace>
  <inkml:trace contextRef="#ctx0" brushRef="#br0" timeOffset="2476">2112 121 365,'0'0'183,"0"0"-51,0 0-27,0 0-79,0 0-21,0 0-5,3 14-14,-3 6 14,0 7 23,-5 5 15,-2 2 20,-2 4-15,-1 1-6,2 2-19,-1 2-6,-3-2-5,3-2-3,0-5 1,3-2-4,0-5 2,5-4-2,1-2-1,0-1 7,0-3-6,15 0-1,5-2-13,5-2 0,3-5-29,0-5-24,0-3-79,-2-5 13,-7-15-180</inkml:trace>
  <inkml:trace contextRef="#ctx0" brushRef="#br0" timeOffset="2842">1928 320 587,'0'0'112,"0"0"36,0 0-52,0 0-47,0 0-27,0 0-14,81 3-3,-42 1-3,-2 2 2,-4-2 0,-3 0 6,-2-1 22,-3 0-8,-2 1-9,-7-1-5,-4 0-7,-8-1-2,-2 0 2,-2-2-3,0 1 0,0 1-10,0-2-9,0 0-30,-2 0-36,-7 0-37,1 0-64,2 0-281</inkml:trace>
  <inkml:trace contextRef="#ctx0" brushRef="#br0" timeOffset="3330">2603 394 270,'0'0'283,"0"0"-147,0 0 34,0 0-61,0 0-16,0 0-14,-5-5-13,5 5-12,3 0-27,12 0-11,8 0-10,9 0-6,14 0-2,9 8 2,8 7 2,0-1-2,-2 0-4,-8-4 3,-6-2 1,-6-2-1,-2-2 1,0 1 0,0 0-1,-4-3 0,-13 1 1,-10-1-1,-9-2 3,-3 0-4,0 0-1,0 0-5,0 0-17,0 0-1,0 0-16,0 0-2,0 0-3,-4 0 7,-6 0-45,0-6-95,-5-4-84</inkml:trace>
  <inkml:trace contextRef="#ctx0" brushRef="#br0" timeOffset="3773">3129 217 492,'0'0'140,"0"0"14,0 0-16,0 0-68,0 0-30,0 0-20,0-5-20,10 8-2,12 13 2,9 5 8,6 7-3,-1 3 0,-3 3-3,-4 1 0,-3-2 0,-10-3-2,-6-5 2,-5-4-4,-5-1-1,0-1-1,0-1 4,-7 0 0,-10 0 0,-5 1 11,-8-1 9,-3-1 1,-2-2-14,2 1-4,1-3 6,7 0-9,4-2-8,5 0-21,1 1-35,4 0-67,4-5-133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1:39.578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83 44 306,'0'0'135,"0"0"-67,0 0 48,0 0-75,0 0 11,0 0 17,0 0 15,17-39-8,-17 37-21,1 1-12,-1-1-14,0 2-5,0 0-21,0 0-3,0 0-4,0 16-19,0 9 22,-4 9 1,-5 3 14,3 1 2,0 0-7,0 2-1,0 0-1,-3 3-4,0-2-2,1-5 4,-2-3-4,3-5-1,2-5 3,2-5-3,-1-2-1,2-5-3,-2-3-9,1-1-13,3-2-4,0-3-21,0-2-26,0 0 8,0 0 16,0 0-26,0-12-98,0-6-303</inkml:trace>
  <inkml:trace contextRef="#ctx0" brushRef="#br0" timeOffset="578">805 178 356,'0'0'111,"0"0"-22,0 0-2,0 0-61,0 0-1,0 0 2,-26-21 1,6 14 8,0 0 18,-6-2 3,-3 1-14,-3-4-21,-5 0 1,1-1-2,0 1-11,5 2-9,4 3 0,7 4-1,7 2 0,4 1-2,6 0 1,0 0-4,3 0 0,0 0-4,0 0 1,0 0 1,0 0 2,0 0-4,0 0-1,0 8 10,0 2 5,0 1-4,0 3-1,0 1 0,0 5-1,0 3 1,0 1 0,0 1 5,0 1-5,0 1 0,-7-1 2,-1 0-2,1-5 1,0-4 2,0-4-3,4-7 1,3-1 3,-1-4-2,1-1-2,0 0 8,0 0 8,0 0 5,0 0-5,0 0 4,0 0-10,0 0-5,0-4 0,7-2-5,2 1-2,2 1-4,2 1 6,2 3-16,3 0 6,-2 0-2,4 1-3,-4 10-1,-1 1-2,-3-2 13,-2 1-1,-2-1 5,-2 1 1,0 2-1,-3 1-3,-2 3-3,-1 0 7,0 3-4,0-1 4,-7-2 5,-7 0 2,-2-3-5,-2-2 1,-7-4 14,-4-2-3,-4-3-2,-7-3-1,1 0 0,1 0-3,3-6-4,4-5 9,7-4-7,2 1 8,4-1-13,5 1 4,5 4-4,6 3-1,2 1-1,0 2-8,3 0-6,12-2-23,3 2-18,8-1-89,-1 1-40,0-2-132</inkml:trace>
  <inkml:trace contextRef="#ctx0" brushRef="#br0" timeOffset="1801">1205 137 267,'0'0'92,"0"0"18,0 0-18,0 0-15,0 0-13,0 0-16,0-32 4,0 29 2,0-1-17,-1-1-21,-6 1-3,0-1-2,-3 1-3,-3 1 5,-2 3-11,-3 0 3,-3 0-3,-3 11 1,-3 4 5,-1 2 12,-2 2-6,0 2 6,2 3-7,3 0-3,3 6-5,2 0-1,3 4-3,5 2-2,3-3-2,2 1 2,1-1 2,5-1-1,1-2 3,0-2-3,0-1 0,8-4 0,4-2-3,3-3 3,3-3-3,1 0-7,3-5 8,0-2 0,0-2 1,-1-2-8,0-2 6,-2-2 0,-2 0 0,1 0 0,-5-3 3,0-9 7,-2-2-5,-3-2 2,-3 0 7,-2 0 2,-3-1-1,0 0-3,0 1-9,0 1 0,-10 3-1,-4 1 1,-5-1-1,-5 2-1,-3 0 0,-3 3 2,4 3 0,5 2 0,7 2-1,6 0-2,3 0-12,2 0-32,0 6-21,1 3-34,2 1-79,0-3-172</inkml:trace>
  <inkml:trace contextRef="#ctx0" brushRef="#br0" timeOffset="2777">1504 497 214,'0'0'116,"0"0"6,0 0-27,0 0-40,0 0 5,0 0-5,0 0-11,0 0-10,0 0-1,0 0-13,0 2-8,-5 1-12,1 2-1,-4 4 1,0 0-2,2 1 6,2 0 0,1-2 0,3-2-4,0-2 0,0-1 2,0 0-2,0-2 2,0-1 6,8 0 1,4 0 12,1 0-12,2-2-1,-6-6-6,-1 3 5,-8-1 2,0 3 5,0-1 8,0 0-19,0 0-3,-8 1 0,0 2-2,1 1-1,1 0 2,2 0 1,-1 0-7,5 0 4,0 0-7,0 0-17,0 0-30,0 0 0,0 0-60,0 0 2,0 0-223</inkml:trace>
  <inkml:trace contextRef="#ctx0" brushRef="#br0" timeOffset="3655">1814 255 88,'0'0'219,"0"0"-119,0 0 22,0 0-37,0 0-21,0 0-11,0-37-3,0 30-1,0 2-18,0 0-17,0 0 1,0 1-11,0 0-4,0 0-6,7 0-18,1-2 15,4 3 0,4 0 6,-1 2-3,3 1 4,0 0 2,4 7-4,4 7 2,-1 3 2,-7-1-3,-2 1 3,-6 1-6,-6 1 6,-2 4 0,-2 3 0,0 2-1,-2 1 1,-9 3 0,-5-2-1,-2-1 1,-4-4 1,-3-4 4,-2-2 0,-2-4-4,-1-4-1,2-1 6,3-3-3,-1-1 1,4 0 0,7-2-3,0 0-1,9-1 0,3 1-1,3-1-7,0 0 2,0 1-15,8 3 21,11 0 12,8 3 8,3 0-11,2 0-9,4-2 1,3 1 2,3-3 3,-2-1-6,-3-2 1,-5-2 1,-7-1 4,-8 0-4,-7 0 6,-6 0 23,-4 0 18,0 0-17,0 0-32,0 0-10,0 0-33,0 0-60,0-1-43,-1-3-39,-1-5-111</inkml:trace>
  <inkml:trace contextRef="#ctx0" brushRef="#br0" timeOffset="4465">2307 255 435,'0'0'110,"0"0"-27,0 0-69,0 0-12,0 0-2,0 0 29,-59 30 7,44-14 11,2 0 15,4-2-45,3-2-6,4 0-1,2-3-3,0-2-4,0-1-3,0 0 2,3-3-2,5 1 5,5-1 2,-1-2 5,5 2-8,1-3 2,2 1-3,3 1-2,-5-1 0,0 3 1,-3 1-4,-4 2-3,0-1 4,-3 2-3,-1 2 3,-3 1-9,-1 3-1,0 2 11,-1 2 7,-1 3-6,1 1 10,-2 1-3,0 1-2,0-4-3,0 0-3,0-5 0,-6-2-2,-3-3 5,-1-3 4,-3-4 4,-3-2 5,0-1 16,-5 0-12,-1 0-3,2-2-3,1-7-13,3 0-1,2 1-5,5-2-22,0 0-3,3-1-26,2 0-84,2 0-66,2-2-112</inkml:trace>
  <inkml:trace contextRef="#ctx0" brushRef="#br0" timeOffset="5070">2341 239 417,'0'0'192,"0"0"-76,0 0-57,0 0-37,0 0 5,89 2 15,-53 2-1,0-1 2,-2-3 2,-3 0-2,-7 0 4,-7 0-26,-3 0 3,-4-5-10,-4 3 2,-2-1-15,-2 1 12,-2 1-7,0 1-4,0 0-2,0 0-9,0 0-9,0 0-29,0 0-42,-2 0-60,-7 8 28,-3-1-82,-1-1-85</inkml:trace>
  <inkml:trace contextRef="#ctx0" brushRef="#br0" timeOffset="6069">3090 77 307,'0'0'212,"0"0"-212,0 0-6,0 0-8,0 0 14,0 0 4,4 47 22,1-27 39,-4 2-25,-1-1-2,0 3 4,0 6-3,0 3 2,-6 7-22,-6 3-12,0 1 4,0-2-6,-1-1-4,4-5 4,-2-8-5,3-4 2,0-6-2,4-6 1,2-5 5,2-4-4,0-2 0,0-1 8,0 0 4,0 0 6,0 0 7,0-14 6,3-6-26,8-6-6,0 1 3,2 0-3,1 4-1,1 3-1,0 6 1,-3 2 0,2 3 1,0 4-1,3 3 0,5 0-4,2 3 0,1 12 2,1 2-2,-8 5 4,0 2-7,-9 1 5,-5 2-5,-4 0 4,0-1 3,0-2-8,-6-4 5,-6-3 3,-3-4 2,-1-3-2,-5-5 11,0-2 7,-3-3-3,2 0-14,-1 0 9,4 0-10,4-4-10,3-4-15,3-4-9,5 0-3,4-3-93,0 0-32,10-1-315</inkml:trace>
  <inkml:trace contextRef="#ctx0" brushRef="#br0" timeOffset="6736">3539 449 639,'0'0'78,"0"0"-32,0 0-36,0 0-10,0 0 14,0 72 28,-6-47 9,-3 2-11,1-1-13,0-4-12,2-2-15,-1-3 0,3-1-27,2-5-56,2-4-39,0-7-103</inkml:trace>
  <inkml:trace contextRef="#ctx0" brushRef="#br0" timeOffset="7171">3919 136 305,'0'0'125,"0"0"-107,0 0 23,0 0-16,0 0 1,0 0-7,0 13 19,-10 4 23,-2 2-9,-4 4-37,0 4 24,0 5-8,1 5 1,0 4-17,3 4-2,3 0 3,5-3-13,1-2 2,3-7-2,0-3 4,0-5-5,0-6 1,3-5-3,6-3 2,3-2-2,4-5 4,6-2 8,3-2-7,1 0-3,0-16 3,-3-5-3,1-3 1,-4-1 3,1-1-5,-6 4 9,-2 2 5,-4 3 10,-3 6 1,-1 1-12,-1 2-7,-4 3-7,0 1-5,0-1-6,0 3 6,0-1 3,-6 1-1,-3 1 2,-3 1-4,0 0 2,5 0-2,-1 0-2,4 7-4,1 6 10,-2 1-7,5 3 8,0 2 7,0-1-5,6 1-2,8 2 2,5 1 2,-1 0-3,3 1 3,-5-3-4,-7-3 1,-1-2 3,-7-1-4,-1-3-1,0 0 0,0-1-5,-6-2 6,-3-3 1,0-2 0,-4-1-1,-5-2 18,-3 0 5,-9-8-16,-1-4-7,-1-4-3,3 2-23,3 0-29,7 2-33,5-1-26,7-3-32,7 0-110</inkml:trace>
  <inkml:trace contextRef="#ctx0" brushRef="#br0" timeOffset="7980">3818 236 527,'0'0'138,"0"0"48,0 0-88,0 0-56,0 0-6,0 0-5,12-10-7,-3 9 21,0-1-15,5 1-7,3 0-7,4-1-4,4 1-11,3 1 0,-1 0 4,0 0-5,-4 0 2,-4 0-2,-4 0 0,-3 0-2,-2 0 1,-4 0-2,-3 0 3,0 0 0,-3 0 0,0 0 0,0 0-2,0 0-2,0 0-2,0 0-1,0 0-8,0 0-16,0 0-16,0 0-42,-6 0-60,-6 1-2,-5 3-14,-2-4-314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2:18.14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0 187,'0'0'82,"0"0"-82,0 0 1,0 0-1,0 0-8,0 0-40,0 0-77</inkml:trace>
  <inkml:trace contextRef="#ctx0" brushRef="#br0" timeOffset="846">326 456 761,'0'0'59,"0"0"-53,0 0 29,0 0 5,0 0-40,0 0-7,1 0-24,-1 0-85,0-3-110</inkml:trace>
  <inkml:trace contextRef="#ctx0" brushRef="#br0" timeOffset="5730">4963 441 953,'0'0'85,"0"0"-38,0 0 26,0 0-73,0 0-8,0 0-56,1 7-49,10-5-135,2 0-76</inkml:trace>
  <inkml:trace contextRef="#ctx0" brushRef="#br0" timeOffset="9691">7606 491 212,'0'0'448,"0"0"-391,0 0 68,0 0-125,0 0-84,0 0-161,30-17-77</inkml:trace>
  <inkml:trace contextRef="#ctx0" brushRef="#br0" timeOffset="29008">21180 765 469,'0'0'45,"0"0"-45,0 0-130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2:18.27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183 1 43,'6'-1'237,"-6"1"-190,0 0 11,0 0-6,2 0-11,-2 0-17,0 0 13,0 0 12,0 0-6,0 0-1,0 0 6,0 0-15,0 0 1,0 0-19,0 0-10,0 0-5,0 0 0,0 0-3,0 0 2,0 0 1,0 0 0,0 0 1,0 0 6,0 0 0,0 0 9,0 0 1,0 0-5,0 0-7,0 0-5,0 0-17,3 0-34,3 0-43,4 0-155</inkml:trace>
  <inkml:trace contextRef="#ctx0" brushRef="#br0" timeOffset="488">0 479 120,'0'0'675,"0"0"-653,0 0 35,0 0-22,0 0-35,0 0-4,-3 0-7,3 0 1,0 0-8,0 0-45,0 0-17,0 0-30,15 0-35,10-1-48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2:20.747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0 186 314,'0'0'96,"0"0"16,0 0-2,0 0-47,0 0-21,0 0-6,-3-6-6,3 6 0,0 0-6,12-3-1,12 1-10,13 0-4,12 2-1,11 0-2,7 0-5,3 4 0,0 6-2,-10 0-13,-14 3-25,-14 0-72,-18-2-38,-14-5-147</inkml:trace>
  <inkml:trace contextRef="#ctx0" brushRef="#br0" timeOffset="299">204 261 421,'0'0'149,"0"0"-110,0 0 44,0 0-56,0 0-27,0 0 2,21 16-2,-13 10 11,-5 5 14,-3 3-2,0-1 11,0-1-24,-3 0-6,-8 1-2,2-1 2,3-1-4,2-4-17,4-6-47,0-4 3,0-4-10,13-8-117</inkml:trace>
  <inkml:trace contextRef="#ctx0" brushRef="#br0" timeOffset="600">552 452 602,'0'0'34,"0"0"-20,0 0 5,0 0-9,0 0-7,0 0 7,-67 86 8,65-64-13,2-4-5,0-2-4,5-4 4,8-5 6,7-1 17,2-6-6,5 0-10,1 0 6,-3-8-12,-2-9 17,-1-3-11,-4-4 0,-6 0-3,-7 2 16,-5-1-14,0 3-2,-14 2 4,-4 2-5,-4 4-6,-2 0 1,-3 7-30,5 2-45,3 1-50,11 2-129</inkml:trace>
  <inkml:trace contextRef="#ctx0" brushRef="#br0" timeOffset="997">925 189 599,'0'0'3,"0"0"8,0 0 51,0 0-22,0 0-37,0 0 25,0-10 1,0 10-1,0 14-27,0 14 21,0 12 27,0 6 6,0 6-24,-3 2-20,-6-3 0,0 0-5,-1-8-6,2-6-6,5-6-27,2-7-20,1-4-41,0-7-14,0-5-24,0-8-101</inkml:trace>
  <inkml:trace contextRef="#ctx0" brushRef="#br0" timeOffset="1297">755 488 797,'0'0'34,"0"0"75,0 0-77,0 0-32,0 0-13,109-28 2,-62 28 8,0 0-1,5 0-6,5 0-11,2 0 3,-1-5-11,-8 1 16,-13-2-19,-19 1 20,-6-2 12,-11 1 16,-1-1 28,0 0-7,0 0-32,-16 2-3,-5 2-3,-6 1 1,-3 2-7,-1 0 5,4 10-1,3 6-6,8 0-4,7 1 7,9 0-4,0 1-18,13-4 19,14-3-13,10-4 16,7-4-16,-1-3-14,-4 0 6,-5 0 18,-6-12-4,-11 0 16,-4 1 2,-10 2 13,-3 3 30,0 3 6,0 2-18,0 1-3,0 0-29,-4 0-1,1 6-13,-1 8 0,4 3 1,0 2 1,4 1 11,14 1 2,7-3 8,8-4-2,9-5 9,7-5-6,-4-4-11,-1 0 0,-8-12-18,-10-13 7,-10-10 11,-3-8 8,-8-10 13,-2-9 11,-3-8 13,0-3-30,-3 6-10,-5 14 16,1 15-9,-2 10 1,2 6 20,-1 6 2,2 7-1,2 3 10,2 5 0,2 1-17,0 0-27,0 0-9,0 5-16,0 16-3,0 14 27,0 8 2,0 11 4,0 5-2,0 1 5,2 0-5,2-6-3,2-5 0,-1-2-4,-2-3-26,1-2-29,1-4-28,5-3-21,5-5-13,6-6-9,7-9-118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2:22.97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0 221 734,'0'0'63,"0"0"-41,0 0 64,0 0-84,0 0-3,123-57 1,-76 57 0,-3 0 9,-4 6-6,-9 9 1,-5 7 5,-7 3-8,-8 3-1,-8 5-6,-3 0 2,0 0 4,0-3 8,-11-7-8,3-4 7,-1-6-4,2-5-1,3-5 6,2-2-2,1-1 2,1 0 20,0-14-12,0-10-16,9-8-26,13-4 21,6 2 2,2 5 2,-2 6 0,-1 8 1,-3 3 0,0 5 0,-3 5-1,-2 2-6,-4 0 7,0 0-3,0 5 4,-3 9-1,-2 3 4,-5 3 1,-2 4 7,-3 3-9,0 3 4,-6 1-6,-9-2-2,2 0-2,2-4-21,4-4-45,4-4-6,3-6-22,0-5-41,6-5-109</inkml:trace>
  <inkml:trace contextRef="#ctx0" brushRef="#br0" timeOffset="502">873 330 624,'0'0'42,"0"0"81,0 0-37,0 0-18,0 0-15,0 0-29,-48-60-24,26 67-3,-1 10-9,3 4 10,5 0-3,7 1-9,8 2 2,0-2 9,0 2 3,18 0 4,7-5 7,1-4-5,2-5-1,-1-6-5,-3-4 2,-2 0 3,-2-14-2,-1-7 13,-1-5-10,-8 1 4,-5 1-7,-5 0 3,0 6-5,0 2 9,0 5 3,-3 2-13,-2 5-5,-1 3-40,-2 1-43,-1 0-87,1 0 0,2 1-169</inkml:trace>
  <inkml:trace contextRef="#ctx0" brushRef="#br0" timeOffset="1231">2052 148 614,'0'0'73,"0"0"18,0 0-9,0 0-45,0 0-16,0 0-17,-45-30-4,28 44 0,-2 5 4,3 3 2,2 0-1,7 2-3,4 0-2,3 3 1,0-3 8,3-2-5,13-2 2,8-6-4,5-4 6,2-4-3,6-6-1,-4 0-4,-2-8 5,-5-12-3,-7-4-3,-4-4 2,-8-2-2,-5-1 0,-2 0 1,0 2 0,-5 4 10,-3 8-5,0 9 1,8 4-3,0 4-3,0 0 0,0 0-15,0 0-24,8 10 4,11 2 35,6-1 3,2-2 3,0-7-5,-5 0 2,4-2 1,-3 0 1,-2-13-2,-3-5 8,-3-2 1,-9-1-4,-3 0 3,-3 1 7,0 4-11,0 3 1,0 4-2,-6 5-5,3 2 0,-4 2-1,1 0-10,-6 15-1,-4 7 9,2 10 2,-1 10-5,3 4 10,3 6-10,-1 2 10,2-2-5,1-1 0,-1 1 1,0-1 3,0-2-3,2 2-2,1-1 2,-1-3 3,-2 2-2,-3-2-1,-4 3 3,0 0 2,2-1-2,1-6-3,6-4-1,4-13 1,2-6 0,0-9-1,0-6 0,2-4 4,12-1-2,11 0 35,6-10-11,5-10-21,4-5-1,-4-3-4,0-2-4,-5-2 2,-6-1 1,-4-2 1,-9 1-1,-6 0 2,-4 0 4,-2 3-3,-2 1-2,-13 5 0,-4 4 3,4 8-3,2 5 2,7 5-3,4 3 4,2 0-4,0 0 1,0 0-12,5 0 8,14 3 4,7 8 0,9 1 0,1-2 6,1-1-6,-4 0 0,-3-4 0,-6-2-2,-11-2 1,-4-1 1,-6 0 3,-3 0 1,0 0-1,0 0 0,0 0-3,0 0-11,0 0-10,0 0-24,-9 0-42,-7 0-85,-8 0 22,5 0-54,2 0-99</inkml:trace>
  <inkml:trace contextRef="#ctx0" brushRef="#br0" timeOffset="67834">1899 854 433,'0'0'8,"0"0"-8,0 0-6,0 0 4,0 0 2,0 0-9,0 0 6,0 0 3,0 0 9,0 0-9,0 0 0,5 0 5,1 0-1,4 0-3,2 0 2,0 0-3,5 0 4,-1 0-4,-1 0-1,6 0-2,0 0 0,-2 1 3,3 2-10,-3 0 8,-2 1-2,0-1 2,-1 0 2,1-2-2,-1 1 2,3-2 0,-4 0 2,-3 0-2,-1 0 0,-8 0 0,-2 0 0,-1 0 0,0 0 1,0 1 8,0-1-7,0 0-2,0 0 0,0 0 0,0 0 0,0 0 0,0 0-1,2 0 0,1 2 1,0-1 0,1 1 0,2-1-2,-2 2-4,2 0 4,2 1-4,8-1 5,-1 1-5,3-1 6,-1 0 1,0 0-1,0-1 0,2 0 0,-1 1 0,-1-1 0,-3 0 0,-2 1-23,-2-1-15,-2 0 2,-3 0-33,-5 0-78</inkml:trace>
  <inkml:trace contextRef="#ctx0" brushRef="#br0" timeOffset="69364">1046 1045 218,'0'0'0,"0"0"6,0 0-6,0 0 0,0 0 1,0 0 24,79-33 17,-77 30-7,1 1-6,1-1-2,7-1-23,5-3-3,8 1 0,4 0 6,3 3-5,-1 2 8,0 1-9,-4 0-1,1 0 0,-2 0 0,2 0 0,4 0 0,0 0 0,5 0 1,3 0-1,6-1 0,4-4 7,0 1-3,2 1 5,-8-1 2,-8 2-2,-15 2 8,-9 0-17,-7 0 0,-4 0 1,0 0 0,0 0 5,0 0-1,0 0 2,0 0-7,0 0 1,0 0-2,0 0-1,0 0-38,0 0-47,0 0-24,-10 3 56,-4 0-137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2:27.05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101 43 476,'0'0'111,"0"0"2,0 0-26,0 0-18,0 0-50,0 0 0,0-3-14,0 7-5,0 16-1,-4 10 1,-4 9 18,-3 8 1,-2 2-2,-1-2-3,2-7-7,-2-6 0,7-8-2,-1-8-5,2-7-5,3-4 2,2-4-1,1-2 4,0 1 5,0-2 11,0 0 3,0 0 8,0-13-27,6-8-13,6-3 3,4 2 9,-1 0 1,3 6-1,0 2 1,0 5-1,3 3-7,4 6 3,5 0-1,4 6 2,0 11 0,1 4 1,-8 2 2,-9-1-8,-5 0 4,-10-2-1,-3 2-5,0-2 0,-3-3-1,-15-3 10,-3-3 2,-1-6 1,-5-2 11,0-3 2,-1 0-7,0 0 0,1-8-7,4-2-17,4-3-31,7-1-91,9-1 34,3-4-105</inkml:trace>
  <inkml:trace contextRef="#ctx0" brushRef="#br0" timeOffset="574">574 304 285,'0'0'312,"0"0"-237,0 0-46,0 0-27,0 0 6,0 0 42,-35 73-13,22-48-15,4-2-7,-1-3-6,4-4-9,2-1-20,2-4-64,2-4-71,0-7-148</inkml:trace>
  <inkml:trace contextRef="#ctx0" brushRef="#br0" timeOffset="989">989 0 568,'0'0'78,"0"0"-45,0 0 37,0 0-66,0 0 0,0 0-4,-3 67 34,-12-28 2,2 3-17,-2 3 5,3-1-10,3-1 2,0-4-7,3-2-2,3-5-5,3-4-1,0-3-1,0-7-4,8-2-1,5-4 10,3-4-4,4 0 10,6-4 0,3-4-6,4 0-5,-1 0-10,3-12 7,-2-7-2,-2-3-18,-4-3 10,-3-2 10,-8 1 1,-4-1 2,-8 4 21,-4 4-6,0 6-15,0 5 2,0 2-4,-4 5-6,-9 1 7,-1 0-10,-2 0 2,5 0 2,2 12-4,6 2-2,3 3 10,0 3-2,2 1 5,13 0 10,4-1 1,1 0-3,-3-3-5,0-3 1,-2 0-8,-5-1 6,-1-2-2,-3-1 0,-3-2 2,-1-1-1,-2 2 2,0-2-3,0-1-4,0-4-2,-8 1 6,-8-1 15,-9-2-1,-5 0-14,1 0-140,5-9-95,3-8-258</inkml:trace>
  <inkml:trace contextRef="#ctx0" brushRef="#br0" timeOffset="1649">981 116 687,'0'0'51,"0"0"41,0 0-33,0 0-57,0 0-2,108-8 10,-75 11 7,-2 1 11,-2-1-7,-4-1-13,-4-2-1,-6 0 0,-1 0-1,-3 0-5,-3 0-1,-4 0-24,-4 0-32,0 2-80,0-2-26,0 0-132</inkml:trace>
  <inkml:trace contextRef="#ctx0" brushRef="#br0" timeOffset="1979">1781 20 635,'0'0'45,"0"0"39,0 0-30,0 0-54,0 0-13,0 0 13,6 79 37,-12-37 27,-9 10-24,0 1-8,-1 5 12,2-2-13,1 0-20,-2 0 0,0-4-8,0-1 1,1-2 0,0 0-4,-2-2-2,-1-3 1,1-3-10,2-6-32,7-5-19,3-6-34,4-7-3,2-12-36,18-5-117</inkml:trace>
  <inkml:trace contextRef="#ctx0" brushRef="#br0" timeOffset="2383">2324 129 398,'0'0'116,"0"0"27,0 0-76,0 0 10,0 0-36,0 0-18,-28-30-9,19 30-11,-3 0-3,-1 10 0,2 10-8,-2 5 6,5 9 1,4 3 1,-1 4 13,5 2 12,0 0-17,0-2-5,5 0-3,11-3 6,1-3-1,-1-1-4,-4-5 8,-6-3-2,-4-5 5,-2-1 12,0-3-16,-3-2 8,-11-2-9,-7-3-4,-3-5-1,-2-2-2,-4-1-48,4-2-63,2 0-84,10-7-111</inkml:trace>
  <inkml:trace contextRef="#ctx0" brushRef="#br0" timeOffset="2759">2144 455 673,'0'0'103,"0"0"22,0 0-42,80-21-63,-36 21-20,8 0 0,-3 2 5,-3 7-5,-8-2-5,-11 0-26,-5-1-72,-10-1-98,3 1-137</inkml:trace>
  <inkml:trace contextRef="#ctx0" brushRef="#br0" timeOffset="2961">2618 435 681,'0'0'68,"0"0"90,0 0-91,0 0-67,90-11 0,-61 23 0,-4 4 5,-5 1 9,-2 2-10,-6 3 2,-4 2 4,-5 0 6,-3-1-5,0-1-11,0-4-2,-9-2 1,-2-6-1,-1-3 2,3-5 2,5 0 0,-1-2 2,4 0-2,1 0 13,0-13 3,0-3-18,3-6 7,12-2-5,6-3 11,4 2-1,5 2-1,0 3-7,1 5-4,-3 1 0,-7 4-1,-1 5-7,-6 0-14,-2 4-66,1 1-123,1-2-83</inkml:trace>
  <inkml:trace contextRef="#ctx0" brushRef="#br0" timeOffset="3395">3305 466 254,'0'0'271,"0"0"-181,0 0 29,0 0-55,0 0-22,0 0-19,-44-42 2,19 42-16,-5 0-4,-1 1 0,-1 13-4,2 5-1,7 2-2,3 1 2,8 2 1,6-1 1,5-2 0,1-1 9,0-3-3,15-4 0,4-6-3,0-4 9,3-3-7,0-2 16,0-15-15,-1-4-6,-3-6-3,-3 2 1,-3 1 0,-8 5 0,-2 7 33,-1 6-3,-1 3 7,0 3-20,0 0-15,0 0-2,0 0-15,0 7 2,0 10 6,-7 6 6,1 5 2,0 1 0,5 3-1,1-3-2,0-4-6,0-5-51,7-6-11,-3-5-69,1-6 0,4-3-83</inkml:trace>
  <inkml:trace contextRef="#ctx0" brushRef="#br0" timeOffset="3882">3375 503 694,'0'0'30,"0"0"38,0 0 37,0 0-59,0 0-23,0 0-23,49-42-4,-34 42 4,-2 8 5,-1 6-5,-2 4 0,-2 4 2,-5 0 3,0-1 4,-3-3-9,0-3 2,0-3 0,0-6-2,0-3 4,0-2-1,0-1 0,0 0 12,2 0 13,7-4 10,5-12-23,3 1-15,2 1 1,-5 4-1,-4 4 0,-4 5-4,-3 1 1,0 0-3,2 0-4,0 4-6,1 9 12,-1 2-2,-1-1 6,1-1-3,-2-4 3,0-5-4,-2-2-3,-1-2 6,2 0 1,7 0 10,4 0-3,3-10-4,6-5-1,0-2-2,-1 2 0,-5 1 3,-1 3 14,-4 2-2,-2 4 0,-2 0-5,-6 5 0,1 0-10,-2 0 0,0 0-13,1 6-13,1 7 23,1 3-1,1 1-2,2 0 5,3-3-1,0 1 0,0-5-1,-1-3 0,-3-2-3,-2-2 4,0-3-3,5 0 5,4 0 2,6 0 0,1 0-1,1-6 2,-1-3 0,0-3 0,-4-2 2,-3 0 0,-1-3-4,-5 3 12,-2 0-11,-2 1 6,-1 3-6,-1 2 2,0 2-4,0 3 0,0 3 3,0 0-3,-10 0-13,-7 2 13,2 8 6,-1 2-2,5 3 2,5 1-6,3 1 1,3 1 4,0 2-3,5-1 3,10-3-4,6 0 6,3-3-6,5-5 4,4-2-5,3-5 0,-3-1-10,-3 0-18,-9 0-11,-8 0-31,-4 0-9,-2-1-81,-1-3-63,5-2-237</inkml:trace>
  <inkml:trace contextRef="#ctx0" brushRef="#br0" timeOffset="4916">4553 504 733,'0'0'44,"0"0"149,0 0-83,0 0-55,0 0-25,0 0-25,60-29 12,-24 24 2,13 3-14,12 0 6,11 2-11,1 0 6,-4 0-4,-5 4-2,-9 3-8,-9 0-3,-10-1-1,-15-2 5,-11-3 5,-5 1-8,-5-2-19,0 0-40,0 4-86,-21 2-62,-7 2 127,-5 0-145</inkml:trace>
  <inkml:trace contextRef="#ctx0" brushRef="#br0" timeOffset="5227">4576 593 267,'0'0'63,"0"0"53,0 0 55,0 0-72,0 0-40,0 0 58,118 38-28,-50-22-51,5-2-33,-10-3-5,-10 0 1,-5-4 0,-7-1 5,-6-2-3,-6-1 2,-10-1 11,-6-2 6,-7 0-7,-1 0-7,-5 1-6,0-1 2,0 0 0,0 0-4,0 0-10,0 0 6,0 0-15,-5 0-31,-5 0-38,-6 1-35,-5 1 15,0-2-101</inkml:trace>
  <inkml:trace contextRef="#ctx0" brushRef="#br0" timeOffset="7790">5753 163 308,'0'0'69,"0"0"41,0 0 2,0 0-52,0 0-1,0 0-35,3 0 12,-3 0 5,0 5-10,0 8-19,0 10 1,0 13 42,-3 12-13,-12 7-28,0 3 16,-3-1-13,4-7-3,4-6-13,6-6 3,1-8-2,3-7-2,0-7-6,0-5-9,0-3-29,0-7-49,0-1-40,0 0 35,4-14-296</inkml:trace>
  <inkml:trace contextRef="#ctx0" brushRef="#br0" timeOffset="8181">6050 280 398,'0'0'60,"0"0"-39,0 0 20,0 0-12,0 0 3,0 0 8,-66 38-6,66-30-8,0 1-14,0-2 11,12 1 11,9 1 4,4 1 14,8 3-28,0-1-20,3 2 8,-3 2-1,-7-2 3,-2 2-1,-5-2-7,-3 0 0,-3 1-5,-6 2 4,-2 0-1,-5 2-3,0 0-1,-2-1 12,-12-1-5,-2-2-3,-3-3 3,0-2 0,-5-4 6,-1-3-2,-2-3-4,-3 0-7,3 0-2,4-6-31,6-7-15,6-4-56,7-4-28,4-6-85</inkml:trace>
  <inkml:trace contextRef="#ctx0" brushRef="#br0" timeOffset="8607">6148 286 466,'0'0'135,"0"0"-19,0 0-25,100-26-56,-54 23-12,-1 3 1,-8 0-17,-10 0 4,-12 0-8,-9 0-3,0 0 0,-6 0-1,0 0-20,0 0-65,0 0-16,4 3-90,4 0-43</inkml:trace>
  <inkml:trace contextRef="#ctx0" brushRef="#br0" timeOffset="8909">6823 356 599,'0'0'96,"0"0"13,0 0-47,0 0-62,0 0-24,0 0 24,-47 31 1,20-9 28,1 5 10,-3 5-9,4 1-17,4 3 7,3 2-10,9 0-7,7 1-1,2-1-2,2-5-16,13-5 6,6-5 4,0-6 3,-2-4 3,2-6 5,0-3-2,0-4 3,-2 0 0,-2-6-6,-4-8 3,-7-2-5,-3-1 2,-3 2-1,0 1 0,-1 0 1,-12 1-4,0 0 1,0 3 1,0 2-16,0 1-74,3 2-12,0 3-84,8-1-106</inkml:trace>
  <inkml:trace contextRef="#ctx0" brushRef="#br0" timeOffset="9351">7088 637 780,'0'0'83,"0"0"31,0 0-105,0 0-9,0 0-46,0 0-39,2 8-18,-2-2-72,1-3-198</inkml:trace>
  <inkml:trace contextRef="#ctx0" brushRef="#br0" timeOffset="9643">7416 451 388,'0'0'101,"0"0"-11,0 0 12,0 0-74,0 0-23,0 0-3,61-51-1,-40 49 1,6 2-2,2 0 0,3 0 3,3 2 0,-4 7-2,0 3 5,-5 2 14,-7 2 1,-5 2-3,-11 0-18,-3 5-8,0 2-6,-26 3 14,-10 3 6,-15-1-6,-5-3 5,-2-5 1,6-5-6,10-4 24,12-3-3,11-1-2,10-4 8,5 1-27,4-1-2,0 2 2,13 3 9,15 0 12,9 0-7,8 0-1,3-4-13,1-3 3,-4-1 1,-1-2-4,-11 2 0,-9-2 1,-10 0 1,-7 1 5,-3-1 15,-4 0 15,0 0-6,0 0-16,0 0-15,0 0-15,-4-4-63,-6-2-48,0-1-77,3 0-71</inkml:trace>
  <inkml:trace contextRef="#ctx0" brushRef="#br0" timeOffset="10213">8107 544 223,'0'0'322,"0"0"-279,0 0 25,0 0-52,0 0-15,0 0 6,-39-11 14,28 11 4,0 0 5,2 0-17,3 2-13,0 5 11,2 2-5,2 1 0,2 1 3,0 3-2,12 0 22,9 2 12,4 1-17,2-2-11,0 0 5,-5 0-8,-4-3 1,0 3-5,-4-3-3,-4 1-3,0 0 1,-5-2 5,-2 1-3,-3 1 9,0 0-5,0 0-2,-6 1 7,-6-2-5,2-2-4,-3 0 0,0-4-3,-2-2 0,-4-3 0,1-1 0,-6 0-3,-1 0-3,-2-8-22,-1-5-32,-1-5-69,7-6-122</inkml:trace>
  <inkml:trace contextRef="#ctx0" brushRef="#br0" timeOffset="10684">8080 480 237,'0'0'466,"0"0"-309,0 0-20,0 0-104,0 0-26,106-45-5,-69 45-2,1 0 7,1 0-6,1 0 12,-8 0 3,-6-1-3,-8-2 9,-12 0 7,-3 1-14,-3 2-2,0 0-13,0 0-4,0 0 3,0-1-4,0 1-2,0 0-15,0 0-26,0 0-38,-9 1-46,-5 9 23,0-2-77,1-4-263</inkml:trace>
  <inkml:trace contextRef="#ctx0" brushRef="#br0" timeOffset="63177">1310 601 156,'0'0'0,"0"0"0,0 0 0,0 0 1,0 0-1,-79 16 0,68-13 0,5 1-1,0-1 2,-1 1-3,-3 1-3,-1-3 2,0 1-1,-2 0-2,-2-2 3,-7 1-53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2:38.927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62 223 372,'0'0'86,"0"0"-53,0 0 18,0 0-40,0 0-9,0 0-2,-15-6 0,15 6-6,0 0 12,0 0 7,0 0 54,0 0 9,0 0 16,0 0 11,0 0-38,0 0-15,0 0-16,0 0-16,0 0-1,0 0-5,0 0-9,8 0-6,8 3 6,7 11-3,8 6 4,2 5-4,2 5 4,-1 2-1,-1 4-1,-3-4 1,-3-1-3,-6-4 0,-5-4-1,-4-5 1,-3-6-13,-4-2-8,-2-2-20,0-1-43,1 0-52,2-4-43,4-3-121</inkml:trace>
  <inkml:trace contextRef="#ctx0" brushRef="#br0" timeOffset="480">429 179 31,'0'0'361,"0"0"-347,0 0 45,0 0-48,0 0-9,0 0 46,-18 26 40,2-8-21,-4 3-12,-4 2 22,-1 1-11,-3-2-26,-1 2-13,-2-1-14,-2 1-4,-3 2 5,0 0-7,5-2 5,1-1-9,7-4-1,3-3-1,5-4-2,8-3-11,1-5-23,5 1-23,1-4-60,0-1-35,14 0-200</inkml:trace>
  <inkml:trace contextRef="#ctx0" brushRef="#br0" timeOffset="982">1152 212 389,'0'0'56,"0"0"37,0 0-20,0 0-27,0 0 3,0 0-14,-6-68-8,1 66-11,-7 0-14,-9 0-1,-6 0 4,-6-1 0,-1 3 16,1 0 17,3 0 7,7 0-16,6 0-10,6 8-12,3 3-7,6 6-19,2 4 11,0 5 8,19 3 4,10 0 9,5 1 3,3-3 1,4 0-15,-1-2 23,-3 0-5,-5-4-14,-7-1-3,-10-2-1,-6-2-4,-8 0-2,-1 0-1,0 1 0,-8-3 5,-6-1 1,-4-5 1,-2-1 6,-6-4 0,-6-3-8,-2 0 0,0 0-2,2-7 2,4-4-7,6-3 7,6-1 4,8 0-2,8-3 5,0-2-7,3 2-10,13-1-7,2 2 17,5 2 7,0 2-7,7 1 3,2-3-3,0 1 12,1-2-5,-3-2 4,-3-1-11,-6 0 13,-2 1-7,-7 2-3,0 4 6,-3 3-7,-4 4 1,-2 0 4,-2 3 5,-1-1-3,0 0-9,0 0-1,0-1 1,0 0-1,0-2 1,-15 0-2,-6 0-4,0 1-9,-1 2 6,1 3-11,3 0-43,3 0-80,9 14-41,6 2-30,5-1-174</inkml:trace>
  <inkml:trace contextRef="#ctx0" brushRef="#br0" timeOffset="1851">1712 429 666,'0'0'59,"0"0"49,0 0-79,112-19-20,-66 19 11,2 0 7,-3 0 6,-8 0 0,-9 0-4,-7 0-5,-9-2-19,-2 2-5,0 0-2,-3 0-72,1 1-121,-4 9-69,-4 1-223</inkml:trace>
  <inkml:trace contextRef="#ctx0" brushRef="#br0" timeOffset="2114">1533 625 532,'0'0'37,"0"0"74,0 0 38,0 0-49,0 0-42,100 11-50,-32-2-8,1 0 11,-6-3 4,-11-1-5,-16-4 11,-13-1-4,-12 0-10,-8 0 1,-3 0-5,2 0-3,-2 0-2,0 0-13,0 0-15,0 0-18,0 0-32,0 0 12,0 0-23,0 0-9,-11 0-68,-5-6-133</inkml:trace>
  <inkml:trace contextRef="#ctx0" brushRef="#br0" timeOffset="4177">2542 80 254,'0'0'29,"0"0"127,0 0-13,0 0-66,0 0-12,0 0-21,10 0-21,-10 0-12,2 2-11,-2 9-6,0 8 6,0 7 7,0 6 17,0 3-4,-2 1-7,-7 2-1,-2 2 12,-2-4-14,1 1-10,-2-5 7,1 0-2,-1-7-4,2-2-1,2-5-11,3-4-17,4-4-27,3-1-34,0-6-43,6-3-134</inkml:trace>
  <inkml:trace contextRef="#ctx0" brushRef="#br0" timeOffset="4604">2861 176 203,'0'0'147,"0"0"-90,0 0 34,0 0-50,0 0 30,0 0 0,79-27-21,-57 27-6,5 3-21,3 8 7,-1 5 6,-4 1-11,-6 3-12,-10 1-13,-9 0-3,0 2-14,-9 0-1,-15-3 13,-6 0 5,-4-3 5,-2-1-5,-5-2 16,3-3 0,4 0-3,4 0-4,8-1-5,5-1-2,10-2-2,3-3-3,4-2-2,0 1 2,0-2 3,8 3 5,12-1 14,10-1 4,8-1 1,6-1-11,3 0-3,3 0-8,-4 0 1,-6 0-3,-13 0 4,-10 0-4,-7 0 0,-7 0 4,-2 0 2,-1 0-2,0 0 5,0 0-7,0-1-2,0-1-19,0 1-41,0-2-31,0-3-100,0 0-207</inkml:trace>
  <inkml:trace contextRef="#ctx0" brushRef="#br0" timeOffset="5204">3476 209 498,'0'0'49,"0"0"31,0 0-80,0 0 0,0 0-6,0 0 6,-5 3 10,-1 4 12,2 0 14,0 1-15,3 0 5,1 4-6,0 2-8,6 2 1,12 2 10,7 2 7,4-1-22,2 0 5,0-1-4,-1 1 15,-4-1-14,-4-3 7,-9 1-5,-2-2-1,-4 2-10,-5-1-1,-1 2-2,-1 0 2,0 0 12,0-3-7,-4-1-3,-5-5-1,0-1 1,-5-3 1,-3-2 13,-9-2-3,-2 0-12,-6 0-1,-5-14-26,0-6-31,-1-3-47,7-6-31,5-6-128</inkml:trace>
  <inkml:trace contextRef="#ctx0" brushRef="#br0" timeOffset="5662">3546 186 549,'0'0'65,"0"0"89,0 0-24,0 0-95,92-32-30,-56 32 5,-2 0-2,-4 0 16,-3 0-1,-4 0 7,-3 0-6,-2 0 6,-3 1-8,-3 2-20,1-2 3,-5 1-5,-2-1 0,-3 0 0,-3 1-16,0-1-1,0 1-23,0-2-22,0 1-39,0-1-83,0 1-144</inkml:trace>
  <inkml:trace contextRef="#ctx0" brushRef="#br0" timeOffset="6006">4084 365 447,'0'0'95,"0"0"-35,0 0 5,0 0-43,0 0-16,0 0-2,-50 8 11,27 0 3,1 2-4,3 5-4,3 2-4,5 3 1,6 3 1,5-1 0,0 0-7,3-2 5,10-2 2,4-6 3,4-2-3,1-3 8,1-1-3,4-6-4,-1 0 3,3 0 16,-1-13-12,-4-4 7,-5-1-14,-5-4 12,-8 1 8,-5 0-15,-1 0 10,0 3-15,-10 1-4,-7 3-5,1 4-1,-5 2-1,0 0-11,0 3-9,0 2 4,2 0-25,2 3-7,3 0-67,2 0-13,4 0-176</inkml:trace>
  <inkml:trace contextRef="#ctx0" brushRef="#br0" timeOffset="7385">4651 33 602,'0'0'21,"0"0"81,0 0-51,0 0-11,0 0-29,0 0-8,2-9 3,-1 9-2,-1 4-4,0 16 0,0 8 12,0 9 24,-7 1-2,-2 1-15,-2-2-12,0-5-2,3 0-2,-1-7-3,3-4 5,2-4-5,2-6 5,1-2-3,1-6 3,0 0-5,0-3-13,0 0 5,0 0 8,0 0 18,14-12-8,3-6-10,4-2 0,1-2 0,-2 2 0,0 0 5,1 4-5,-3 5 0,2 4-2,-4 4-6,3 3-3,1 0 8,-1 0-4,4 9-6,-4 6 5,-1 2 7,-6 0-2,-6 3-6,-6 0-1,0-1-3,0 1 0,-10-3 12,-3-3-18,-3-3 18,-3-2-2,-4-5 3,-2-3 1,-5-1 9,-3 0 0,1 0-10,2-7-4,4 0-106,10-2-53,10-1-140</inkml:trace>
  <inkml:trace contextRef="#ctx0" brushRef="#br0" timeOffset="8010">5078 299 622,'0'0'78,"0"0"-64,0 0-3,0 0-11,0 0 0,0 0 12,-9 95-11,1-73 5,0-5-4,0-3-4,2-2-23,-1-5-23,-1-3-76,2-4-128</inkml:trace>
  <inkml:trace contextRef="#ctx0" brushRef="#br0" timeOffset="8430">5433 96 448,'0'0'19,"0"0"72,0 0-77,0 0-14,0 0-2,0 0 2,-24 69 52,12-34-5,0 2-15,3 0 19,2 1-23,-2-3 9,5-1-25,1-2-2,3-5-6,0-6 1,0-6-2,0-4 2,0-4 4,7 0 7,14 1 9,7 1-5,6-2-15,4-4-5,0-3-2,-3 0 2,-2-5 2,-5-13 2,-4-3 11,-6-4 1,-6-1 3,-5 5-6,-7 3 18,0 2-20,0 3-5,-12 3-6,-1 2-5,-6 2 4,2 5-4,2 1-6,3 0 7,2 1-1,5 8-3,1 2 7,4 1-3,0 2-1,0 1-6,7 2 11,8 0 1,-1 0 1,0-1 1,-3-2-5,-2-2 5,1 1-3,-4 1 0,0-1 3,0 0-3,0-2 0,-5-1 0,-1 1-3,0-3-4,0 2 3,-4-2-6,-6-2 2,-8 0 6,-5-5 2,-6-1 4,-3 0-4,1-1-17,3-9-53,1-4-105,6-4-86</inkml:trace>
  <inkml:trace contextRef="#ctx0" brushRef="#br0" timeOffset="9120">5242 172 594,'0'0'52,"0"0"33,0 0-74,0 0-6,97-3 21,-70 9-8,0-1 1,1 0 16,1-2-14,2-2 3,-1-1-12,-3 0 11,-5 0-17,-7 0 6,-6 0 11,-5 0 8,-2 0-11,-2 0 1,0 0-9,0 0-12,0 0-8,0 0-52,0 0-113,0 0-81,-5 0-5</inkml:trace>
  <inkml:trace contextRef="#ctx0" brushRef="#br0" timeOffset="9510">6276 0 396,'0'0'135,"0"0"-6,0 0-32,0 0-65,0 0-32,0 0-10,6 11 10,-7 13 17,-9 6 17,0 5 20,-2 6 19,0 4-27,-1 6-8,-4 3-7,-5 5-6,-5 3-16,-4 0 4,3-1-12,3-5 1,3-5-3,6-6 1,2-5 0,0-8-1,3-4 1,2-6-11,3-5-9,0-3-30,5-6-59,1-4-77,1-4-85</inkml:trace>
  <inkml:trace contextRef="#ctx0" brushRef="#br0" timeOffset="9966">6761 223 232,'0'0'104,"0"0"-40,0 0 65,0 0-21,0 0-29,0 0-42,-35-25-2,25 25-15,-3 0 0,-1 0-8,-4 2 13,-2 13-8,1 3 8,-1 3-7,2 4 0,7 6-10,7 6-1,4 4-1,0 3-3,9 3 4,7-1-7,-2-4 3,-1-5 2,-6-6-4,-5-6 5,-2-5-1,0-2 2,0-1-4,-9-1 2,-7-2-2,-1-4 2,-7-5-4,-6-5 9,-7 0-10,-9-4-23,-2-14-70,10-2-141,11-1-340</inkml:trace>
  <inkml:trace contextRef="#ctx0" brushRef="#br0" timeOffset="10356">6367 504 579,'0'0'102,"0"0"99,0 0-124,83-24-70,-39 24 4,3 0 20,-5 0-1,-4-1-17,-5-1-13,-4 2-10,1 0-62,-4 0-84,-6 0-42,-6 0-103</inkml:trace>
  <inkml:trace contextRef="#ctx0" brushRef="#br0" timeOffset="10560">6768 423 49,'0'0'509,"0"0"-393,0 0-60,0 0-55,94 10-1,-61 8 8,-4 4 7,-7 2 22,-7 5-8,-3 0-4,-9 0-14,-3-4 6,0-6-10,-6-3 2,-12-6-1,-4-5-3,-1-4 18,-2-1-2,2 0-9,7-5 2,3-6-4,6-2 12,7-3-2,0-2-3,0-5-1,17-3-9,7-2 8,4 3-11,5 1-4,4 6 0,5 1-1,0 5 1,-2 5-2,0 2-5,-7 1 3,-6 0-4,-9 1-16,-5 0-21,-4 2-29,-4-1-43,-4 1-39,2-3-252</inkml:trace>
  <inkml:trace contextRef="#ctx0" brushRef="#br0" timeOffset="11016">7444 436 304,'0'0'138,"0"0"-67,0 0 10,0 0-71,-89-44 9,57 43 11,-2 1-3,-2 0-3,0 1-1,2 12 21,7 4-30,8 1 3,7 2-3,3 0-11,6-2 11,3-4-7,0-1 1,2-5 10,14-1 6,6-4-1,5-3-3,7 0-15,-1 0-4,-2-8 2,-4-8 0,-6-1-3,-4 0 0,-8 3 7,-5 4-7,-4 3 22,0 4-12,0 3-9,0 0-1,0 0-12,-3 2-22,-7 12 24,-1 6 10,2 2 3,3 4 8,5 1-2,1-5-5,0-2 2,0-6 1,0-6-6,3-2 2,0-4-3,3-2 12,4 0 6,5-9 4,4-10-18,0-3 2,0-4-3,-3 0-3,1 3 0,-4 4 6,0 5-8,-3 5 2,-6 3-10,-1 5 7,1 0-4,-1 1-30,0 0 2,2 0 34,1 0-1,1 8 2,4 5-8,-2 2 7,-2 2-4,-1 1 5,1-2-3,-4-2 3,0-5 0,-1-6-1,-2-2 1,0-1 0,0 0 7,1 0 31,7 0 25,4 0-35,3-3-26,1-4 1,-2 2-4,-5 2 2,-5 1-1,0 2 0,-2 0 5,-2 0-5,0 0-16,0 0 11,0 0-10,0 0-9,0 0-4,1 0 11,1-1 17,2-2 2,3-1 13,3-2-8,0 0-6,-2 2 0,-2 0 8,-2 1 0,-1 3 1,2-2 1,-2 2 1,-2-1 2,1 1-5,-1 0-3,-1 0-6,2 0-3,1 0-11,3 3-8,0 7 20,4 1 1,1-2 2,-1-1 2,2-1-3,3-2 0,1-3-1,-1-2 1,3 0 4,-3-1-1,1-9-2,-4-3 2,2-1-3,-4-2 0,-4 4-3,-3 2-1,-3 2-2,0 1 6,0 3 0,0-1 0,0 4 2,-3 1-5,-6 0-1,0 0-6,-1 0 10,2 7-3,2 1 1,3 1-1,3-1 1,0-1 2,0-1 2,0-2 1,0 2-3,11-4 14,4 1 1,-2-1-9,3-2-2,-4 0 1,-1 0-3,-5 1-2,0-1 4,-5 0-4,-1 0 0,0 0-3,0 0 2,0 0 0,0 0 1,0 0 0,0 0 0,0 0-4,0 0 1,0 0-18,0 2-57,-4-1-73,-9-1 15,-1 0-122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2:58.462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0 548,'0'0'0,"0"0"-3,0 0-68,0 0-43,0 0 55,0 0-191</inkml:trace>
  <inkml:trace contextRef="#ctx0" brushRef="#br0" timeOffset="19294">15168 919 714,'0'0'12,"0"0"7,0 0-19,0 0-58,0 0-258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2:58.06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15 0 331,'0'0'40,"0"0"22,0 0-2,0 0-57,0 0-1,0 0 0,0 0 23,0-5 4,0 5 4,0 0 0,0 0 5,0 0-17,0 1-19,0 16-1,0 7 26,0 7 10,0 3-5,0 3-4,-4 0-21,-1 0-4,2-3 0,0-3-2,3-4 3,0-6-1,0-3-2,0-2-1,0-5-1,0-1-7,0-3-20,0-2-23,0-2-34,0-3-49,0-3-57</inkml:trace>
  <inkml:trace contextRef="#ctx0" brushRef="#br0" timeOffset="720">142 238 485,'0'0'16,"0"0"7,0 0 42,0 0-46,0 0-14,0 0-5,24-47 3,-17 47 9,2 0-3,0 0-2,2 0-5,0 8 3,0 6 3,-2 5-3,3 0-2,-6 4 1,0-2-3,-5 2-1,-1-2-2,0-2-4,0 0 5,-4-5 0,-4-4 1,4-5 4,-2-3-3,6-2-1,0 0 13,0 0 8,0-12 16,9-11-33,4-6-5,5-3 2,6-3 4,3 0-2,3 2-3,1 5-2,-1 7 2,0 6 0,-5 3 0,0 5 2,-5 4 0,-4 3-2,-5 0 1,-1 0-2,-2 0-9,-5 12-2,1 3 12,-2 6 2,1 6 6,-3 4 0,0 3-2,0 1-4,0 2-2,-11-2 4,-1-1-4,-1-5-3,-1 0-4,1-5-1,1-4-22,6-2-45,1-7-127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2:59.58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227 37 453,'0'0'2,"0"0"4,0 0 11,0 0-6,0 0-9,0 0 16,-91-36 25,81 36-2,-2 0-9,-3 2-1,0 10-16,-3 4 4,0 7-3,-1 7-6,4 3 5,6 4 6,6 3-18,3-3-1,12-2 1,10-3 8,5-3-5,3-8-2,1-7-4,2-7-5,0-7 5,-2 0-5,-2-11 5,-1-12 4,-1-10-1,-2-7-1,-6-4-2,-7-1-26,-10 4-13,-2 5 3,-8 10 20,-14 3 12,-2 6 3,-4 6 2,5 4 0,-2 4-1,4 3 2,8 0 3,1 0-5,6 3-7,3 6 5,3 6-1,0 2-7,0 0 1,6-2-13,10-1 19,-2-3 3,2-4 0,5-5 2,3-2 2,6 0-3,-2-4-1,-1-8 5,-3 0-5,-3 1 4,-2 4-3,0 0 1,-2 5 13,5 2-11,-1 0-4,-1 0-1,-1 13-2,-7 5 3,3 4 3,-8 3-2,-4 2-1,-3 0 0,0 2 6,0-2-3,-6-2 1,-1-3-4,-2-3 7,6-5-5,0-7-2,0-4 0,3-3 0,0 0 17,0 0-1,0 0 13,9-13-26,10-8-2,5-4-2,0-6-5,5-2-3,-4 3 4,-3 5 0,-5 6-3,-4 6 8,-7 4-6,0 3 5,-1 5 2,-1 1-3,2 0-3,3 0 0,1 3 1,2 10 1,-3 4-4,2 4 7,-3 3 0,0 1 0,-2 2 6,3 0-5,-2-3 5,1-2-2,-2-3-2,1-5-2,-1-3-1,3-4 0,2-4 2,6-3 12,3 0-5,5 0 1,4-15-7,-4-5-4,3-6 1,-4-1-1,-1-3-4,-6 0-1,-6 0 7,-2 1 14,-6 3-2,-3 5-5,0 4-3,0 4-4,0 5-11,-5 4 11,-5 1-2,1 3 1,-2 0-7,-3 3 8,-3 11 0,7 4 8,1 6-1,4 2-4,5 0 5,0 1 3,2-1 2,16-2-8,7-3 11,2-5-2,6-1-9,1-7 14,1-2-10,3-3 5,-2-3-1,-2 0-12,-7 0 13,-2 0-13,-8-3 3,-8 0-4,-5 0-18,-4 2-19,0-1-73,0-2-186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3:01.042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246 570 527,'0'0'7,"0"0"48,0 0-10,0 0-16,0 0-19,0 0-10,-55-52 9,40 52 11,-4 0-11,4 0 3,-3 0-1,2 5-7,5 7-1,2-1-3,3 6 6,3 3-1,3 2-2,0 5 5,5 3-8,16 1 14,9-1-4,3 0 4,2-3-10,2-3-4,-7-4-7,-3-2 6,-9-2 1,-6-2-1,-8 0-2,-4 1-14,0-1 16,-19 1 1,-5-4 0,-5-2 9,-3-5-7,-2-4 21,-5 0 12,3 0 2,8-3-12,1-5-15,8-4-7,4 1-2,0-1-1,7 4-23,2-1-57,6 4-5,0 1-113</inkml:trace>
  <inkml:trace contextRef="#ctx0" brushRef="#br0" timeOffset="496">509 882 536,'0'0'3,"0"0"-3,0 0 0,84-24 6,-68 11-5,-4 0 6,-1-2 1,-4 1 17,-3-2-22,-2 1 0,-2 2 42,0 2-3,0 3-27,-11 1-10,-5 3-5,1 3 3,0 1 12,3 0 2,-1 0 2,1 5-10,0 8 4,0 4 20,9 2-17,0 0 7,3 4-4,0-1 21,3 3-20,15-2-8,3 0 0,7-3-2,2-3-2,4-5-8,4 0-9,2-3-29,3 0-21,3-4-79,-4-5 18,-1 0-318</inkml:trace>
  <inkml:trace contextRef="#ctx0" brushRef="#br0" timeOffset="923">1200 743 630,'0'0'41,"0"0"26,0 0-29,0 0-27,0 0-11,0 0-8,-63-14 7,39 25 2,-1 4 8,2 2 7,1 2-9,1 4 20,6 2 0,2 2-11,7 4 3,6 0-13,0-1-2,6-2-1,13-4-3,5-5-5,9-4-5,7-5 1,5-3-72,7-4-37,3-3-120</inkml:trace>
  <inkml:trace contextRef="#ctx0" brushRef="#br0" timeOffset="1222">1540 901 624,'0'0'43,"0"0"28,0 0-33,0 0-33,0 0-2,0 0-3,-82 0 8,67 14 6,0 4-3,6-1-1,3 1 0,6 0 9,0 2-9,0-2 1,12-1 0,4-1-2,4-4 0,-1-3-5,2-2-4,9-3 2,4-4-4,5 0 2,2 0-8,0-10 3,-7-5 2,-5-3 3,-11-2 7,-8-3 13,-10 0 30,0 0-32,-3 0-1,-16 2-10,-8 2-1,5 7-6,-5 5-3,9 5-68,-3 2-61,7 0-8,4 0-227</inkml:trace>
  <inkml:trace contextRef="#ctx0" brushRef="#br0" timeOffset="1762">1977 953 587,'0'0'50,"0"0"-5,0 0 33,0 0-17,0 0-38,0 0-3,19-15-16,-8 15 1,7 2-4,-3 9-1,1 4 1,-1 6 8,-5 2-5,-4 3 9,-4-1-13,-2-1 6,0-1-6,0-6 3,0-5-3,-3-5-2,1-5-5,2-2 7,0 0 4,0 0 24,0-10 28,6-10-38,17-6-8,4 0-10,13-1-10,-3 3 0,-1 5 2,-6 7 4,-3 5 2,-8 4 0,-8 2 2,-4 1 1,-2 0-1,3 0 0,0 14-1,-2 5-6,3 7-1,-3 2 8,-5 3-2,-1 0 4,0 0 3,0-1-5,0-3-8,0-2-49,0-3-101,0-7-66,6-7-300</inkml:trace>
  <inkml:trace contextRef="#ctx0" brushRef="#br0" timeOffset="2272">2744 1115 702,'0'0'2,"0"0"80,0 0 16,0 0-52,0 0-9,0 0-6,-18-50-15,2 50-13,-8 0-2,-4 10 0,-1 5-2,5 4 2,5 5-5,3 1 6,2 2-2,11 2 0,3-3-3,0-4 2,1-3-3,15-8 3,3-3 1,5-8 8,7 0 3,5-5 1,3-15-5,1-2 0,-3-6-1,-3-8-3,-5-3 1,-8-5 0,-5-1 13,-7 1 1,-4 3 5,-4 3 0,2 5-5,-3 8-5,0 6 0,0 7 2,0 8-6,0 1-9,0 3-5,0 0 2,0 0-12,0 3-17,-4 14 2,-8 8 30,-2 6 8,-1 6-3,5 2 4,0 6-8,4-4 6,1 5-5,0-6 1,1 0-3,-1-5-2,2-4-22,2-5-37,1-3-36,0-5-77,0-7-84</inkml:trace>
  <inkml:trace contextRef="#ctx0" brushRef="#br0" timeOffset="2910">3311 1489 670,'0'0'17,"0"0"11,0 0 48,-3 72-15,-9-44-32,-4 1 5,-1-2 22,-4 0-31,-4-1-7,1 0-5,-6 0-12,2-3-1,-5 0-24,-9-4-16,-3-8-100,-1-8-130</inkml:trace>
  <inkml:trace contextRef="#ctx0" brushRef="#br0" timeOffset="4839">3870 801 285,'0'0'99,"0"0"-30,0 0 12,0 0-25,0 0-9,0 0 5,9-12 17,-9 12 1,2 0-12,-2 0-7,0 0-16,0 0-22,0 0-13,-2 8-19,-8 17 11,-8 12 8,4 5 17,0 4-2,0 1-4,5 2 0,2-3-9,-2 0-1,1-5-2,0-1-3,0-8-2,5-6-9,0-5 1,3-6-16,0-6-4,0-5-42,0-2-13,6-2-39,10-14-87</inkml:trace>
  <inkml:trace contextRef="#ctx0" brushRef="#br0" timeOffset="5229">3509 1065 434,'0'0'75,"0"0"-72,0 0 9,0 0-10,112-8 4,-64 6-2,4 2 7,9-1 22,2 1 1,0 0-14,-7 0-17,-9 0 3,-10 0-6,-10 0-1,-9 0-5,-8 0 6,-7 0 0,-1-1 12,-2-1 25,0 2 7,0 0-32,0 0-12,0 0-4,-8 0-17,-7 6 21,-1 8-1,-3 3 1,2 3 8,5-1-2,3 1 9,8 1-14,1-3 10,0 0-9,4-3 3,11-1 3,3-3-2,4-2 5,2-5 1,1-1-3,1-3 3,-5 0-5,3-2-2,-1-13 5,-4-5-1,-2-1 0,-8 0-9,-6 1 0,-3 0-6,0 2 6,-9 1 0,-8 3-4,-2 2 3,-1 4-15,0 4-23,-1 1-62,4 2-121,6-2-128</inkml:trace>
  <inkml:trace contextRef="#ctx0" brushRef="#br0" timeOffset="5806">4445 828 577,'0'0'5,"0"0"75,0 0-2,0 0-33,0 0-45,0 0-6,0-6 6,0 25 1,0 5 13,0 5 23,0 2-2,0 2-13,0 0 9,0 3-17,0-2-10,0 0 7,0-2-11,0-4 0,0-2-7,0-6-12,0-2-19,0-2-16,0-3-21,0 0-48,0-7-99</inkml:trace>
  <inkml:trace contextRef="#ctx0" brushRef="#br0" timeOffset="6136">4127 999 667,'0'0'27,"0"0"-7,0 0 5,116-5-20,-59 14-2,-5 1 0,-3-2-3,-7 1 2,-4-2-4,-4-1-2,-6-1-8,-1-2-43,2 0-83,-3 0-122</inkml:trace>
  <inkml:trace contextRef="#ctx0" brushRef="#br0" timeOffset="6368">4776 1058 233,'0'0'246,"0"0"-210,0 0 62,0 0-49,0 0-32,0 0-9,-91-8 12,64 20 14,2 5-21,5 2 4,4 0-16,8 0-1,7-2-9,1-2 7,0-1 1,14-1-1,8-3 2,5-3 0,2-4-4,3-3-9,-1 0 8,-3-6-9,-2-11 13,-5-3 2,-8 2-1,-7 1 10,-4 6 11,-2 4 44,0 3-14,0 2-28,0 2-10,-3 0-13,-8 6-12,-4 11 7,3 4-4,1 3-6,6 0 10,5-3 5,0 0-5,0-4 5,15-3 1,4-1 13,7-6-9,-1-5-2,5-2-3,-3-5 2,1-18 7,-1-5 1,-2-8-2,1-7 6,-4-3-4,-4-1-10,-6 2 0,-8 4 0,-4 5 5,0 1-3,0 5 35,-4 4-7,-1 5-8,2 4 7,0 6-18,3 5 5,-1 3-9,1 3-5,0 0-2,0 0-9,-4 3-15,1 11 1,-5 7 23,5 6-1,-2 5 2,2 7 6,2 2 2,1 2-4,0 2-1,0-1-3,0-4 3,0-6-3,0-3-1,0-3-10,0 1-16,4 4-43,7-1-28,5-2-98,4-6-219</inkml:trace>
  <inkml:trace contextRef="#ctx0" brushRef="#br0" timeOffset="7193">5480 1174 413,'0'0'195,"0"0"-176,0 0 80,0 0-19,0 0-33,0 0-35,44-71 6,-30 67-3,3 4-14,5 0-2,2 0-1,1 1-1,-4 11 2,-1 2 0,-7 6-1,-1 3-4,-6 6-6,-3 2 6,-3 2 4,0-1 1,0-5 1,0-8 1,0-6 6,0-7-5,0-4 5,0-2-3,0 0 42,0 0 6,0-2-6,0-13-14,0-4-32,6-4 5,10-4-5,2-1 0,3 4 0,-2 7-2,-5 5 2,-5 6 0,-2 4 0,-5 2-1,-1 0 0,-1 0-8,0 0-11,0 0-27,0 0 2,0 0 0,0 0 8,0 5 22,0-1 13,0 0-8,0 3 6,0 2-25,-4 1-22,-3 0-32,2-1-61,4-2-227</inkml:trace>
  <inkml:trace contextRef="#ctx0" brushRef="#br0" timeOffset="7801">5753 1243 376,'0'0'76,"0"0"47,0 0-41,0 0-45,0 0-5,0 0-24,48-37-3,-35 37-5,-1 0 22,3 0-2,-3 0 18,0 0-12,4 0-6,-2 0-5,-1 8-9,-1 3-1,0 3-3,-4 2-2,-2 7 0,-3 3-2,-3 2 5,0 3 0,0 0-3,0-2 0,0 0 0,0-4-1,-3-4-7,-2-5-54,2-4-32,0-4-6,3-7-99</inkml:trace>
  <inkml:trace contextRef="#ctx0" brushRef="#br0" timeOffset="8176">6235 1241 577,'0'0'65,"0"0"2,0 0-18,0 0-21,0 0-28,0 0 0,-21-26-5,0 30 5,-1 9 0,2 2 2,6 5 8,5 3 1,7 3 2,2 5-1,0 2 10,6-4-12,9-2-5,0-7 4,3-6-2,0-5 1,3-8 5,1-1 3,4 0-7,3-15 1,0-8-6,-4-3 1,-4-3 0,-9 2-3,-6 1 5,-6 4 11,0 4-5,0 4-11,-8 2-3,-4 6 1,-2 5-26,0 1-33,-5 0-32,2 0-20,2 4-153</inkml:trace>
  <inkml:trace contextRef="#ctx0" brushRef="#br0" timeOffset="8610">6726 1359 628,'0'0'268,"0"0"-212,0 0 49,0 0-40,0 0-49,0 0-9,10 0-4,-10 0 0,0 0-3,0 0-8,0 0-29,0 0 5,0 0-45,-1 0-89,-9 0-136</inkml:trace>
  <inkml:trace contextRef="#ctx0" brushRef="#br0" timeOffset="28390">985 1 218,'0'0'42,"0"0"16,0 0 13,0 0-68,0 0-3,0 0 3,0 0 21,0 0 23,3 0-13,-3 0-27,0 0-5,0 0 0,0 0-2,0 0-13,3 0-32,0-1-89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3:11.152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230 242 302,'0'0'36,"0"0"61,0 0-8,0 0-12,0 0-41,1-77 6,-1 70 15,0 3-12,0-1-31,-12 4-8,-9 1-6,-7 0-5,-6 1 2,-2 16 3,3 3 0,6 5 2,6 2 7,8 5-9,10-2 0,3 1 0,0-2 0,10-5 1,11-5 2,1-3 2,7-6-5,-1-6 0,6-4 3,1-1-1,1-18-2,1-5-2,-3-4 2,-2-2 0,-12 3 1,-7 2-2,-10 4-2,-3 4-2,0 4 3,0 5 2,-6 2-1,1 5-3,5 1 3,0 0 1,0 0-21,0 11-3,0 2 10,16 0 5,5-2 9,6-2 6,3-4-3,1-5 9,1 0-9,-1-1-2,2-18 4,-5-5-4,-4-4 0,-5-2 6,-7-2-3,-7 1-6,-5 1 2,0 3 0,0 6 2,-5 6 2,-2 5 3,0 3-4,4 6-1,0 1-4,-3 0 1,-4 5-9,-6 16 1,-3 9 9,-1 8 10,1 5-9,2 2 10,1 4 1,1 0 6,-1 8-3,-1 2-9,-5 2-4,-5 4 4,-3-4 0,-6 6 7,1 2-11,0-3-2,8-5 2,11-7-2,9-9-2,7-5-1,0-6 0,1-4-1,14-6 4,3-6-5,3-6 5,1-8 1,4-4 14,5 0-5,5-11 1,1-12-11,-1-6-22,-5-10 8,-6-3-1,-9-3-13,-9 1 14,-7 2 14,-3 0 13,-20 0 0,-6 5-10,-3 1 5,1 7-7,6 6 8,8 6 6,10 7-5,4 5 27,3 3 14,0 2-20,4 0-31,17 0 0,9 0 0,6 0-2,0-1 2,0-2 4,-4-3-4,-2-1-1,-1-4-2,-7-2-5,-7-1-43,6-1-62,-2-4-55,8-2-314</inkml:trace>
  <inkml:trace contextRef="#ctx0" brushRef="#br0" timeOffset="1200">1356 20 309,'0'0'95,"0"0"21,0 0-11,0 0-75,0 0-26,0 0 8,-5-17-6,-8 18-5,-3 13 11,-4 4 17,1 6 2,-1 8-10,3 3 24,3 4-19,2 6-6,6 5-4,5 3-1,1 7-8,0 1-2,6-5-5,6-4 5,-5-10 0,-2-3 5,-4-7-9,-1-4 1,0-1-2,0-2-4,-7-1-14,-10-4-5,-1-3 6,-2-4-5,-3-9-12,1-4-24,-2 0-14,0-7-135</inkml:trace>
  <inkml:trace contextRef="#ctx0" brushRef="#br0" timeOffset="1568">961 366 662,'0'0'7,"0"0"69,0 0-17,0 0-57,110-28 2,-61 28-4,5 0 12,-6 0 21,-7 5-23,-5-4-4,-7 1-6,-6-2-2,-1 0-84,0 0-143,-3 0-325</inkml:trace>
  <inkml:trace contextRef="#ctx0" brushRef="#br0" timeOffset="1786">1445 285 500,'0'0'82,"0"0"9,0 0-67,0 0-19,0 0-1,102-11 12,-71 14 15,4 9-6,1 5-5,1 8 4,-5 5-4,-9 5-7,-7 2-13,-11 1-5,-5-3 2,0-3 1,-5-7 2,-9-6-7,1-3 5,3-5 2,-3-5 8,-1-3-7,-1-3 24,0 0-11,1-1-4,5-11 5,4-5-2,5-6-6,0-4-5,12-6 7,13-4 22,7-1-16,4 4 9,4 8-24,-5 10 0,-2 6 2,-7 6-2,-7 2-2,-6 1 0,-7 1-31,-4 0-34,-2-1-68,0-4-57,0 1-169</inkml:trace>
  <inkml:trace contextRef="#ctx0" brushRef="#br0" timeOffset="2896">2427 310 64,'0'0'320,"0"0"-271,0 0 36,0 0-35,0 0-24,0 0-18,-25-40-3,15 35 19,-2 4-11,-5-1 1,-8 2 0,-5 0 9,-5 0-4,-2 10 9,3 6-12,4 2 2,8 3-8,5 3-3,8 2-7,6 0-8,3 1-1,0-1 9,11-7 0,5-5-1,2-8 1,3-5 3,-1-1 13,3 0-13,3-14-3,2-7-9,2-5-18,0-4 5,-4 0 14,-4 5 4,-6 5 4,-9 8 19,-4 5 33,-3 6-25,0 1-12,0 0-15,-4 0-6,-11 10 0,-4 7-6,3 4 5,5 6 4,6 4 2,5 2 1,0-3 1,0 2 3,8-8 0,6-5-2,5-5 0,1-2-2,7-5 8,-2-4-1,-2-3-4,-2 0-1,-2-12 6,-2-13-8,-1-9-3,-2-7 3,-1 2 0,-4 3 3,0 10 2,-2 9 9,1 8 2,-2 5-15,1 4-1,5 0-10,0 0 3,2 0 2,0 0 4,-2 10-3,2 3 4,-4 3-1,1 4 1,-3 7-1,0 1 1,-2-1 0,-3-2 0,-3-7-2,0-9-4,0-3 1,0-3-4,0-3 6,0 0 3,0 0 17,0 0 3,3-4 3,9-12-12,3-7-11,6-5 0,4 0-6,-4 4-3,0 7 7,-3 5 1,-8 7-3,-1 2 4,-4 3-3,0 0 0,-2 0-12,-1 10 2,-1 4 5,1 3-3,-1-1 11,1-5-4,1-4 1,0-3 2,-1-4 1,5 0 3,3 0 16,4-7-7,5-8-5,-1-4-7,0 1 0,0 1 6,-6 4-6,-3 4 0,-5 2 0,2 2 11,-4 4 15,-2 0-7,0 1-7,0 0-12,0 0-7,0 5-17,0 11 12,0 4 12,4 5 0,1-1 0,2-2 1,5-1 1,0-4 0,2-4-2,3-3 3,3-4 1,-2-3-4,2-3 2,4 0 1,-4-9-3,4-9 0,-2-7-3,-4-1 2,0-4 1,-3 2 0,-2 4 6,-4 3-4,-3 4 4,-4 4-6,-2 3 0,0 3 2,0 4-2,0 2 0,-5 1-6,-4 0-4,-4 0 6,-4 12-9,7 4 9,1 1-4,6 4-7,3 4 12,0 0 3,16 0 3,7-2 12,2-4-15,10-3 14,0-6-8,1-6-5,0-4 2,-5 0 0,-3-8 6,-1-14-9,-7-4 10,-2-2 0,-8-1-6,-1 2 3,-5 8 7,-2 3-9,-2 9 1,0 4 5,0 3-11,0 0-2,0 0-13,0 10-11,0 6 19,0 5-10,0 4 17,0 2 1,11 3 1,5-2-1,-3-3 4,-2-3-5,-1-4 0,-7-6 0,-1 0 1,-2-4-2,0-2 1,0 0-2,-2-1-2,-11 1 4,-2 0 6,-4-2-6,0-1-8,0 0-12,-1-3-23,-2 0-22,0 0-37,0 0-123</inkml:trace>
  <inkml:trace contextRef="#ctx0" brushRef="#br0" timeOffset="5244">4028 111 400,'0'0'102,"0"0"-17,0 0 9,0 0-38,0 0-12,0 0 8,0 0 1,60 14-13,-35 9-14,8 5 8,3 5-15,1 3-6,-3 0-12,-4 0 1,-5-2 5,-3-3-7,-6-3-1,-3-5-1,-2-6-28,-4-4-22,1-6-61,-1-6-10,-1-1-21</inkml:trace>
  <inkml:trace contextRef="#ctx0" brushRef="#br0" timeOffset="5537">4399 144 562,'0'0'72,"0"0"-11,0 0 39,0 0-90,0 0-10,0 0-12,-17 0-20,2 18 32,-8 8 0,-2 0 4,-2 1 9,0 0-11,2-2 1,2 2-3,3-3 0,6-2-35,9-4-62,5-6-109,0-3-225</inkml:trace>
  <inkml:trace contextRef="#ctx0" brushRef="#br0" timeOffset="5815">4649 214 452,'0'0'74,"0"0"-58,0 0 9,0 0-24,0 0 42,0 0 10,-10 78-13,0-50-2,3 2-32,2-5 3,1-4 7,0-4-14,2-7-1,2-6-1,0-2 7,0-2-6,0-2 24,0-15 6,2-7-31,12-6-2,2-6-16,3 4 6,-6 6 6,1 9 1,-7 10 5,-5 4 13,-1 3 14,1 0-16,-1 0-11,1 6-29,-1 11 24,2 2 4,-2-1 2,2-6-2,0-2 1,2-4-4,1-5-5,0-1 0,6 0 9,1-6 1,3-9-1,3-4-1,3-1-5,-1 1-22,-2 6 16,-1 5 7,-6 5 5,0 3 0,-6 0 5,-3 0-4,0 7-1,-3 9 0,0 4 1,0 4 13,0 1-8,0 2 4,-5 0-10,1-2 1,-1 0-4,1-3-33,4-5-17,0-8-71,0-6-134</inkml:trace>
  <inkml:trace contextRef="#ctx0" brushRef="#br0" timeOffset="6398">5117 288 592,'0'0'40,"0"0"-34,0 0-1,0 0 34,0 0-18,-10 94-9,1-70-12,3-4 0,1-4-12,-1-8-55,5-8-86,1 0-254</inkml:trace>
  <inkml:trace contextRef="#ctx0" brushRef="#br0" timeOffset="6805">5445 70 500,'0'0'0,"0"0"0,0 0 20,0 74 27,-8-36 7,-6 1-17,-2 2-3,1-1-16,-1-4 19,5-3-23,5-4 6,1-2-10,4-7-10,1-6-14,0-5-23,0-8-13,1-1-30,13-1-29,5-17-324</inkml:trace>
  <inkml:trace contextRef="#ctx0" brushRef="#br0" timeOffset="7067">5614 90 388,'0'0'75,"0"0"59,0 0-62,0 0-72,0 0-5,0 0 5,3 34 14,-3-6 33,-1 6-4,-2 2-16,1 3 4,1-1-7,-4-3 9,2-2-32,-2-3 6,-3-1-7,2-3-8,-2-4-15,1-3-37,0-4-40,2-10-82,5-5-257</inkml:trace>
  <inkml:trace contextRef="#ctx0" brushRef="#br0" timeOffset="7367">5256 235 607,'0'0'38,"0"0"-19,0 0-13,101 17-5,-54-4-1,-3 0 0,-3-3 0,-8-3-33,-7-5-93,-3-2-90</inkml:trace>
  <inkml:trace contextRef="#ctx0" brushRef="#br0" timeOffset="7538">5674 297 466,'0'0'120,"0"0"6,0 0-86,0 0-19,89 0-6,-59 0-6,1 0-4,-4 0 10,-7-9-11,-5-1-3,-8-1 5,-4-2-6,-3 1-20,0 2 9,0 2 7,-10 4-5,-4 2 4,1 2 2,-5 0-5,4 2 7,1 10 1,3 4 0,5 4 22,5 1 0,0 0 9,0 2 1,9 0-9,12-1-9,15 2-7,7 0-1,-1-1-6,1-5-38,-4-4-68,-8-11-10,-7-3-73,-2-6-98</inkml:trace>
  <inkml:trace contextRef="#ctx0" brushRef="#br0" timeOffset="7846">6152 400 236,'0'0'78,"0"0"22,0 0 33,0 0-41,0 0-49,0 0-23,-16-15 1,-3 23 10,-1 6 2,1 2-2,2 3-21,3-1 6,6 1-16,4 1-2,4 2 2,0-3 6,7 0 5,11-4 1,0-4-8,1-2-4,0-3 5,3-5-4,5-1 7,4 0-3,5-10 6,1-11-5,0-7-6,-7-6 4,-7-6-1,-7-2-2,-6-6 12,2-3 7,-6-4 2,0-4-18,-4 4 7,-2 4-11,0 14 8,0 12 11,0 11 36,0 8-20,-3 6-10,-3 2-25,-3 18-42,-2 13 41,2 8 1,-1 7 0,4 1 11,0 3 1,2-4-6,-3 5 0,0-1 4,3 3-5,-4-1-1,4-6-4,-1-6-12,2-8-13,3-7 1,0-4 0,0-5-3,0-3-62,12 0-6,10-2-82,10-3-107</inkml:trace>
  <inkml:trace contextRef="#ctx0" brushRef="#br0" timeOffset="8582">6947 581 514,'0'0'120,"0"0"13,0 0-22,0 0-43,0 0-50,0 0 13,104-6-10,-70 6-8,-1 0-8,-2 0-2,-4 2-6,-5 6-38,-7 2-88,-9-1-153,-6-4-215</inkml:trace>
  <inkml:trace contextRef="#ctx0" brushRef="#br0" timeOffset="8808">6801 750 723,'0'0'35,"0"0"114,0 0-64,0 0-53,0 0-28,0 0 18,105 46-6,-59-33-16,-1-4 2,-6-3 3,-3-5 0,-6-1-3,-7 0 3,-6 0-4,-7 0 9,-5-4-10,-4 3 0,1 1-31,-2 0-39,0 0-86,0 0-46,0 0-122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3:55.75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0 140 224,'0'0'118,"0"0"-38,0 0-1,0 0 55,0 0-125,0 0 17,0 0 28,52-72-15,-47 68 4,-1 1-9,-2 3 5,-2 0-8,0 0-11,0 0-20,0 0-3,0 0-6,0 6-15,0 9 19,0 6 5,0 3 4,0 4 0,3 2-3,1 2 1,1 4 1,-2-1 2,0 3 0,-3 0-2,0-1-3,0-4 1,0-7 0,0-5 0,0-8-1,0-4-2,0-4 1,0 0-22,-3-3-17,0-2-19,3 0-9,0 0-8,0 0-62,0-14-131</inkml:trace>
  <inkml:trace contextRef="#ctx0" brushRef="#br0" timeOffset="451">408 242 292,'0'0'9,"0"0"1,0 0 86,0 0-56,0 0-34,0 0 0,-50-19 0,19 30 10,1 2 16,5 4-18,7 1 7,6 0 11,6 2-22,6 0 16,0-1-12,0-3-12,7-2 2,5-4 2,6-3-2,3-5 21,5-2-3,7 0-9,3-12-5,3-4 2,0-1-9,-6-3 0,-6 0 6,-8-1-3,-10 1 8,-9 2 10,0 3-22,0 3 8,-7 4-6,-6 5-2,-3 3-13,-3 0-33,-2 0-30,0 6-4,-1 1-56,1-2-96</inkml:trace>
  <inkml:trace contextRef="#ctx0" brushRef="#br0" timeOffset="915">801 305 295,'0'0'29,"0"0"34,0 0-17,0 0-38,0 0-6,0 0 21,-14-3-11,-1 3 8,-3 0 20,1 0 5,1 3-25,-1 7 2,3 4-4,2 2-15,4 2 6,2-1-9,6 2-6,0-3 6,0-5 0,11-1 4,7-2 2,5-2 35,3 0-8,1-3-27,-5-3 0,-4 0-1,-3-9 1,-5-10 7,-2-4-13,-7-3 26,-1 0 16,0 0-36,-3 5 12,-9 3-9,1 5-8,-2 5-1,3 2-5,0 3 3,1 3-22,1 0-55,2 0-29,6 13 11,0 1-90,6 0-176</inkml:trace>
  <inkml:trace contextRef="#ctx0" brushRef="#br0" timeOffset="1402">1206 346 300,'0'0'31,"0"0"46,0 0-38,0 0-19,0 0 1,0 0 40,10-10 6,-10 10-44,-3 0-5,-9 0-10,-4 0-6,-2 12 3,0 9 1,1 2 0,7 4 5,4 0 6,6 1-4,0 1-9,2-4-4,14-4 16,2-4-13,4-7 12,-1-3 5,-1-6-8,2-1-4,2 0 16,1-15-6,-2-6-2,-2-7-3,-5-2 7,-7-1 6,-6 0-3,-3 4-7,0 3 9,-11 3-17,-9 3-5,-3 5-1,1 4-2,-1 6-6,4 3-12,2 0-15,0 2-45,-2 12-37,-1 3 11,-1-1-131,4-5-173</inkml:trace>
  <inkml:trace contextRef="#ctx0" brushRef="#br0" timeOffset="4695">1606 75 74,'0'0'101,"0"0"-46,0 0-23,0 0-23,0 0 0,0 0 11,0 0-8,6-17 19,-6 14-6,1-1 8,1-2-8,-1 0-6,1-1 15,-1 0-2,2 1 1,1-1 20,-1 1-19,-1 2-9,1 2 12,-3 1-7,0 1-1,0 0-20,0 0-9,0 0-13,0 6 2,-12 10 11,-4 7 7,0 7-2,0 6 17,1 5 0,-1 7-9,-5 3 7,-3 7-16,-7 3 10,-6 4-8,2 1 1,2-7-5,5-7 0,3-11-1,5-6 0,4-5 0,2-5 6,4-3-7,3-5 0,2-6 0,2-1 4,0-6-4,3-3 0,0-1 3,0 0-2,0 0 3,0 0 12,0 0 2,0 0-2,0 0 1,-1 0-13,1 0-4,-2-4-27,1-3-46,1-1-45,0-4-28,0-5-120</inkml:trace>
  <inkml:trace contextRef="#ctx0" brushRef="#br0" timeOffset="5565">1852 260 151,'0'0'61,"0"0"-24,0 0 7,0 0-7,0 0 18,0 0 6,0 0 2,-2 0-17,2 0-2,0 0 2,0 0-21,0 0-21,0 0-3,0 0-2,0 0 2,-4 9 1,-4 4-1,-3 5 10,-3 7 8,-5 2 10,0 2-17,-1 4-5,-4 2 2,2 1-2,-1 0 5,1-5-4,4-4-7,6-6-1,4-1 1,5-3-1,3-2 0,0-2 1,0-5 0,0 1 8,15-4-4,11-2 21,8-1 2,7-2-14,2 0 2,-6 0-11,-1-6-4,-5-5 6,-6-2-3,-4-1 0,-6-4 2,-2-2 5,-2-3 0,-2-5-7,-3-1-2,0-4-2,-5 2 0,1 6 1,-2 6 5,0 6-5,0 6 1,0 6-1,0 1 0,0 0-2,0 0-6,0 1-14,0 19 11,0 8 7,0 7 1,-7 4 2,-1 0 1,-1-1-1,0 0 3,-1-2 1,-1 1-2,-1-5-1,-1-2 0,1-4 0,2-3-1,2-4 0,2-3 6,3-4-6,0-2-5,0-5 5,1 1 0,-2-1-5,4 1-40,0 1-48,0-2-18,11-3-21,7-2-50</inkml:trace>
  <inkml:trace contextRef="#ctx0" brushRef="#br0" timeOffset="6339">2173 675 467,'0'0'118,"0"0"12,0 0-7,0 0-53,0 0-47,0 0-23,0-10-9,0 15 2,0 3 7,0-1 0,0 0 0,0-2-5,0 4-11,0-2-32,0 1-19,0 1-24,0-1-28,0-2-94,5-5-140</inkml:trace>
  <inkml:trace contextRef="#ctx0" brushRef="#br0" timeOffset="6944">2583 552 81,'0'0'160,"0"0"-93,0 0 9,0 0-28,0 0-15,0 0-5,0-4-12,0 2-5,0 2 15,0 0 11,0 0 7,0 0 3,0 0-17,0 0-1,0 0-12,0 0 0,0 0-8,0 0-5,0 0-4,0 0-1,-6 0-15,-9 3 9,-6 10 7,-5 2 4,-2 2 16,3 3-15,1 0 2,0-1-6,3 3 8,0 0-5,4 2 4,2 3-3,-2 1-3,4 1-1,1-2 2,0 2 1,4-2-3,2-3-1,3 0 5,3-4-5,0-1 0,0-1 2,9-1 7,8-2 4,-1-5 0,2-5 14,-4-3-11,-1-2 8,3 0 10,0 0-18,1-12 1,-1-3-5,-2-4-9,-3 0 1,-1 1 0,-6-1 5,-2 2-2,-2-1-2,0 0-3,0 2 3,-8 3-10,-2 3 5,1 4-17,0 2-9,-1 4-34,-2 0 7,0 0-30,0 0-15,3 9-36,0 1-47,3-3-56</inkml:trace>
  <inkml:trace contextRef="#ctx0" brushRef="#br0" timeOffset="11191">3008 320 55,'0'0'112,"0"0"-32,0 0 25,0 0-16,0 0-41,0 0 5,-12-12 8,12 10-4,0 1 0,0-1-1,0-1-35,6 1-6,9-2-8,7 2-7,4 2-2,12 0-4,0 0 4,-1 6-2,-4 4-1,-6 0-8,-6 0-27,-6 0-33,-2 0-17,-4 1 8,-3-3-52,-3-1-119</inkml:trace>
  <inkml:trace contextRef="#ctx0" brushRef="#br0" timeOffset="11529">2847 468 317,'0'0'38,"0"0"80,0 0-43,0 0-36,0 0 2,119 27-9,-76-17-8,-4 0-15,-6 0-7,-5-4-1,-11-2-2,-7-2 1,-5-1 0,-4-1 4,2 0-2,2 0-2,1 0 0,1 0-32,-1 0-36,0 3-64,-3-3-55</inkml:trace>
  <inkml:trace contextRef="#ctx0" brushRef="#br0" timeOffset="12031">3757 442 304,'0'0'71,"0"0"2,0 0-25,0 0-36,0 0 6,0 0 14,-52-48 14,47 41-2,-1-2-11,2 0-15,-2-5-11,0-3-6,2 1 0,2 0 7,2 4-7,0 2 16,0 4 7,0 2-24,5 3-6,5 1-2,2 0 8,1 0 4,1 0-4,-4 0-4,0 2-1,-1 8-2,2 4 0,1 5 0,-2 2 6,-1 3 1,-4 1-1,-5 2-1,0 2 2,-8 0 0,-12 1 0,-5-1 4,-3-5-3,-2-3-1,-1-5 4,-2-5 2,-4-5-6,0-6 10,-2 0-3,3 0-4,5-4-2,11-3 2,10 2 2,7 4 2,3-1 0,0 0 15,0-3 5,0-2-9,3-1-11,9 1-14,3 1 6,1 2-2,2 4 2,-3 0-3,0 0 1,-5 12 0,2 3-10,-3 2 7,0 3-1,2 2 7,0 0 3,-1 0-1,0-2-4,-1-4-3,-2 0 2,-2-4-15,-1-2-21,1-2-7,1-3 0,0 1-57,4-5-44,6-1-90</inkml:trace>
  <inkml:trace contextRef="#ctx0" brushRef="#br0" timeOffset="12803">4197 364 486,'0'0'45,"0"0"80,0 0-54,0 0 3,0 0-30,0 0-26,8-24-18,-8 24-3,0 12-12,-3 9 14,-11 5 1,1 9 9,-1 4 8,2 2-9,-1 0-2,-2-3 4,-1-4-6,1-3-4,-3-6 8,4-2-8,0-6 1,4-5 2,4-2-3,2-4 2,0-2-2,2-3 0,2 1 3,0-2-3,0 0 0,0 0 3,0 0 6,0 0-6,0 0 6,0 0 0,0 0 0,-1 0-4,1 0 4,0 0-9,-2 0 1,2 0-5,0 0 0,-1 0 2,1 0-2,0 0-6,-2 0-13,1 0-25,-5 1-46,-5 2-79,-4-1 49,2-2-337</inkml:trace>
  <inkml:trace contextRef="#ctx0" brushRef="#br0" timeOffset="15291">4707 679 478,'0'0'119,"0"0"-4,0 0-60,0 0-31,0 0-17,0 0 14,0-4-11,0 4-3,0 0-7,0 0-28,0 0-30,-3 0-14,-7 0-74,1 0 11</inkml:trace>
  <inkml:trace contextRef="#ctx0" brushRef="#br0" timeOffset="16092">5376 278 204,'0'0'64,"0"0"-2,0 0-5,0 0-25,0 0-5,0 0 14,-2-5-19,2 5-9,0 0-13,-1 0 0,-2 0-2,-3 0 2,-2 0 0,4 0 0,-3 1 0,2 0 0,2 2 1,-1-1 0,-1 0 1,-1 0 8,1 1-9,0-1 0,-1 1 7,0 0-7,-2 1 0,-2 0 1,1 2 13,-3 3-2,0-2-7,3 3 11,0 0-16,3-2 2,2-1-2,1-1 4,1-3-1,2-1 3,0 0-4,0-1 4,0-1 4,0 0-10,-1 0 6,1 1-1,-2 4-3,-1 2-3,2 1-1,1 3 0,0 4 1,0 2 0,0 5 0,0 2 1,0 3 1,3-1 1,1-4 0,-2 0 1,-1 1-3,-1-2-1,0 0 5,0-1-2,0 0-1,0-1 4,0-1-4,0-2 2,-6 0-4,-1-3 5,-1-3-2,-1-2 3,2-1-5,-2-2 3,-6-1 1,-2-3 3,-5-1 4,-2 0-10,2 0-2,-2 0-2,-1 0-1,-4-8-18,1 1-35,4-2-45,12-1-104</inkml:trace>
  <inkml:trace contextRef="#ctx0" brushRef="#br0" timeOffset="18171">4949 342 59,'0'0'44,"0"0"-11,0 0-13,0 0-10,0 0 16,0 0 37,0-2-3,0 2-23,0-1-10,-2 1-17,-8 0-4,0 0-5,1 1-1,-3 9 0,3 2 1,-2-1 6,0 1-1,1-1 5,0 2 1,-3 0 13,-1-1 3,-2 0-18,1-1 3,-3 3-1,3 0-11,2 2 6,1 0 0,0-1 5,3-1-8,0 0-3,1-3-1,1 1-1,1-1 1,5-1 0,-1 0 0,2 1-6,0 2 5,0-2-3,0 2 1,0-3 3,3-2 8,2 1-6,-1-3-2,2-1-4,0 0 2,1-3 2,2 0 3,3-2-3,0 0 0,1 0 1,-4 0-1,2 0 0,-3-3-1,-1-4-6,-3-2 4,-1-2 2,0 0-11,2-2 9,-2 0 3,1 2 2,-1 1-2,0 0 4,0 5-8,-1-2 10,-2-1-12,0 4 5,0-3-3,0 1 1,0 2 1,0 0 2,0 1 0,0 2 0,0 1 0,0 0-2,0 0 1,-3 0-2,-5 0-2,-2 0-6,1 0 5,-1 0-16,1 0 0,4 5 5,0 1-36,5 0-43</inkml:trace>
  <inkml:trace contextRef="#ctx0" brushRef="#br0" timeOffset="32203">4502 389 125,'0'0'68,"0"0"-23,0 0-1,0 0 13,0 0-25,0 0-15,0-2-15,0 2-2,0 0 5,0 0-3,0 0 9,0 0 5,0 0 2,0 0-12,0 0-6,0 0-1,0 0 0,-2 0 1,0 0 0,-1 0 0,0 0 0,0 0-1,-5 2 1,2 1 0,-5 1 2,-2 1 9,1-1 9,-2 0-10,-2 2 7,-1 1-3,1 2-8,-2 1 8,5-1-2,1 1-8,-1 0 1,3-2-3,-3-1 8,4 1-9,-1-3 7,-1 2-6,4 2 2,-4 0 1,-2 0-5,-1 1 3,1 1 5,0 2-8,1-3 1,0 1-1,4-2 6,4-1-6,-1-1-1,1 2 1,1 1 0,-3-2 0,3 3 0,0 2 1,2 0-1,-3 1 3,3 2-3,1-3 0,0 1 0,0-1-2,0-3 2,0 1 0,9-2 0,1 0 0,-2-2 11,-1-2-10,2 1 1,2-1 9,1 2-11,1 0 0,-3 0 1,3-1 1,-3 0-2,0-4 2,1 1 2,-1-3 7,-1 0-3,2 0-5,2 0 1,-1 0-4,-1 0 7,3 0-7,-3 0-5,2 0 5,-4 0 0,2 0 0,-1 0-1,-1 0 1,0-5 7,0-4-7,-3 1 2,0-2 2,-3-1-4,0 0 3,-2-2-1,-1 1-2,0 2 3,0 2-3,0-1 0,0 1 0,0 1-1,-4-1 1,-4-1-2,-2 1 4,3-2-4,-6 1 2,2 1 0,2-1 0,0 2 0,1 1 0,4 2 2,2 3-1,-1-1-1,0 0-1,-1-1 1,-2 0-2,-2 0 4,0-1-4,-2 1-1,0-1 1,-2 0 4,3 0-4,0 1-1,3 2 2,-1 1-10,-1 0-37,2 0-38,2 2-79</inkml:trace>
  <inkml:trace contextRef="#ctx0" brushRef="#br0" timeOffset="33732">4616 635 66,'0'0'85,"0"0"-56,0 0-20,0 0 24,0 0 39,0 0-10,0 0-31,0 0-16,0 0-15,0 0-2,0 0 2,0 0 2,-1 0 2,1 0-4,-2 0 0,1 2 0,1-2 0,-2 1 7,2-1-6,0 0 11,0 0 2,0 0 11,0 0 41,0 0-15,0-4-40,0-2-8,0 2 5,0 0 16,0 2-17,0 1-6,0 0-1,-4-1 0,0 2-2,-2 0-1,2 0 3,3 0-3,-1 0 2,2 0-2,0 4 3,0-1-3,0 1-1,0-2 3,0-2 2,0 0 2,0 0 5,0 0 1,0 0-2,0 0-2,0 0 1,0 0 2,0 0 6,0 0-10,0 0-4,0 0-2,0 0 2,0 0-1,0 0-5,0 0 6,0 0-1,0 0 0,0 0 1,0 0 0,0 0 0,0 0 0,0 0-1,0 0 1,0 0-10,0 0-45,-3 0-106,2 0-135</inkml:trace>
  <inkml:trace contextRef="#ctx0" brushRef="#br0" timeOffset="36584">5167 601 139,'0'0'67,"0"0"-3,0 0-32,0 0-16,0 0-2,0 0 18,0 0-6,0 0-8,1-11 16,-1 10 4,3-1 7,-3 1-2,3-1-34,-1 1 15,-2-1-2,3 2-13,-2 0-2,4 0-7,-1 0-1,4 0 1,-2 0 3,0 0 0,4 0-2,5 0 10,6 0-9,1 0-2,1 0 2,0 0 5,-3 0-4,-1 0-4,1 0 4,-1 0-3,3 0 0,2 3-1,3 2 1,-4 3 0,1-1 0,-10 0-12,-5-1-12,-7 0-64,-2-4-95,0 1-47</inkml:trace>
  <inkml:trace contextRef="#ctx0" brushRef="#br0" timeOffset="37148">5565 624 223,'0'0'47,"0"0"23,0 0-26,0 0 12,0 0-40,0 0-2,72 3 12,-47 12-9,-1 6 8,-1 3-25,-4 2 13,-9-1-8,-7-4-5,-3-2-5,0-4 2,-4-3-9,-11-5 2,-1-2 10,-3-4 5,3-1 2,6 0-5,1 0 7,3 0 2,4 0 15,2-11-10,0-1-8,3-4-3,14 1 9,2-1 3,5-1-14,3 3 8,-2 2-9,-1 2-2,-4 5 0,-6 4-3,0 1 3,-7 0-16,1 0-78,-5 0-39,-2 0-108</inkml:trace>
  <inkml:trace contextRef="#ctx0" brushRef="#br0" timeOffset="37582">5989 751 251,'0'0'53,"0"0"17,0 0 9,0 0-57,0 0-21,0 0 1,-51-14-2,29 14-2,1 2 2,4 5 0,3 1 0,6-1 0,2-3-10,5 2 10,1-2-7,0 0 6,0-1 2,0-1 6,9-2 1,5 0 11,5 0 0,3-8-18,-1 1 8,-5-1 1,-1 2-7,-9 2 18,-3 2-3,-2 2 3,-1 0-21,0 0-14,0 6 1,0 7 12,0 1 0,0 0-2,2 2 1,3-3 2,4 2 1,-1-4-1,1-1-7,0-4-8,2-3 2,-1-3 13,-1 0 0,3 0 4,0-6-4,-4-1 1,0 1-1,-3 0 7,-2 5 9,-2-1 6,-1 2-18,3 0-4,-1 0-12,2 0 1,1 10 11,-1 2-2,5 2 2,-1 0-7,-1 0 7,3-1 2,-2-2 5,1-2-14,-1-4 7,0-3 0,0-2 1,-2 0 6,1-3-6,2-7 5,-1-2-5,-2 1 1,-2 1-4,1 2 4,-4 1 4,1 3 0,-2 1 14,0 2-10,0 1-10,0 0-9,0 0-10,0 1 15,-3 10 4,-2 0 0,2 2-9,3 1 5,0-1 4,0-3 0,0 0 1,5-3 1,1-3-1,2-4-1,3 0 7,0 0 5,3-5-9,1-8 0,0-3 6,-1 0-2,-4 2-2,-4 3 1,-3 4 8,-3 3-6,0 3-1,0 1-7,0 0-7,0 1-3,0 9 4,-2 2 3,-2 2-1,2 1-7,2 0 0,0 2 11,0 2-10,6-1 10,7 0-6,-2-4-12,-2-2 0,-3-6 3,-3-2 2,0-3 5,-1-1-1,4 0-65,1 0-102</inkml:trace>
  <inkml:trace contextRef="#ctx0" brushRef="#br0" timeOffset="38813">6829 453 157,'0'0'38,"0"0"-17,0 0 2,0 0 18,0 0 4,0 0-24,-23-29 8,20 26-10,0 0-6,-1 1 2,2 1 19,-2 1-2,3 0-29,-1 0-3,-1 0-6,0 3 1,0 4 5,-3 2 9,2-2 11,-2 2 15,-2 0-2,1 2-15,-4 3 0,0 7 19,-2 8-20,0 3-10,-2 6 13,-3 1-19,-3 0 6,-4-3-5,-2-2-2,-1-2 2,-3-4 0,-4 1 6,1 2-3,-1 3 10,3 4-10,2 3 2,1 1-6,4 1 3,-2-2-4,2-3 0,4-6 8,0-3-8,3-7 0,3-4-1,2-4 1,1-2 0,1-4 0,0-2 1,0 0-4,1-4 7,-2 1-4,6 0 9,1-3-8,4 2-1,1-1 0,0-1-1,0 1-17,0 1-9,0-2-17,1 0-56,8 0-124</inkml:trace>
  <inkml:trace contextRef="#ctx0" brushRef="#br0" timeOffset="39579">6371 1286 225,'0'0'45,"0"0"21,0 0-51,0 0-4,0 0-5,0 0 50,-33-44-20,20 38-21,-2 4-10,-2 0-5,2 2 1,-1 0-1,2 0 5,0 0-5,6 4 2,1 8-2,4 3-6,3 3 6,0 5 20,3 3-9,10-1-3,2 0 5,-3-2-9,0-3-3,-5-7 0,-2 0 5,-4-4-6,-1-2 0,0-4 2,0-2-1,-1-1 10,-14 0 2,-2 0 18,-3-3 1,-1-7-19,4 2-11,5 1 4,4 2-5,5 1-1,3-1-26,0-4-189</inkml:trace>
  <inkml:trace contextRef="#ctx0" brushRef="#br0" timeOffset="40012">6469 1443 29,'0'0'0,"0"0"-1,0 0 1,0 0 10,0 0 170,0 0-100,79-56-23,-79 42-20,0-2-27,0 1 1,-2 1-3,-14 2-7,-3 2 0,-2 2 0,0 6-1,2 2 21,2 0 12,4 0-20,3 12-4,2 4 39,4 1-23,2 1-3,2 2-17,0 0 19,2-1-9,8-2-4,2-1-11,1-2 10,1-1-10,2-3 5,-2-2-5,1-1-19,-2-1-79,0-5-37,-1-1-61</inkml:trace>
  <inkml:trace contextRef="#ctx0" brushRef="#br0" timeOffset="40454">6859 1403 218,'0'0'84,"0"0"-7,0 0-13,0 0-15,0 0-15,0 0-5,-39-26-10,25 24 2,-3 0-3,-1 2-2,-3 0 13,2 0-13,0 0-3,0 4-1,3 6-3,-4 5 9,4 0-5,1 4-12,1 4 6,3 0-5,3 0 1,5-4-3,3-2 1,0-3-5,0-1 9,11-2-5,3-1 19,5-3-9,-2-1-4,-2-6 3,-1 0 4,-5 0-2,-3 0 9,-2 0-10,2 0 6,-5-2-2,2 0 6,-1-1-10,-2 3-5,0-2-4,0 2-1,0 0 0,0 0-6,0 0-15,0 0-40,0 0-11,0 0 2,-6 0 17,0 2-115,3-1-187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8:36.802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789 124 38,'0'0'0,"0"0"-1,0 0-7,-85-22-8,56 19 3,1 2 13,6-2 0,4 0 0,6 2 0,2-1 0,-2 2 0,3 0 0,-4 0 0,4 0 0,-2 0 0,5-1 0,2-2 0,-2-3 19,1 2 40,1-3 0,1 1-8,0 2-25,3 0-23,0 1 5,0-1-5,0-2 14,0-1 0,0-2-2,0 2 10,4 2-12,2-1 60,-3 2-67,-1 3 6,-1-1 3,-1 2-6,0 0-9,0 0-14,0 10 8,-9 7 3,-8 4 2,-6 5-7,-7 5 6,-4 4 2,-12 6-1,-4 2 1,-5 4 2,0 0-2,9-5 3,7-4 1,9-5-2,5-7-2,11 0 0,4-5 1,1-2-2,6-3 2,0 0-1,0-1 0,0 1 1,1 2-3,-1 2-8,-1-3-3,1 0-46,3-9-16,0-8-95</inkml:trace>
  <inkml:trace contextRef="#ctx0" brushRef="#br0" timeOffset="660">821 126 204,'0'0'62,"0"0"-33,0 0 27,0 0-10,0 0-21,0 0-18,22-41-7,-19 49-19,0 12 18,-3 8-1,3 5-2,-3 5 1,0 4 3,0 5 0,8 2 3,2 5 3,2 5 5,7 6 1,-1 0-2,3-3 9,-3-7-13,-3-8 2,-2-8-4,-4-4-1,0-8-3,-3-5 3,0-9-3,-5-6 3,1-2-3,-2-4 6,0-1-5,0 0 0,0 0 4,0 0 10,0 0 10,0-1 41,0-9-41,1-1-23,1 1-2,-2 3 0,0 3-3,0 2-63,-3 2-93,-18 0-187</inkml:trace>
  <inkml:trace contextRef="#ctx0" brushRef="#br0" timeOffset="1629">90 1040 73,'0'0'69,"0"0"-7,0 0-10,0 0 11,0 0-24,0 0-12,4-28-22,14 28-5,15 0-8,11 0 4,9 6 4,8 2 4,2-2-4,-2 0 3,4-2 0,-5 0-2,0-1 0,-2 1 13,-7 0-14,-14 0 4,-12-1-4,-14 0-4,-10 0 4,-1-2-38,-7-1 0,-26 0 11,-12 0 27,-12 0 0,-10-3 11,-3-6-6,3 0 1,3 2-5,13 3 5,14 1-6,13 3 0,14 0-2,7 0 5,3 0-1,0 0-2,0 0-14,15 4-10,15 6 21,14 0 3,7-2 3,3-1 9,1-4-11,-8-3 10,-8 0 7,-15 0-3,-10 0-4,-11 0 0,-3 0 5,0 0-11,-5 0-5,-16 0-7,-13 0 7,-5 0 0,-4-3-1,-5-1-1,-4 1 2,1 1 0,-1 0 0,7 2 0,17 0 0,10 0 0,15 0-2,3 4-6,6 2-14,18 1 22,16 1 7,18 1 7,11-1-11,10 0 5,-9 0-5,-13-2-3,-18-2 7,-19-1-7,-15-3 1,-5 0 10,-8 0 5,-20-9-4,-12-5-12,-6 0 0,-2 1 2,6 3 1,8 2-2,7 4 1,9 1 1,5 2 1,7 1-6,1 0 2,5 0 0,0 0 0,0 0-8,0 0-10,9 0 18,3 1 1,3 0-1,-3 1 17,0-2 1,-6 0-7,-5 0-6,-1 0 7,0 0-7,0 0 0,-10 0-5,-16 0-9,-11-4 9,-1-2 1,2 3 2,13 2 1,11 0-4,9 1 1,3 0-1,0 0-1,8 6-16,20 7 6,18 2 11,17-1 11,6-1-8,-5-3 3,-12-4-4,-19-2 1,-17-2 1,-14-2 1,-2 0 15,0 0 4,0 0 17,-14-5-41,-14-5-9,-8 0 6,-8 3 3,-1 2 2,6 0-2,12 4 0,11 1-1,8 0-4,7 0 0,1 0-4,0 0-3,0 6-11,12 2 9,13 1 13,11-2 1,8-1 0,-5-4 0,-12 1 3,-13-1 0,-9-2-3,-5 0 16,0 0 7,0 0-7,-7 0-4,-8-6-12,-6-3-3,-4 2 3,2 3 1,4 3 2,10 1-3,3 0 0,6 0-4,0 0-4,0 0 5,0 0-3,0 0-2,0 0 4,0 0-2,0 0 6,0 0 0,0 0 0,0 1 1,0-1 3,0 1-4,0-1 2,0 0 5,0 0 0,0 0-6,0 0 3,0 0-3,0 0-2,0 0 0,0 0 1,0 2-1,0 1-2,0-2 0,0 1 2,0-2-2,0 0 3,0 0 0,0 0 1,0 0 1,0 0 1,0 0-3,0 0 4,0 0-3,0 0 0,0 0 0,0 0 0,0 1-1,0 2-6,0 3-1,0 1 5,0 4-34,3 1-9,11 4-43,6-8-15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3:45.06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850 22 222,'0'0'83,"0"0"-83,0 0 12,0 0 35,0 0-20,0 0-11,0 0-3,-12 0 1,12 0-1,0 0 5,-3 0 15,2 0 13,-1 0-2,-1 0-31,0 0-5,-1-3-8,-2 2-6,-2-1 6,-1-1 0,2 2-1,-1 0 1,-1-1 2,-1-1-2,-2 3 0,-3-1-2,0 1 6,-4 0-6,1 0 2,-3 0-1,3 0 1,5 0-1,2 0 1,2 0 0,0 0 0,-1 0 1,-5 0 0,1 0-1,-5 0 4,-3 0-4,-2 0 0,-2 1 0,4 2-5,3 0 5,5 0 7,5-2-4,-1-1-2,1 3-1,1 0 0,-3 1-1,-3 2 1,-5 3 0,-4-1-2,-1 0 2,-1 1 2,4-4-2,3 1 0,4-2 0,3 0 0,3 1 0,0-1-2,0-1 2,1 1 0,-4-1 0,1 3 0,-4 2 0,-5 4-2,1 0 2,-3 1 0,2-1 2,5-1-2,7-3 0,0-3-1,4 0 0,3-4 0,-2 0-3,-1 2 4,3 0-1,-3 1 1,-2 5 0,1-1 0,-2 4 3,2 1-3,1-1-3,3 1-1,0-3-1,0-2-9,3 1 11,5-1-4,-2-1 7,2 0 4,0-1-4,0 1 5,3-2 5,-1 1-9,5 1 1,0 0-1,4 3 7,4 1-8,-1 1 0,4-2 7,-4-1-6,-1-2-1,-3-3 1,-2 2 9,-2-5-6,-1 2 0,-4 2-1,0-4-2,6 3-1,-2 0 2,5 2-2,3 0 1,-3-2 1,6 0 0,-5-1 2,4 2 4,-3-1-2,3 2-6,-2-2 6,3 0-3,-2 1-3,1-2 1,-1-1-1,-3 0 5,1 0 1,-4-2 5,2 3 3,-2-1 0,2 1-4,0 1-3,6-1 0,3 0-7,-2 1 6,3 1-6,-3-1 1,-3 2 1,-3-2-2,-1 0 0,0 0 0,-1 1 0,3-1 0,1-1-1,4 1-1,1-3 4,8 1-2,0-2 1,1 0-1,-2 0 3,-7 0 0,-4 0-5,-3 0 5,0 0-6,2 0 6,6-6 1,7-4-1,8-1 2,3-1-3,5 0-4,0-1 2,-6 3 0,-11 3 2,-9 3-2,-13 3 0,-5-2 1,-3 0 7,4-4-3,3-4 19,6-4-14,4 0 0,6-3-9,-1 2-1,-2 5 0,-3 2 0,-9 4-1,-1 2 2,-7 3-1,-1-2 0,1 0 7,3-6 7,4-2-8,2-2 2,6-2-4,-3 1-1,1 1-3,-5 2 1,-4 1 0,-4 2 2,-3 0 36,0 0-6,0-3-21,0-1-3,0-2-8,0-1 1,-6 0-1,0 0 5,-3 2-6,2 2 0,-1 2 0,1 1 0,-1 0 1,-2 0-1,-1-1 0,-2-1 0,0 1 0,-1-1 2,-1 2-2,0 0 0,2 1-1,1 0 4,0 1-3,5 1 0,-2 1 1,-2 0-1,2 2 0,-4 1-4,-5 0 1,-3 0-1,-1 0 2,1 0 1,0 0 1,4 0 2,3 0-2,2 0 1,4 0-1,-1 0 2,5 0-2,1 0 0,-5 0 0,1 0 0,-8 0 0,-3 0 0,-3 0-2,0 0 2,3 0 0,2 1 0,2 1 0,0-1 0,0 0 2,-1 1-2,0-2 0,-2 1 0,-2 2-2,0-2 5,-3 1-4,4-2 1,0 0 0,6 0-2,1 0 4,3 0-1,2 0 1,-2 0-2,2 0 0,-3 0 0,0 0 0,-3 0 0,-1-2-3,4 1 6,0-2-2,2 2-1,-1-2 1,4 2-1,-4-1 1,-2 1 0,2-1 0,-2 0-1,-2 0 0,-3-1 0,3-1-1,-6 0 1,2 1 6,4-1-2,0 0 8,0 1 2,3 0-10,0-1-3,0 1 0,0 3 1,-6 0-2,-4 0-1,-11 0-10,-4 13-23,-5 5-51,-1 3-64,4-7-48,0-8-118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2:02.897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0 150 798,'0'0'102,"0"0"-84,0 0 38,0 0-55,0 0-1,0 0-42,2 0-28,-2 0-14,0 1-47,0 2-132,0-2-112</inkml:trace>
  <inkml:trace contextRef="#ctx0" brushRef="#br0" timeOffset="5632">3957 0 156,'0'0'586,"0"0"-556,0 0 75,0 0-105,0 0-75,0 0-100,12 8 8,-6 9-98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2:01.58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0 162 546,'0'0'99,"0"0"-66,0 0 19,0 0-41,0 0-6,0 0-5,0 0-5,15 6 5,-6 9 8,-3 7 15,0 7 10,-6 6 4,3 3-19,-3-1 3,0-4-16,0-3-3,0-7-2,0-6-2,0-6-7,0-6-15,0-2-34,0-3-14,-3 0-28,1-7 6,-1-18-218</inkml:trace>
  <inkml:trace contextRef="#ctx0" brushRef="#br0" timeOffset="254">31 123 289,'0'0'210,"0"0"-164,0 0 73,0 0-45,0 0-27,0 0-14,11-37-26,-1 37-7,5 8 0,6 10 8,2 6 7,2 8 0,-1 2 1,-2 8-13,-1 0 1,-3 0-2,0-1 7,-2-6-8,5-2 1,0-7-2,0-4-8,0-8-6,-3-4-8,-2-6-22,-4-4-53,-2 0-25,-4-7-121</inkml:trace>
  <inkml:trace contextRef="#ctx0" brushRef="#br0" timeOffset="591">361 2 677,'0'0'4,"0"0"17,0 0 14,0 0-20,0 0-15,0 0 0,27-11 0,-15 26 8,0 8 12,3 5 2,-3 6 3,-3 4 12,-2 5-9,-4 3-15,-3 2-3,0-4-9,0-6-1,0-6 0,0-8-18,0-1-41,3-3 4,2-5-48,4-4-73,7-6-150</inkml:trace>
  <inkml:trace contextRef="#ctx0" brushRef="#br0" timeOffset="907">734 224 604,'0'0'16,"0"0"-2,0 0 53,0 0-30,0 0-37,0 0-5,-31-6-7,16 35 12,1 1 12,4 4-1,7 0-8,3-5-3,0 0-9,13-6 9,4-5 1,4-4-1,1-7 9,1-4 1,-1-3-10,2 0 4,-2-9 9,-2-12-5,-3-4 0,-6-4-4,-8-1 5,-3-3 7,0 0 16,0 3-1,-12 3-18,-3 5-1,2 4-12,-5 8 0,0 5-70,-3 5-29,0 0-36,8 3-101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2:03.24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208 177 479,'0'0'45,"0"0"-1,0 0 33,0 0-44,0 0 3,-46-74-26,40 71 4,-2 0 20,-2 0-9,-5 3-8,0 0-1,-4 0 7,-4 7-6,2 10-14,2 4-2,3 6-1,8 4-5,7-1-4,1 1 2,4-4 5,18-5 1,5-4 1,0-6 3,4-5 6,-1-6-5,0-1-4,-6-3-4,0-14 4,-3-6 4,-8-7 5,-4-1-1,-9-3 8,0 3 5,0 1 1,-12 4 5,-1 3-23,0 3-3,0 4 0,4 5 5,2 3-3,4 1-1,2 3-1,1 0-1,0-1-12,0 0-5,11 0 8,3 0-12,4 2 4,-2 1 15,-1 2-13,2 0 15,-3 0-3,0 10-6,1 3-2,-3 7 0,0 3 11,1 9 1,-7 6-1,-6 10-5,0 5 5,-15 10 0,-10 0 6,-7 3 6,1-1-3,6-2 4,1-4-9,12-7-1,2-4 1,5-5 7,4-1-11,1-3 1,0-5 2,0-6-3,3-7 0,7-5-9,-3-8 5,4-7 4,5-1 2,4-4 6,8-18-8,-1-11-19,4-4 19,-7 0-2,-9-3 4,-5 5-2,-10 0 11,0-2 3,-14 2 10,-13-2-9,0 3-4,0 7 3,6 4-6,6 9 13,8 6-4,5 4 0,2 4 3,0-2-20,0 2-5,0-1-6,12-2 10,12 0 0,12-1-10,6 0-3,1-3-1,0 1-13,-1-1-18,-3 1-33,-5 2-57,-1-1-60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2:04.418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252 164 450,'0'0'89,"0"0"-60,0 0 59,0 0-51,0 0-18,0 0-13,0 0-1,-92-61-1,62 61 2,5 0 0,6 0 12,3 8-8,9 7-10,4 5-3,3 3 3,0 4 3,9 1 5,18 0 2,7 1 8,5-6-15,1 0 2,-3-4-5,-9-4-5,-8-1-4,-9-3 4,-4-2-3,-7-2 3,0 1-14,-3 1 0,-15-1 19,-4 1 11,-5-2-7,-4-3 8,0-2 3,-4-2-1,1 0-2,1 0-4,6 0-6,6-9-1,5-1-1,4-1-43,10-3-69,2-2-174</inkml:trace>
  <inkml:trace contextRef="#ctx0" brushRef="#br0" timeOffset="496">503 4 603,'0'0'35,"0"0"11,0 0 7,0 0-37,0 0-15,0 0 18,19 48 18,-16-18 33,-1 5-40,-2 2 10,0 2-8,0 0-10,0 1-17,0-2-4,-9-1-1,0-3-1,2-5-26,-1-3-17,5-4-19,3-5 17,0-3-39,3-5-27,12-5-125</inkml:trace>
  <inkml:trace contextRef="#ctx0" brushRef="#br0" timeOffset="804">812 287 690,'0'0'21,"0"0"37,0 0-1,0 0-57,0 0-4,0 0-10,-34 20 14,10 1 6,2 1 13,2 0-16,2 2 7,6 0 3,9 0-2,3-1 1,0-4 3,3-2-10,15-4-5,3-4-1,4-5 1,2-4 0,3 0 1,3-6-2,1-11 0,-4-4-6,-5-3 4,-8-1 2,-8 2 1,-9-1 2,0 2 4,0 1-1,-14 2 11,-3 3 9,0 5-17,-1 3-6,3 3-2,2 4-47,4 1-106,4 0-114</inkml:trace>
  <inkml:trace contextRef="#ctx0" brushRef="#br0" timeOffset="1299">1276 0 574,'0'0'48,"0"0"9,0 0 41,0 0-57,0 0-34,0 0-7,0-9-3,0 21 3,0 9 14,0 7 25,-6 6-9,1 5-5,-3 2-3,0 4-2,1 1-6,-4-2-4,4 1-9,-1-5-1,4-1 1,2-6-1,2-6-9,0-6 4,0-6-11,0-4 15,11-4-7,2-3 3,4-4 5,6 0 6,9-7-4,4-13-1,4-5-1,5-5 0,-5-2 0,-4-2-10,-9 3 4,-8 3 6,-10 1-2,-6 1 2,-3 4 21,0 2-2,0 4-7,-6 6 8,3 5-20,1 3-1,-1 2-9,-1 0-1,-5 0-11,2 6 13,-1 7 9,2 2-2,6 3-1,0 1-2,0 2-1,9 0 3,5 2 1,2 0 2,2-3 2,-3 0-2,1 0 0,-2-1 3,-1-3-2,2 0 1,-1-2 7,-3 0 1,-3-2-6,-2-1-3,-6-3-1,0-1-2,0-1 0,-5-1 2,-8 1 19,-7-3-13,-3-2 8,-1-1-14,-2 0-23,1 0-33,0-10-50,2-5-66,7-6-84</inkml:trace>
  <inkml:trace contextRef="#ctx0" brushRef="#br0" timeOffset="2071">1110 36 723,'0'0'83,"0"0"58,0 0-33,0 0-75,0 0-33,0 0-2,97-12 2,-50 12 1,2 7 7,-3 1-8,-4 0-4,-6-2 4,-7 0-1,-6-5-5,-8 1 5,-6-2-3,-6 0 3,-3 0-1,0 0 4,0 0 0,0 0-2,0 0-21,0 0-29,-2 1-59,-13 3-77,-4-1-30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2:08.24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13 1 622,'0'0'94,"0"0"-15,0 0-17,0 0-55,0 0-7,0 0 0,3-6 0,-2 16 0,1 9 20,-1 5 22,-1 2 10,0 6-25,0-1-11,0 1-3,0-1-7,0-3-6,0-2-3,-1-5-36,-2-5-27,0-4-47,-4-8-68,1-4-143</inkml:trace>
  <inkml:trace contextRef="#ctx0" brushRef="#br0" timeOffset="540">132 141 76,'0'0'444,"0"0"-388,0 0 62,0 0-65,0 0-37,0 0 5,21-48-20,-8 41 14,1 3 21,7 2-11,0 2-2,3 0 5,1 0-13,3 2-5,1 9-10,-3 2 1,-7 2-1,-5 3-5,-6 5 3,-4 0-3,-4-1 4,0-1 1,0-5 1,0-6 3,0-3-1,0-4-3,0-3 6,0 0-2,0 0 5,0 0 18,2-12 8,14-10-30,5-6 0,6-1-10,1 1 8,-1 7-3,-6 6 0,-4 3 0,-3 4-3,-3 2 4,-2 3-3,3 2 2,1 1-4,3 0-2,1 0 4,-1 8 0,-4 4 0,-3 2-7,-3 3-2,-1 2 8,-4 5 3,-1 3 2,0 0-1,0-2 0,0 2-1,0-3-14,0 0-54,0-4-76,0-6 7,0-7-169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2:09.45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239 322 597,'0'0'66,"0"0"16,0 0-19,0 0-28,0 0-35,0 0-3,-67-31-1,36 35 4,-4 9 1,0 1 4,6 1 9,7 2-6,10 2-6,7 2 6,4 0-8,1 0 5,0-1-3,12-5-4,7-2 0,4-6 0,2-6 2,5-1 0,1-1-5,2-16-2,-3-5 0,-6 1 3,-9 1 4,-5 4 3,-7 8 19,-3 2 44,0 5-7,0 1-24,0 0-32,0 0-3,0 0-7,0 0-11,0 10 1,0 8 16,-4 3 1,-1 6 0,1 1 1,4 2-1,0 0 0,15-3-21,8-2-28,9-5-53,5-9-66,4-8-188</inkml:trace>
  <inkml:trace contextRef="#ctx0" brushRef="#br0" timeOffset="575">958 40 388,'0'0'105,"0"0"12,0 0-56,0 0 7,0 0-9,0 0-17,-13-35-23,7 35-18,1 0-1,-4 0-5,-4 11 4,1 7-6,-3 6 4,3 7-5,-1 4 7,1 5 1,6 2 0,1 5-7,5-2 7,0 1 0,0 1 16,14-2-9,4 0-7,-3-2 10,0-5-1,-6-3-6,-3-2 4,-5-5-3,-1 0 3,0-4-5,0-1 2,-10-5-3,-5-4-1,1-4 5,-3-6-5,0-3 0,-5-1-1,-2 0-40,3-7-68,0-13-67,7-6-362</inkml:trace>
  <inkml:trace contextRef="#ctx0" brushRef="#br0" timeOffset="982">724 373 494,'0'0'87,"0"0"34,0 0-39,0 0-58,91-31-14,-53 29-9,-3 2 8,-2 0-9,-3 0 0,-3 0-10,-2 0-67,-4 4-125</inkml:trace>
  <inkml:trace contextRef="#ctx0" brushRef="#br0" timeOffset="1205">1102 309 524,'0'0'11,"0"0"-4,0 0-7,0 0 18,86 14 5,-64 0 38,1 3-17,-2 5-1,-2 3-9,-4 3-16,-3 3-1,-6-1 13,-6-3-15,0-5-9,0-5 6,-3-4 2,-5-4 7,-2-3-21,3-4 11,-2-2 19,0 0-6,1 0-3,4-15 0,4-3-6,0-4-5,0-4 2,16 1 16,7-2-22,4 2-6,4 2-5,0 3 4,2 5 2,-2 1-4,-2 1 3,-4 3-1,-1 2-16,-8 3-55,1 2-61,-5 3-63,-4 0-285</inkml:trace>
  <inkml:trace contextRef="#ctx0" brushRef="#br0" timeOffset="1671">1885 428 569,'0'0'44,"0"0"40,0 0-42,0 0-2,0 0-36,0 0 11,-85-45-8,55 45-3,0 0-2,-4 1 8,2 12 0,7-1 9,6 5-7,8 2 3,5 1-9,6-4 10,0 0-7,0-2-7,12-4 9,9-3-4,6-3 3,1-4-7,2 0-3,1-10-2,1-8 1,-5-5-4,-5-2 4,-4 1 2,-7 3-1,-4 2 0,-6 7 19,-1 4 9,0 3-2,0 4-15,0 1-6,0 0-5,0 0-18,0 10-3,-10 6 19,1 8 1,4 5 1,1 2 3,2-2 0,2 0-2,0-4 1,0-3-4,2-3-5,7-3-53,5-5-88,2-7-57</inkml:trace>
  <inkml:trace contextRef="#ctx0" brushRef="#br0" timeOffset="2165">1971 408 562,'0'0'32,"0"0"-10,0 0-16,87-35-1,-60 34-5,-5 1 0,-1 0 5,-6 0 37,0 11-9,-3 7-18,-2 7 16,1 5-4,-7 4-14,-4 0-2,0-3-7,0-5 2,-1-6-1,-7-5 0,4-8-5,-1-3 0,4-3 1,1-1 4,0 0 27,0 0 5,0-4 5,10-12-41,10-4 3,2 1-4,3 2 0,-4 4-6,-1 6 6,-8 3-1,-2 4-10,-4 0 4,-5 3-3,1 12-5,-2 4-8,0 0 12,0-2-3,0-2-4,5-7 1,-4-4-3,1-2 0,-1-2 20,5 0 2,1-4 59,4-11-57,2-5-1,7-1 9,0-4-11,4-1 11,0 4 0,2 3-12,-4 6 0,-4 6 0,-6 1 0,-6 6 10,0 0 1,-2 0-4,-1 3-6,2 13-2,-5 5-1,0 6-4,-5 2 0,-8 0 0,-8 1 2,0 0 4,-3-2-24,3-4-61,11-6-104,10-6-372</inkml:trace>
  <inkml:trace contextRef="#ctx0" brushRef="#br0" timeOffset="2825">2805 665 703,'0'0'27,"0"0"-4,0 0-15,96-14-1,-60 3-3,-4-3 10,-3-6 37,-11-2-36,0 1-12,-11 0 7,-4 0 19,-3 1-4,0 3-3,0 3-6,-3 3-16,-7 5 0,-5 4-8,-3 2-3,-9 0 9,0 4 2,-3 11 10,1 7 7,2 5 11,4 6-11,5 3-7,6 2 9,7-1-4,5-1-5,2-4-4,19-4-4,11-5-1,11-5 10,9-5-4,6-5-1,5-3 0,-3-4-2,-10-1-4,-11 0-2,-15 0-4,-12 0-10,-9-4 10,-3-4-44,0-2-47,-6 0-149,3 0-301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2:12.91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41 31 100,'0'0'439,"0"0"-285,0 0-19,0 0-42,0 0-41,0 0-21,22-28-28,0 26 2,5 2-4,9 0 1,1 0 1,4 0 6,2 0-9,-1 7 1,-2 0 4,0 2-5,-7-3-8,-9 1-2,-8-3-28,-4 0-56,-6 1-74,-6-3-46,0 0-29</inkml:trace>
  <inkml:trace contextRef="#ctx0" brushRef="#br0" timeOffset="286">0 150 124,'0'0'225,"0"0"-98,0 0 55,0 0-75,0 0-35,84 25 0,-32-18-44,8-1-13,1-1-5,0 2 1,-3-1-1,-1 0-4,-5-1 13,-12-2-10,-4-1-4,-12-1-2,-9-1 1,-9 0-1,-6 0-3,0 0 0,0 0-18,0 0-21,0 0-14,0 2 13,0-1-6,-9 2 23,-3 1 15,-7-1-35,-4-1-50,-4-2-114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2:14.22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254 47 423,'0'0'12,"0"0"67,0 0-31,0 0-14,0 0-17,0 0 9,-88-44 2,70 44-5,-5 0-7,0 0 16,-3 10 5,2 6-4,3 2 13,4 2-32,9 1-14,3 3 0,5 3 10,0-2-2,0 2 15,14 0-3,5-2-13,4-1 2,1-1-1,4 0-3,3-4 1,2 2-2,1-1 0,-2-3 1,-5 2-3,1-1 5,-4 1-4,-5 1 2,-4 0-2,-3-1-3,-9-1 5,-2-3-2,-1 1-3,0-2 2,0-1 1,-7-2-3,-6-1 0,-5-3 3,-6-5 11,-8-2-3,-5 0 2,-6-2-8,-2-11-2,4-4-2,5-3 3,10 0-2,11-2 1,8 0 3,7-1 0,0 2-6,7 0 0,16 4-3,4 1 5,7 2-4,2 3 3,1 1-2,0 1-1,-2 1-3,-1-2 5,-3 2-7,-2-2-3,-2 0 4,-5-1 6,-3-1 4,-4 1-3,-3-3 0,-2 0 2,-2 0 10,-3 0 1,-2-2 5,-2 2 1,-1 0 0,0 0 1,0 1-7,0 2-10,0 1-2,-7 3-2,-7 0-3,-4 1 2,-4 0-3,-1 3-4,-4 3-9,-1 0-23,0 0-50,-1 2-42,6 6-63,11 1-187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6:36.81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0 67,'0'0'0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4:51.90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440 277 319,'0'0'85,"0"0"5,0 0 16,0 0-74,0 0-32,0 0-9,-16 12 8,-6-3 1,-8-3 6,-3-5 0,-3-1 11,-1 0-10,1-14 7,5-3-5,5-1 5,7 0-7,10-4-2,8-1-1,1 0-4,3-1-8,13 0-3,4 4 11,2 1 3,3 6-2,2 1 4,0 5-3,1 7-1,1 0-1,-1 4 0,-1 16-2,-3 8 1,-4 3 0,-6 6-4,-8 0 3,-6 0 4,0-1-2,-14-1 6,-6 2-6,-6-2 9,-2-1-9,-5-3 1,-4-4 4,-4-6 0,-6-5-5,-1-6 12,3-6-3,5-4 3,9 0-8,8 0-1,8-2 4,5-3 0,7-2 2,3-3-1,0-3-8,8-1-8,9-2-1,4 4 9,-4 2 0,-4 4 0,-1 3 0,-4 3-3,2 0-1,0 2-1,4 12 2,1 3 3,-2 3-4,2 2 4,-4 3 0,2 2 0,-3 0 0,1 1 0,1-1 1,-2-1 0,1-2-1,0-3 0,-2-4-14,4-3-48,3-6-25,3-5-34,1-3-71</inkml:trace>
  <inkml:trace contextRef="#ctx0" brushRef="#br0" timeOffset="772">766 329 369,'0'0'143,"0"0"-106,0 0 29,0 0-66,0 0-5,0 0 5,7 52 14,-7-23 19,0 6 0,0 1-6,0 3 5,-10 3-17,-1 0 6,-2-2-13,2-2-1,2-5-7,1-4 0,3-8 0,4-4-2,-1-7-23,2-3-23,0-5-32,0-2-109,3-2-214</inkml:trace>
  <inkml:trace contextRef="#ctx0" brushRef="#br0" timeOffset="1154">1261 296 398,'0'0'43,"0"0"16,0 0 10,0 0-29,0 0-40,0 0 0,-49-10 0,17 26 9,-3 6 7,1 0 5,-1 3-10,1 2 1,1 6 5,3 5-2,3 1 1,8 2-10,6 0-5,6-3-1,7-2 0,0-7 0,0-7 0,7-3-3,2-6 3,1-6 0,2-4 8,3-3 0,1 0 4,5-5-1,-1-7 0,-4-4-10,-4-1 5,-5 0-2,-5-1 7,-2 0-7,0 0-4,-4 4 0,-7 5 2,2 3 3,1 5-5,0 1-24,-3 0-42,2 2 17,-1 10-40,8-3-114</inkml:trace>
  <inkml:trace contextRef="#ctx0" brushRef="#br0" timeOffset="1612">1393 622 656,'0'0'65,"0"0"67,0 0-35,0 0-84,0 0-13,0 0-45,8-9-26,-8 16 10,0 1-13,0 0-49,0-3-102</inkml:trace>
  <inkml:trace contextRef="#ctx0" brushRef="#br0" timeOffset="2016">2344 339 282,'0'0'65,"0"0"40,0 0-13,0 0-54,0 0-10,0 0 1,-55-41-3,28 41-11,-3 0-7,-4 13-1,-5 8 2,1 5 3,-1 6-9,1 3 11,5 3-11,5 2 0,4 3 0,8 1 8,5 0-6,8 0-5,3-4 2,0-3-5,14-7 6,4-8-2,-5-6 1,1-8 10,-4-6-10,3-2 19,-1 0 25,2-6-35,1-7 0,-6-2-11,-2-1 7,-7 0-2,0 0-5,0 2-3,-4 1 2,-8 3-7,-3 2 5,1 2 0,-3 3-10,2 3-42,-3 0-15,-3 0-17,0 4-47,2 2-155</inkml:trace>
  <inkml:trace contextRef="#ctx0" brushRef="#br0" timeOffset="10156">4005 226 330,'0'0'23,"0"0"11,0 0 62,0 0-24,0 0-28,0 0-21,0 0-10,0 0 8,0-41-13,0 41-8,-5 0 0,-11 0 0,-10 0 0,-6 7 15,-7 7-8</inkml:trace>
  <inkml:trace contextRef="#ctx0" brushRef="#br0" timeOffset="19380">3302 230 249,'0'0'22,"0"0"15,0 0 40,0 0-45,0 0 7,0 0 26,58-74-14,-58 69-9,0 1-20,0 3 0,0-1-20,-6 2-2,-10 0-2,-10 0 2,-5 13 0,0 5 1,2 3 6,6 2-7,8 5 1,4 3-5,8 3 8,3 1-8,0-1 6,17-1-2,-2-5 1,1-1 0,-2-3 1,-4-2-2,2 1 2,-5-2-1,-2 0 0,-2-2-2,-3-4 1,0-3 0,0 0 0,-5-2-2,-10-2-2,-5 0 4,-7-3 4,-2-2-4,-2-1-14,0-2-40,1 0-109,2-10-32</inkml:trace>
  <inkml:trace contextRef="#ctx0" brushRef="#br0" timeOffset="19822">2968 456 330,'0'0'57,"0"0"-20,0 0-29,100-6 0,-64 6 2,3 0 6,7 3 20,5 4-11,2 0-6,1-1-14,-1 0-2,-6-4-3,-8 1 1,-8-3-1,-12 0 3,-10 0-3,-5 0 1,-4 0 8,0 0-7,0 0-2,0 0-45,0 0-86,0 0-134</inkml:trace>
  <inkml:trace contextRef="#ctx0" brushRef="#br0" timeOffset="20212">4002 374 383,'0'0'62,"0"0"-1,0 0-21,0 0-40,0 0-15,0 0 15,-47 47 16,15-21 4,-10 7 5,-3 2 6,-5 6-16,-4 3 4,-2 5-9,-9 8-6,-4 2-2,-1 3 3,1-1-4,7-2-1,7-3 0,9-2 3,7-6 0,9-4 2,3-6 7,7-4-12,3-2 2,0-3 0,1-4-2,2-3-3,0-5-18,1-2-30,9-8-62,4-7-105</inkml:trace>
  <inkml:trace contextRef="#ctx0" brushRef="#br0" timeOffset="20700">4082 1053 522,'0'0'39,"0"0"43,0 0-38,0 0-31,0 0-13,-85-38 0,46 45 3,1 7-3,4 1-1,8 1-2,10 2-1,7 2 1,6 3-8,3 3 2,0 3 7,16 3-2,10 5 1,5 4-2,6 2 2,1 3-9,0-6 0,-5-4-12,-8-8 24,-13-10-5,-6-5 7,-6-4-2,0-4 5,-4 1 22,-14 0 15,-6-2-19,-7-1 7,-6 0-22,-5-2 1,-3-1-7,-3 0 1,2-7 4,1-10 2,9-6-9,7-5-1,5-3-10,7-2-12,2 0-46,5-1-102,1 3-204</inkml:trace>
  <inkml:trace contextRef="#ctx0" brushRef="#br0" timeOffset="21442">3977 0 318,'0'0'77,"0"0"6,0 0 5,0 0-31,0 0-43,0 0-14,-8-5 1,-22 14-1,-16 14 21,-17 8 17,-14 10-17,-11 6 8,-8 2-11,-4 3-7,-7 0-4,2 1-3,4 0 4,5-1 2,11-3-10,8-6 1,7-3 1,2-8-2,6-4 0,2-2 0,4-2-31,5-6-90,4-7-163</inkml:trace>
  <inkml:trace contextRef="#ctx0" brushRef="#br0" timeOffset="24271">5026 1142 407,'0'0'10,"80"-6"-8,-25 5 3,5 1 14,-1 0-10,-5 0-5,-6 0 5,-12 3 0,-12 2-8,-12-1-2,-9 3 0,-3 0-51,0 2-50,-15-2-151</inkml:trace>
  <inkml:trace contextRef="#ctx0" brushRef="#br0" timeOffset="24541">4539 1448 385,'0'0'74,"0"0"-40,0 0-6,122-1-24,-46 1 16,8 0 0,-2 0-2,-4 4-7,-11 4-4,-8 0-7,-13-3-1,-11-1-10,-14-2-3,-11-1-3,-7-1-6,-3 0-1,0 0-6,0 0-47,-6 0-149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5:21.994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535 129 342,'0'0'16,"0"0"13,0 0 18,0 0-8,0 0-20,0 0 7,0 0-13,0 0-13,36-3-10,-36 20 5,-2 1-11,-16 1 15,-4-5 1,-7-3 7,0-5 7,-3-3 22,-4-3-7,0 0-20,-5 0-1,5-10-4,0-6 1,11-4 2,11-1-1,8-1 5,6-2 10,0 2 0,14 3-13,13 2-8,1 4 1,6 3-1,2 3 0,-1 2-2,-1 0 2,-4 2 0,-5 3 1,-3 0-2,-3 0-1,0 10-1,0 10-3,-5 8 6,-4 8-3,-6 3 3,-4 3-3,0-1 3,-17-1-1,-9-5-2,-8-1 3,-5-6 0,-9-1 4,-4-4-1,-3-5 6,-2-3-9,5-6 0,3-3 3,4-6 4,9 0-6,8 0 6,7-6 0,9-4 7,6-1 5,4-2-7,2 0-1,0 1-11,10 1-5,9 2 3,6 5-1,4 4 3,8 0 0,-1 0 0,-5 14 3,-6 1 4,-8 4-7,-2 0-2,-2 1 2,0 2 2,0-3 0,0 1-2,3-2-5,0-4 2,1-4-13,-2-2-11,5-6-3,5-2-45,3 0-56,5 0-169</inkml:trace>
  <inkml:trace contextRef="#ctx0" brushRef="#br0" timeOffset="803">811 118 132,'0'0'183,"0"0"-146,0 0 47,0 0-12,0 0-13,0 0-4,-5-16-8,5 15-1,0 1-8,0 0-8,3 0-25,16 0-5,11 0 0,5 0 1,1 0 3,-5 0-1,-1 0-1,-2 0-2,0 0 0,-1-2 0,-1-5 2,-2 0 1,-4-2 2,-4 4-5,-8 2 0,-5-1 0,-3 2 3,0 1-3,0 0-3,0 1 1,0 0-2,0 4-6,-7 14 3,-7 5 7,4 5 0,-3 3 3,1 2 3,-1-1-6,0 0 1,1 0 0,-3-4 5,2-2-4,0-1 0,1-3 0,2-4-2,2-2-5,0-2-7,1-4-34,-4 0-42,-4 0-7,-1-3 12,-3 0-81</inkml:trace>
  <inkml:trace contextRef="#ctx0" brushRef="#br0" timeOffset="1312">742 405 311,'0'0'108,"0"0"-29,0 0 43,0 0-63,0 0-9,0 0-15,12-32-26,18 32-6,11 0-2,9 0-1,7 0 4,4 0-2,3 3-2,-6 0 1,-4-2 0,-11 1-1,-12-2 0,-8 0-1,-14 0-11,-5 0-5,-2 0 17,-2 0-2,0-3 2,0-1-24,-2-1-26,-11 1-8,-2 1-110,1-1-87</inkml:trace>
  <inkml:trace contextRef="#ctx0" brushRef="#br0" timeOffset="1718">1537 355 307,'0'0'102,"0"0"-4,0 0-51,0 0-41,0 0-6,0 0-6,-27-6 6,5 13 11,-6 6 17,1 1 4,0 4-2,6 5-26,3 1-1,6 3-2,6-1 6,5 0 0,1-1-5,0-2-1,13-1 5,9-2 3,5-3-7,8-1 13,4-8-1,3-4-3,4-4-10,-8 0 3,-3-5 0,-10-14 2,-3-3-1,-5-5 2,-2 0 6,-8-4 12,1 3 7,-7 1-14,-1 3-16,0 3 4,0 5 0,0 4 3,-3 3-9,-3 5-4,-1 3-7,-2 1-6,-5 0-46,-3 0 0,0 8-31,1 3-43,7 2-91</inkml:trace>
  <inkml:trace contextRef="#ctx0" brushRef="#br0" timeOffset="2236">2101 614 324,'0'0'117,"0"0"0,0 0-32,0 0-43,0 0-10,0 0-1,5 0-6,-4 0-11,-1 0-13,2 0-1,1 2-36,2 6-35,1-1-24,4-4-127</inkml:trace>
  <inkml:trace contextRef="#ctx0" brushRef="#br0" timeOffset="2567">2821 496 64,'0'0'206,"0"0"-133,0 0 29,0 0-44,0 0 6,0 0-28,-41-67-24,14 62-5,-6 0-5,-7 2 1,-4 2 13,-4 1 0,2 0-3,5 0-1,10 9-8,10 6-4,10 5-7,5 4 3,6 3-4,0 4-1,20 1 9,7 2 3,3 3-1,4-2 11,0-1-11,-1 0 6,0-2-3,-8 0-2,-2-4-2,-12-6 1,-9-5 1,-2-4-6,-12-4 1,-16-4 2,-11-5 20,-6 0-11,-4-3-8,3-12 3,7-1 2,8-1-3,7-2 4,9 0-5,10-2 11,5-1-11,0 2-2,18-3-2,12 3 0,9-1 0,4 1-1,-1 2 3,-1 0 1,-5-2 7,-6 0-8,-3-1 1,-6-1-1,-5 0 0,-5 4 8,-2 1-6,-6 3-1,-3 1-1,0 3-3,0 0-7,-14 0 7,-9 3 0,-3 2-6,-5 2 0,2 3 2,-1 0-7,2 0-7,3 5-40,6 7-67,14-2-112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5:25.36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  <inkml:brush xml:id="br1">
      <inkml:brushProperty name="width" value="0.03528" units="cm"/>
      <inkml:brushProperty name="height" value="0.03528" units="cm"/>
      <inkml:brushProperty name="color" value="#EA700D"/>
      <inkml:brushProperty name="fitToCurve" value="1"/>
      <inkml:brushProperty name="ignorePressure" value="1"/>
    </inkml:brush>
  </inkml:definitions>
  <inkml:trace contextRef="#ctx0" brushRef="#br0">215 678 283,'0'0'171,"0"0"-73,0 0 6,0 0-56,0 0-48,0 0-1,14-3-21,-14 26 22,-6 8 3,-16 8 8,-8 3-2,-1 3-1,1 4-1,2 5-5,6 0 2,1-4-3,7-3-1,1-9-12,6-7-22,2-7-81,5-12-86</inkml:trace>
  <inkml:trace contextRef="#ctx0" brushRef="#br0" timeOffset="293">494 840 318,'0'0'105,"0"0"-53,0 0-28,0 0-24,0 0-26,0 0 16,-67 13 10,21-7 37,2-1-10,2-3 18,5 0-9,10-2-8,5 1-26,6 2-1,8 1-1,5 0-4,0 0-2,3 1-9,0 0 15,0 4-6,0 4 6,12 7 2,13 3 13,8 6-12,5 2 5,5 1 1,0 1-4,2-1-5,-6-4 5,-8-1-3,-9-8-1,-8-8-1,-10-5 0,-4-6 0,0 0 2,0 0 10,0-2-11,0-3-2,0 2-7,0 0-24,0 0-52,-3-1-86,-1-3-208</inkml:trace>
  <inkml:trace contextRef="#ctx0" brushRef="#br0" timeOffset="1117">1194 718 87,'0'0'97,"0"0"-36,0 0-4,0 0-10,0 0 19,0 0-16,0-3-13,0 3-14,0 0-23,0 0-10,0 0 3,0 6-3,-7 7 10,-1 2 0,-1 2 0,-3 3 0,-1 4 1,-1 4 3,-2 7 5,1 3-7,-2 5 12,2-1-8,-1-2-6,1-2 2,0-7-2,3-6 3,0-5-2,3-9 3,3-4-2,2-5 1,2-2 2,-1 0 21,0-2 35,2-13-22,1-4-29,0-4-6,3-4 8,10 0-9,5 0-3,0 5 0,1 2 0,0 5 1,-3 6-2,-1 2 1,3 7-2,1 0-9,2 5 9,3 15-10,0 6 10,-6 3-6,-5 0 5,-4 1-6,-7-1-2,-2-3 8,-4-2-5,-16-2 8,-4-7-1,-5-4 1,-2-5-1,-2-6 2,-1 0 1,0 0 7,5-3-7,4-5 5,4-1-5,3 1-1,8 1-2,5 1-13,5-1-71,3-1-139</inkml:trace>
  <inkml:trace contextRef="#ctx0" brushRef="#br0" timeOffset="1783">1405 1033 143,'0'0'265,"0"0"-256,0 0 3,0 0-6,0 0 13,0 0 35,-16 103-1,3-66-8,-4 1-15,2 5-21,-1 4 3,1 1 1,-1 0-10,-3-3-1,-1-4 1,-4-4-6,-1-6-2,3-5-56,3-3-10,7-4-17,11-7 22,1-10-74</inkml:trace>
  <inkml:trace contextRef="#ctx0" brushRef="#br0" timeOffset="2069">1430 1095 250,'0'0'25,"0"0"55,0 0 0,0 0-47,68-72-12,-51 65-18,2 0 1,-1 0-4,1 0 13,-1 2 12,0 1 0,4 0-4,-1 4-6,5 0 12,4 0-7,-2 0-12,-1 8-7,-8 5 4,-5 4-5,-4 2 0,-4 0 0,-6-1-1,0 0-4,-2-4-3,-15 0 5,-9-2 3,-5 0 10,-8-4-10,-6-4 11,-7-1-11,1-3 3,6 0 4,4 0-3,7 0 0,9-4-3,8 1-1,9 2 0,5-1 0,3 2-2,0 0-2,0 0 0,15 0-42,9 0-55,6 0-74</inkml:trace>
  <inkml:trace contextRef="#ctx0" brushRef="#br0" timeOffset="2647">2307 1033 48,'0'0'144,"0"0"-80,0 0-15,0 0 20,0 0-11,0 0-23,-29-62-3,12 55 13,-3 2-29,-2 3 1,-1 0 9,4 2-11,3 0-6,0 6-9,3 11-10,4 4 10,5 6 0,4 2 1,0 5 6,1 0 6,11 7-10,3 3 2,-1 1 0,-1 2-5,-4-5 8,-3-8-8,-5-6 3,-1-7-7,0-4 9,-4-4-5,-17-4 6,-6-5 2,-6-4 8,-5 0 2,-6 0-4,1-6 1,1-4-10,5 0-5,1 3 0,-3-2-9,-1-1-56,0-1-137</inkml:trace>
  <inkml:trace contextRef="#ctx0" brushRef="#br1" timeOffset="369203">359 0 135,'0'0'72,"0"0"-46,0 0 10,0 0 6,0 0-17,0 0-11,0 0 13,-77 47 4,77-47 4,0 0 17,0 0-18,0 0-10,0 0-2,0 0 16,0 0-7,0 1-13,0 0 1,0 1-14,8 2-5,11 2 0,6 2 7,8 2 6,3 1-5,-3 0-7,-5-1-1,-6 0 11,-5-1-11,-5-1 1,-3 2 2,1-3 1,2 2-2,0 0 3,3 3-5,-5 3 3,1 1-2,-2 2 0,-5 1 2,-4 0 0,0 1 5,0-1 3,0-2 1,-6-2-9,-2-4 5,1-1 1,3-6-7,1-1-1,3-3-1,0 0 4,0 1-8,0 1 9,-2 1-3,1-1-2,-1 0-1,2-1 1,-1-1 0,1 0 2,0 0-5,0 0 8,0 0-5,0 0 0,0 0 0,0 0-5,0 0-17,0 0 13,0-8-65,0-12-156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6:43.50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  <inkml:brush xml:id="br1">
      <inkml:brushProperty name="width" value="0.03528" units="cm"/>
      <inkml:brushProperty name="height" value="0.03528" units="cm"/>
      <inkml:brushProperty name="color" value="#EA700D"/>
      <inkml:brushProperty name="fitToCurve" value="1"/>
      <inkml:brushProperty name="ignorePressure" value="1"/>
    </inkml:brush>
  </inkml:definitions>
  <inkml:trace contextRef="#ctx0" brushRef="#br0">57 490 270,'0'0'13,"0"0"34,0 0-6,0 0-9,0 0-8,92-7-1,-65 11 16,0 8 7,0-1-25,-1 4-1,-3 2-6,-3 0-12,-8 0 15,-8-1-17,-4 1-6,0-1 4,-12 0-10,-15-2 12,-6-4 4,-7-3 2,-1-2-2,5-1-4,4 0 8,10-1-8,5 0 0,8-1 3,6 0-3,3 2-1,0 3-11,17 5 1,14 7 11,7 4 19,2 1-12,-7-1 0,-5 3 5,-5 0-8,-6-3 1,-6-2-4,-7-4-1,-4-4-1,0-1-2,-3-1-1,-15 1 4,-7-2 13,-5-1 7,-3-2-12,3-3 0,2-1 1,4 0-5,6-2 5,2-1-5,2 0-4,1 0-3,0-14-9,1-10-42,4-3-77,8-4-93</inkml:trace>
  <inkml:trace contextRef="#ctx0" brushRef="#br0" timeOffset="638">695 657 353,'0'0'51,"0"0"-3,0 0 0,0 0 10,104 7 5,-78 1-17,-3 2-11,-8 0-3,-6-2-19,-4 2-13,-5 0-9,0 0 8,0 4-11,-16-1-7,-6-2-3,-4-1 22,-2-3 5,1 0-2,5-2-2,3 1 8,3 3-5,3-1-4,4 4 1,3 3 3,3 5-4,3 4-2,0 5 2,5 3 2,11 0 1,-1 1-1,0-4 0,-6-2-2,-3-6 3,-5-2-2,-1-7-1,0-1-5,-9-4-9,-7-3 13,-2-2 1,-4-2 9,-4 0-2,3 0 6,1-7-6,5 1 0,6 2-6,2 1 0,5 1 2,2 0 3,1 1-4,1-2 9,0 2-9,0-1-2,0 1-18,0-1-31,4 1-46,8 0-124</inkml:trace>
  <inkml:trace contextRef="#ctx0" brushRef="#br0" timeOffset="1486">1055 1177 264,'0'0'36,"0"0"-23,0 0 29,0 0-25,0 0 40,0 0-5,-13 30-8,11-28-13,1-1 5,-1-1-17,2 0-7,0 1 7,0-1-3,0 0-2,0 0-12,0 0 9,0 0-7,0 0-4,0 0 4,0 0-3,0 0-1,0 0-1,0 0 0,0 0-1,0 0 1,0 0 1,0 0-1,0 0-2,0 2-2,0 0-8,0 0 1,0-1 10,0 1-3,-1-2 1,1 0 1,-2 0 1,2 0 4,0 0 1,0 0-2,0 0 0,0 0-1,0 0 3,0 0-1,0 0-2,0 0-5,0 0 4,0 0 1,0 0 5,0 0 3,0 0 5,0 0-6,0 0-6,0 0-1,0 0 3,0 0-5,0 0 2,0 0-2,0 0 1,0 0 1,0 0 3,0 0 5,0 0-6,0 0 0,0 0-2,0 0-5,0 0-39,0 1-64,0 2 15,0 0 34,0-2-68</inkml:trace>
  <inkml:trace contextRef="#ctx0" brushRef="#br0" timeOffset="2287">1509 1025 145,'0'0'36,"0"0"16,0 0 14,0 0-26,0 0 34,0-76-21,0 62-20,0-1-18,-11 1-5,-4 0-9,-4 1-2,-7 1 1,-3 2 0,0 5 0,4 3 0,3 2 7,7 0-6,4 18-1,1 10 0,5 8-6,5 3 6,0 5 9,8 0-6,11-2-2,2-3 7,-3 0-8,-2-4 0,-2-3 2,-4-3 3,-5-8 4,-4-7-5,-1-6 5,0-4-8,-12-2 4,-10-2 14,-10-2 4,-5-10-2,5-2-16,9 3 4,7-1-5,8 4-3,5-1 9,3 1-2,0-5-5,21-1-3,11-3-16,5 0 6,0 0-10,-4 1 19,-3 1-10,-5 0 11,-7 1 5,0-3-2,-6-2-2,-5 1 1,1 1 2,-5 3-4,-2 4 2,-1 2-2,0 2-2,0 0-2,-15 2-21,-3 2-48,-1 2-15,5 0-136</inkml:trace>
  <inkml:trace contextRef="#ctx0" brushRef="#br0" timeOffset="2947">1822 967 409,'0'0'0,"0"0"-11,0 0 11,0 0 0,0 0 34,0 75 28,0-44-10,-11-1-16,-3-1 4,-6-1-38,-1-1 5,-4-1-1,-2-5-1,0-3-10,-1-1 0,1-4-37,5-6-96,13-6-166</inkml:trace>
  <inkml:trace contextRef="#ctx0" brushRef="#br0" timeOffset="3209">1940 1163 449,'0'0'0,"0"0"-7,0 0-16,0 0-19,0 0 42,-84 9 5,49-9 9,0 0 14,5 0 7,8 0-18,10 0-2,7 0-8,5 0-4,0 0-3,0 4-12,-1 4 11,1 7 1,0-1 15,0 4 18,0 1-14,0 1-2,11 0-4,11 1 15,5-3-24,2-2-4,4-5-2,2-5-48,1-6-127,-2-1-183</inkml:trace>
  <inkml:trace contextRef="#ctx0" brushRef="#br0" timeOffset="3539">2113 1146 340,'0'0'18,"0"0"-13,0 0-5,0 0 34,0 0 44,-64 92-26,41-55-3,1-2-15,-3-3-12,2-3-17,1-8 1,1-6 0,4-4 0,4-4 1,3-2-4,5-2 1,2-2-2,3-1 1,0 0 9,0 0 33,2-4 43,13-8-88,4 0 3,2 1-7,1 1 5,4 3-1,0 3 0,1 4-3,0 0-19,-3 0 6,-4 2 1,-7 7 2,-6 1 2,-7 2-4,0 2 9,0 2-9,-14 0 15,-8-2 0,-6-6 0,-5-2 3,2-2 0,0-4 3,1 0-4,1 0-2,4 0 0,1-4-14,9-3-60,7-3-69,8-1-106</inkml:trace>
  <inkml:trace contextRef="#ctx0" brushRef="#br0" timeOffset="4043">2222 1464 326,'0'0'21,"0"0"55,0 0-24,0 0-47,0 0-4,0 0 4,-91-26 5,73 41 12,3 3 1,6 3-8,4 3 5,5 3-16,0 1 4,0 1 7,0 0-5,8-2 1,-2-2 2,-1-1 7,-4-5-5,-1-5-7,0-7-3,0-6-5,-17-1 3,-9 0 13,-9-11 3,-7-8-12,1 2-1,4 0-6,5 3-54,8-1-112,9-1-350</inkml:trace>
  <inkml:trace contextRef="#ctx0" brushRef="#br0" timeOffset="4500">494 1503 25,'0'0'489,"0"0"-488,0 0 72,0 0 34,0 0-50,0 0-54,60 23 43,12-3 1,24 8-23,21 6-10,20 1-7,5 1-2,1 3-4,-12-4 2,-20-3-3,-22-6 6,-25-9-6,-26-6 0,-19-5 0,-15-5 0,-4-1 0,0 0-3,0 0-38,0 3-21,-3 2-18,-14 5 30,-7 3 14,-3-1-85,0-5-100</inkml:trace>
  <inkml:trace contextRef="#ctx0" brushRef="#br1" timeOffset="292107">1122 0 131,'0'0'1,"0"0"14,0 0 4,0 0 1,0 0-5,0 0-3,-44 47 22,28-33 14,-3 2-36,-3-2-5,-1 0-3,4-4 4,1-3-6,6-4-2,3-2 0,-3 0-2,-1 1-5,-8 1-8,-4 4-29,-10 3-27,-5 5 32,-8 5-18,-1 5-20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4:43.80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  <inkml:brush xml:id="br1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120 0 267,'0'0'0,"0"0"-39,-81 28-36,42-17-40</inkml:trace>
  <inkml:trace contextRef="#ctx0" brushRef="#br1" timeOffset="242950">12235 4343 410,'0'0'11,"0"0"-11,0 0-165</inkml:trace>
  <inkml:trace contextRef="#ctx0" brushRef="#br1" timeOffset="243684">12492 4392 161,'0'0'555,"0"0"-548,85 10-1,-46-2-2,-8 2-4,-8-1-10,-11-4-43,-12-5-142</inkml:trace>
  <inkml:trace contextRef="#ctx0" brushRef="#br1" timeOffset="359240">16130 7407 155,'0'0'107,"92"-34"-107,-44 24-69</inkml:trace>
  <inkml:trace contextRef="#ctx0" brushRef="#br1" timeOffset="365639">18087 6365 434,'0'0'112,"0"0"-23,0 0-59,0 0-9,0 0-21,0 0-52,1 6-50,7-2-116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4:43.03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  <inkml:brush xml:id="br1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  <inkml:brush xml:id="br2">
      <inkml:brushProperty name="width" value="0.03528" units="cm"/>
      <inkml:brushProperty name="height" value="0.03528" units="cm"/>
      <inkml:brushProperty name="color" value="#EA700D"/>
      <inkml:brushProperty name="fitToCurve" value="1"/>
      <inkml:brushProperty name="ignorePressure" value="1"/>
    </inkml:brush>
  </inkml:definitions>
  <inkml:trace contextRef="#ctx0" brushRef="#br0">6736 29 217,'0'0'32,"0"0"27,-118-32-29,51 32-29,-14 0-1,-13 19-20,-7 6-41,4 2-42,6-3-41</inkml:trace>
  <inkml:trace contextRef="#ctx0" brushRef="#br0" timeOffset="2507">83 225 300,'0'0'51,"0"0"-15,0 0 50,0 0-15,0 0-38,0 0-9,0-2-2,0 5-13,0 14-5,-8 7 32,-2 6-9,-3 8-15,-1 7-6,-1 3 2,5 0 0,2-4-8,4-6 3,4-4-6,0-8 2,3-3-39,16-5-44,8-9-71,0-9-17</inkml:trace>
  <inkml:trace contextRef="#ctx0" brushRef="#br0" timeOffset="2851">422 322 258,'0'0'9,"0"0"4,0 0 33,0 0 11,85-30-20,-62 30-5,3 0 18,-2 0-6,3 6-2,-4 8-8,-5 7-18,-6 4-16,-9 5-2,-3 6 1,-9-3-2,-16 0 3,-8-5 0,-1-5-1,1-8 2,6-5 2,8-3 5,8-4-7,7-1-1,2-1 5,2 2-5,0 3-4,0 1-6,5 4 10,11 1 6,11 1 1,8-2 2,9 1-9,4-1 0,6-2-4,-1-4-41,-5-3-56,-6-2-138</inkml:trace>
  <inkml:trace contextRef="#ctx0" brushRef="#br0" timeOffset="3271">1107 442 409,'0'0'25,"0"0"-23,0 0 35,0 0-35,0 0-1,0 0-1,-19 25 10,19-8 23,0 3-11,0 0-10,2-1-6,9 1 0,3 2 6,1-1 1,3 1-8,-1 1 6,0 0 8,-3-4-12,-4 1-2,-4-3-4,-1-1 4,-4-2-3,-1-3-2,0-1 1,-6-1 4,-16 0 9,-6-4-9,-11 0-5,-9-5-15,5 0-64,2-5-37,13-16 14,10-5-182</inkml:trace>
  <inkml:trace contextRef="#ctx0" brushRef="#br0" timeOffset="3622">1179 401 518,'0'0'78,"0"0"-28,0 0-16,94-52-22,-65 50-9,-1 2 3,-7 0-6,-3 4-1,3 8 1,-2 1-11,5 4-16,6 0-40,0-3-53,-6-2-76</inkml:trace>
  <inkml:trace contextRef="#ctx0" brushRef="#br0" timeOffset="3886">1639 592 270,'0'0'104,"0"0"-35,0 0 8,0 0-16,0 0-29,0 0 17,9-27-16,-9 21-5,-3 2-15,-5 2 1,-5 2-12,0 0 0,-5 3 1,0 14 1,0 6-4,6 2-1,3 3 1,6 2-3,3 1 3,0 3-2,16-2 2,7-2 8,4-4-3,4-7 2,-1-5-1,0-5-3,1-7 6,1-2-7,3-1 1,-4-18 4,1-7-3,-7-5 1,-2 0-1,-9-4-4,-8 2 2,-4 4-2,-2 2-3,0 5 2,-8 6 1,-8 2-7,-2 4-2,-3 4 7,4 3-10,1 3-20,3 0-16,4 5-58,5 7-62,4 2-16</inkml:trace>
  <inkml:trace contextRef="#ctx0" brushRef="#br0" timeOffset="5048">2701 397 279,'0'0'48,"0"0"-1,0 0 11,0 0-37,0 0-18,0 0 2,0-9 27,0 9 11,0 0-23,0 0-13,2 15-1,-1 7 7,-1 8-2,0 7 5,0 2 20,-1 1-25,-8 0 4,1-2-6,4 1-9,0-6 8,4 0-6,0-6 1,0-6-2,0-7 6,0-7-6,0-3 0,0-2 5,0-2 9,0 0 11,0-3 21,2-16-36,10-7-10,2-2-1,4-4 0,-2 4-6,2 3-3,-6 2 7,3 5-2,-3 1 0,-2 6 4,-2 2-3,1 4 2,1 2-1,3 3-19,5 0 0,-3 0 8,-1 10-4,2 5 14,-2 3 1,0 2 1,-3 3 1,-1 1-3,-4 1-4,-4 1 6,-2-1-7,0 2 8,-3-3-3,-10-1-1,-6-4 2,-4-4 2,-6-3 13,-2-7 2,1-2-8,2-3 1,3 0 3,5 0-8,2 0-3,9-8-5,3-2-26,2-1-72,4 1-92</inkml:trace>
  <inkml:trace contextRef="#ctx0" brushRef="#br0" timeOffset="5881">2230 1104 364,'0'0'71,"0"0"1,0 0-31,0 0-34,0 0 4,109 0 11,-74 1 17,-3 4-18,-1 0-18,5 2 10,4 2-4,9 0-8,8 0 2,10 1 2,8 0-2,5-3 0,0 3-3,-3-2 6,-4 1 7,-8-2 4,-16-3 0,-17-1-17,-12-2 16,-13 0-12,-5 1 0,-2 1-4,0-1-3,0 3-51,-15 3-39,-9 5 26,-9 1-48,2-2-64</inkml:trace>
  <inkml:trace contextRef="#ctx0" brushRef="#br0" timeOffset="6317">2892 1497 350,'0'0'73,"0"0"3,0 0 5,0 0-25,0 0-21,0 0 12,23-67-8,-23 57-32,-11 1 10,-7 2 6,-1 2-18,-7 2 15,4 3-15,0 0 0,2 0-4,4 5 2,5 8-3,7 1-3,4 3-7,0 3 7,18 3 2,9-1 1,3 1 7,1 0 0,-1 0-7,-2 3 0,-4 2 0,-3 0 2,0-1 0,-3 0-2,-6-5-2,-5-5 0,-4-3 1,-3-2 1,0-1-9,-3-1 5,-13-1 4,-2-2 7,-3-2 4,-6-5-5,-3 0-4,-6 0 8,-5-11-8,2-8 7,1-3-7,4-2 6,12-4 0,7 5 4,6 3-10,6 6 9,3 7-11,0 4-1,0 3-4,0 0 1,6 0-108,18 0-60,6 5-95</inkml:trace>
  <inkml:trace contextRef="#ctx0" brushRef="#br0" timeOffset="7418">3749 789 211,'0'0'28,"0"0"-6,0 0 49,0 0 3,0 0-38,85 6 10,-66 6-12,2 4-7,6 5-8,7 5 16,6 3-10,4 5-3,-1 2-6,2 4-1,-8 1-6,-3-1-7,-7-4-1,-8-3 6,-5-6-6,-6-5-2,0-2 2,-2-3-3,-3-4 2,3-1-14,-3-4-1,-1-4-35,-2-4-52,0 0-56</inkml:trace>
  <inkml:trace contextRef="#ctx0" brushRef="#br0" timeOffset="7808">4193 814 423,'0'0'36,"0"0"29,0 0-14,0 0-51,0 0 4,0 0-4,0 49 3,-3-20 5,-12 7 17,-5 1-18,-5 5 8,-6 1 1,-6 2-13,-2 2 7,-1-2 14,1-1-7,3-3-12,7-3 7,4-4-3,6-4-6,4-8-3,6-5 1,5-6-1,4-2-4,0-4 4,0 0-6,0-1-11,13 0 8,2-1-23,1 0-31,-4-3-58,-5 0-38,-7 0-161</inkml:trace>
  <inkml:trace contextRef="#ctx0" brushRef="#br0" timeOffset="31558">3581 1639 314,'0'0'51,"0"0"-9,0 0 19,0 0 2,0 0-24,0 0-19,0-13 12,0 13 12,0 0-13,0 0-21,-1 0-2,-17 13-6,-7 8 13,-9 8 16,-7 7-18,-6 3 3,-6 8 1,-8 5 3,-10 6-5,-6 3 10,-2 1-3,6 0-19,6-4 1,7-5 4,8-5-6,6-6-4,9-5 2,7-9 0,9-8 1,8-6-1,5-5-1,5-5-12,3-1 1,0 1-10,0 2-20,0 1-3,0 0-10,0 2 9,8 1-32,2-1-98,-3-3 27</inkml:trace>
  <inkml:trace contextRef="#ctx0" brushRef="#br0" timeOffset="45888">13209 321 233,'0'0'49,"0"0"11,0 0 5,0 0-26,0 0-26,0 0 10,-26-27 9,13 27-15,-6-2-12,-7 2-1,0-1-2,-4-3 11,-6-2 14,-7-3-2,-10 1-14,-9-3-4,-10 0 3,2 1-8,-2-1 3,3-1-4,0 2 1,0 2-1,-3-1-1,-4 3 3,2 2-3,-5 3 0,5 1 0,7 0 1,9 0-1,6 0 8,2-3-9,-3-5 1,-10-5-1,-10 1 1,-9-6 1,-6 1 2,3 2-1,8 0-4,10 2 4,4 4-1,2 4 0,4 0-2,8 3-2,7 0 2,8 1 1,4 1 4,6 0-4,6 0-3,6 0 2,2 3 0,5 5-7,-1 1-1,-1 2 7,0-1 2,-3 1 6,3 0-6,-2-1-1,-3 1 1,3 1 1,0-2 0,-3 0 2,2 1-3,-6 1 7,-1 7-7,-1 1 1,0 5-1,-1 4-7,0 0 7,2 2 0,-1 1 3,0 2 2,2 6 6,2 2-7,3 7 4,6 1-5,3 0 12,2-1-10,0-6 0,-1-1 0,-4-6-5,1-1 7,-1-4-7,2 2 9,2-1-3,1 1 5,0 0-2,0 3 7,0 0-1,4 0-6,4-2-4,-4-2-1,-1-1 1,-1-1-5,-1-2-2,3 2 2,3 1 2,0 1-2,5 4-1,4-2 1,4-1 0,7-2 1,7-3-1,9-1 0,2-1-1,4-1 1,-2-1-1,0-1 2,1 1-2,0-1 1,2-1 0,1 1 0,2-3 0,2 0 0,4 1 0,1 1 0,6 0 0,4-1 0,0 0 1,1 2-1,-5-2 0,1 3-5,5 2 10,2-1-5,1 2 0,3-2 1,-1 1-2,2-2 2,2-1-2,1 0 1,-3 0 0,-6-2 0,-6-2 3,-5 1 1,-4-3-4,0 1 0,0 0 0,2 0-2,-1 0-2,1 1 4,6-1 1,1-3 2,2 2-1,-4-1-1,-2 1-2,-2-1 1,0-1 0,1 0 2,0-1-2,1 1 0,1-2 0,3 1 0,-5-3 0,-2 0 1,0-1 2,-6 0 0,1 1-3,-5 0-4,-1 4 4,-3-1 4,-3 3-3,8-1 0,1 3-1,3 1 2,5 0 2,3 0-1,1 3-3,0 0 0,1 2 1,-1 2-1,4 0 0,2 0 8,7-4 2,4-1 5,5-4-7,4-2-7,-7-2 6,-8-3-3,-11-3-3,-7-1 15,-7-3-7,-3-2-4,-1-2 11,-1 0-5,4 0-10,8 0 4,1 0-5,3 1 3,-1 5-3,-2-2 1,-6 1-1,-7-4 1,0-1 0,-3 0 1,1 0 7,3 0 12,11 0-15,8-3 2,11-3-8,-2 1 0,-7-1 7,-11-2-7,-12-2-3,-6-3 3,-5-5 9,-3-8-7,-3-5 1,0-4 5,4-2-6,5 2-2,3 3 4,1 2-4,3 5 1,-2 1 0,-7 4-2,-4 0 1,-5 2 0,-7-2 0,0-1-1,-3-2-4,0 0 0,0-4 4,1 0 0,3 0 1,3 0 0,1 2 1,4 1 1,0 0 0,0 4-2,-3 2-5,-3 2 5,-7 2 5,-5 1-5,-3 1-14,-1-4 5,-2-2-3,0-5 7,3 1 4,-2-4 2,2-1 1,0-1 0,-1 0-2,-1-3 0,-2-1-2,-2 0-7,0 0 5,0 3 3,-8-1 2,-4 3-2,-2-3-4,-6 1 1,-1-3-13,-3 2-5,-1 0 6,-2-1 16,-3 0 1,-7-3-1,-2-1 0,-4-3-1,-9-3 2,-3 0-2,-5 0 1,2 3 0,1 2 0,2 5-5,1 3 10,0 3-10,2 2 11,-5 4-12,-2-3 6,-7 0 0,-7-5 0,-5-4-1,-4-3 0,-4 2 0,5 3-1,5 8 2,7 7 0,8 1-5,5 3 2,1-1 2,0-1-1,-1-4 0,-4 0 2,-1-1 0,-2-1 0,4 0 0,-1-2 2,0 1 0,-2 0-4,-1-1 2,0-2-6,2-4-1,5-2 3,-1-4-5,0-1 4,0-1-4,-2 3 9,2 3 0,5 1-4,7 5-1,7 0-11,6 2 12,6 2 4,1-1-7,-5-1 0,-4-5-1,-3 3 7,0 1-5,-1 3 3,2 3 1,0 4 2,2 1-4,0 2 4,3 0 0,-2-1 0,-1-1-2,-5 0 2,-3 3 0,-3 0-2,2 3 2,-2 1-3,2 0 2,-2-1-1,-1-1 2,-6 1-5,-5-3 2,-5 0 3,-3-1 0,0-2 2,0 0-4,4 2 2,8-1 0,3 2 6,3 3-6,2-2 0,-3 3 1,2-1-1,0-2-1,4 2 1,3-1 0,6 1-3,5 2 7,4 1-1,6 1-3,1 0-3,1 3-39,1 5-89,2-7-113</inkml:trace>
  <inkml:trace contextRef="#ctx0" brushRef="#br0" timeOffset="54411">8951 2667 38,'-105'-8'42,"4"1"-42</inkml:trace>
  <inkml:trace contextRef="#ctx0" brushRef="#br0" timeOffset="54929">6789 2738 296,'0'0'30,"0"0"-10,0 0 10,0 0 1,0 0-6,0 0 3,0-27 10,0 27-5,0 0-12,0 0-5,0 0 4,0 0 14,0-1-13,0 1-2,5-2 4,15-2-6,13-3-10,9 0-7,12-1-1,4-2 1,3 0 6,8-3-6,3-1 0,8 1 3,5-1-1,6 0 0,12-2 1,9-4-1,9 1-2,8-1 1,7 1 16,1 3 11,2 4-12,-9 8-8,-13 4-1,-19 0-5,-16 2-2,-13 8 0,-13-2-2,-8 1 0,-12-6 2,-11-2 1,-13-1 0,-4 0-1,-8 0 3,0 0 0,0 0-3,0 0-5,-8 0-5,-16 0-12,-4 0-58,-5 0-8,2 0-66,3 0-51</inkml:trace>
  <inkml:trace contextRef="#ctx0" brushRef="#br0" timeOffset="55477">8484 2264 388,'0'0'19,"0"0"57,0 0 6,0 0-36,0 0-46,0 0-19,0-24 10,30 32 9,10 6 42,9 3-16,5 1-2,6 4-6,5 1-7,4-1 2,-6 2-7,-11-3 2,-19-1-8,-18-3-2,-12-1-5,-3 3 4,-25 1 3,-19 1 15,-11 0 12,-2 0-11,8-2-6,7-1-6,8 0-4,4-1-46,0 3-56,3-4-63,0-5-64</inkml:trace>
  <inkml:trace contextRef="#ctx0" brushRef="#br0" timeOffset="56047">7502 3036 111,'0'0'127,"0"0"-76,0 0 56,0 0-2,0 0-30,0 0-20,-1-4-22,-10 2-16,-5 2-3,-4 0-2,-6 0-5,-6 12 8,-1 10 3,1 7-5,3 4-4,8 3-6,11 1-2,6 1-1,4-1-1,13 0 1,20-5 0,20-3 12,15-7 8,8-4 1,4-2-10,-8-6-9,-9-3-2,-10-7-38,-11 0-83,-12-5-66,-9-17-217</inkml:trace>
  <inkml:trace contextRef="#ctx0" brushRef="#br0" timeOffset="56391">7948 3046 580,'0'0'99,"0"0"-31,0 0 42,0 0-84,0 0-26,0 0-33,-5 15 33,5 20 13,0 6 36,-2 4-24,-2 1-23,-1-1 5,0-4-7,1-5-5,-2-5-1,0-7-49,6-6-53,0-6-84,2-9-118</inkml:trace>
  <inkml:trace contextRef="#ctx0" brushRef="#br0" timeOffset="56622">7954 3322 499,'0'0'137,"0"0"-47,0 0-29,0 0-37,85-34-11,-41 34 5,2-1-16,0-3 1,-2-5-3,-3-8-10,-7-8 1,-7-8 2,-9-2 4,-9 1-2,-9 2 5,0 3 8,0 7-4,-7 4 15,1 5-1,1 6-5,4 4 12,1 1 0,0 2-25,0 0 0,0 3-15,-2 14 3,-4 10 12,-1 8 14,-2 8-6,-2 5 23,0 3-19,0 1-5,4-3-7,-2-5 0,-2-6 0,2-7-11,-1-5-28,0-5-24,7-9-93,3-10-130</inkml:trace>
  <inkml:trace contextRef="#ctx0" brushRef="#br0" timeOffset="57059">8711 3304 603,'0'0'33,"0"0"25,0 0 5,-15-83-28,9 66-32,-3 2 3,2 4 10,-3 2 2,-1 4-13,-9 1-5,-10 4-2,-10 0 2,-5 2 2,6 14 1,7 5 5,8 5-8,12 3-3,9 4-6,3 1-3,19-2 3,14-6 8,9-8-8,1-8-12,2-10 18,0 0-9,-6-13-2,-5-11 3,-7-2 9,-7-1-1,-9 3 3,-5 2 15,-6 5 14,0 7 7,0 5 25,0 3-8,0 2-44,0 0-9,0 3-18,0 14 8,-6 7 6,-5 5 8,4 1-4,0 3 0,4-1-1,3 2 0,0-4-15,10-2-43,14-7-72,6-11-69,0-10-309</inkml:trace>
  <inkml:trace contextRef="#ctx0" brushRef="#br0" timeOffset="57547">8996 3243 712,'0'0'38,"0"0"15,0 0-19,0 0-18,64-74-16,-30 74 0,4 0 13,-1 15-4,-6 6 4,-8 3-12,-10 2-1,-9 2-6,-4-1 6,0-2-4,-2-1 8,-4-3-4,-2-5 9,2-5-8,3-3 0,1-5 10,2-2-11,0-1 3,0 0 5,0-16 16,8-10-24,14-5-9,7 0 9,2 1 0,-1 8-3,-6 6 2,-3 6 1,-2 5 2,-4 3-2,0 2-1,-3 0 1,-3 0-3,0 12-1,-5 7 4,1 4 6,-5 4-3,0-1 2,0 4 2,0-1 2,-5 0-3,-5-2-6,-1-1-1,2-4-9,-1-4-37,4-2-72,3-9 4,3-6-74,0-1-193</inkml:trace>
  <inkml:trace contextRef="#ctx0" brushRef="#br0" timeOffset="58026">9543 3322 466,'0'0'32,"0"0"50,0 0 7,53-75-46,-37 64-18,2 0 10,3 3 14,-1 0-18,0 7-5,1 1-11,-4 0-9,0 10-5,-3 11 8,-4 5-8,-6 6 1,-4-1 2,0-5 1,0-1-4,0-8 4,0-5 0,-1-6-5,1-3 0,0-3-11,0 0 11,0 0 20,0-13 7,17-7-26,9-5-2,9-4 1,3 2-5,1-1 5,-1 6 0,-7 5-3,-4 6 3,-10 4-6,-6 6 4,-6 1 1,-4 0-1,-1 5-17,0 15 15,0 6 4,-1 6 1,-6-2 9,1 3-2,3-3-7,3-4 1,0 0 2,2-5 0,7-4-7,2-4 6,3-5-5,9-5 7,11-3 4,5 0-4,7-13 9,2-8-14,-5-3-1,-3-2-4,-8-1 2,-11-2 3,-8 2 0,-9 1-10,-4 3 8,0 5-5,0 5 1,-13 4-6,-5 6 12,-9 3-10,-2 5 7,-6 15 3,5 8 0,10 3-2,9 3-5,11 1 1,0-1 5,17-4 1,11-5 0,5-5-5,5-6 11,1-6-3,3-6 8,9-2-3,2 0-6,5-12 2,-2-3-4,-7 0-1,-10-2-3,-9 0-1,-9-1 5,-8 3 0,-6 2 0,-5 6 0,-2 5 9,0 2-9,0 0-4,0 9-7,-12 9 2,5 5 3,7-3-27,0-1-20,6-8 10,16-6 37,8-5 6,6 0 8,6-12-2,8-11-6,5-5-4,2-9 0,-3-9 4,-7-13-1,-9-9-12,-13-2-2,-11 4 3,-7 9 12,-7 11 44,0 15 25,0 13-41,0 8 6,0 9-7,0 1-27,0 7-14,-5 19-14,-5 15 28,-4 9 2,-2 8 8,-2 2 6,-1 5 5,1 0-16,3-3 4,-1-4-5,2-8-1,1-9-3,-4-9-12,1-8-9,1-7-3,-1-5-26,4-1-59,7-2-28,5-2-114</inkml:trace>
  <inkml:trace contextRef="#ctx0" brushRef="#br0" timeOffset="59257">11543 3459 670,'0'0'124,"0"0"31,0 0-65,0 0-86,116-27-1,-47 27-3,2 11 7,-4 2-3,-9 0-4,-17-3 3,-14-4-2,-15-4 0,-9 1 2,-3-3 7,0 2-7,0-2-3,0 1-28,0 0-20,0 2-36,-2-3-103,-13 0-37,-4 0-253</inkml:trace>
  <inkml:trace contextRef="#ctx0" brushRef="#br0" timeOffset="114498">6894 1629 88,'0'0'265,"0"0"-234,0 0 5,0 0-14,0 0-10,0 0-6,41-69-6,-41 69 0,0 0-5,2 0 4,-2 0-12,0 0-13,1 0-31,4 0-1,4 0-18,6 0-148</inkml:trace>
  <inkml:trace contextRef="#ctx0" brushRef="#br0" timeOffset="115677">10780 1835 178,'0'0'51,"0"0"0,0 0 31,0 0-15,0 0 3,0 0 21,0-3-35,0 3-14,0 0 7,0 0-3,0 0-1,0 0 9,1 0 2,22 0-27,19 0-7,20 0-5,22 7-5,17-2 8,13 2-12,17 1-1,5 0 2,7 4-3,5 0-5,-2 1-1,6 1 2,5-3-2,7-3 0,6 0-1,5-1-3,6 0 4,3 1-8,-6 2-6,-2 3 4,-18 1 8,-10 0 2,-14 2 5,-13-4-5,-14 1 0,-16-4 3,-12-2-3,0 0 4,-4-2-3,-4 4-1,-8-1 2,-12 0-2,-8 1 1,-3 2 1,-1 2 3,0 0-5,-5-2 1,-9-1-2,-6-3 0,-6-1 1,-6-4 3,-2 1-3,-4 0 0,-1-3-3,0 0-13,0 0-56,-3 0-20,-16 0-11,-12 0-13,-11 0-171</inkml:trace>
  <inkml:trace contextRef="#ctx0" brushRef="#br0" timeOffset="116486">13106 2454 430,'0'0'23,"0"0"63,0 0-17,-9-73-39,-4 60-3,1 3 18,-3 5-5,-2 2-21,-8 3-16,-8 0 4,-4 0-3,-1 12 7,0 5-4,7 5 12,8 3-12,5 4 2,15 7-3,3 3-6,18 4 3,16 2 0,7-1 3,1 1 1,-2 0-7,-5 4 5,-2-1-5,-6-1 0,-6-5 0,-9-5 0,-10-5-1,-2-3-1,-7-4 2,-13-4 0,-9-3 5,-2-6-1,-5-5 16,-4-4 1,-5-3-8,0 0 10,-1-14-11,7-5-2,7-5-2,11-4-1,12-6 14,9-4-9,4-3-12,23 0 1,10 5-2,11 1 2,3 5-2,3 1 0,1 2 1,1 2 4,0 0 0,-1-1-3,-4 2 4,-11 1-2,-9 0 4,-10-3-3,-9 1 11,-9-2-9,-3 0-5,0 2 6,-16 3-6,-11 2-1,-9 4-4,-7 6 0,-2 6-18,-3 4-34,3 0 16,3 10-45,6 8-43,10 2-103</inkml:trace>
  <inkml:trace contextRef="#ctx0" brushRef="#br0" timeOffset="153137">7813 3984 561,'0'0'0,"0"0"-16,0 0-20,-80 0 34,52 0 4,7 3 0,11 1-2,5 0-2,5 1-2,0-1-7,0-1-13,0 0-17,0-1-18,0 1 47,0 0-39,5-3-134</inkml:trace>
  <inkml:trace contextRef="#ctx0" brushRef="#br1" timeOffset="238732">9751 4602 435,'0'0'52,"0"0"9,0 0 6,0 0-40,0 0 2,0 0 7,0 0-10,52-14 20,-36 14-14,13 0-10,11 0 10,8 4 6,16 7-23,12 2-4,5 3-7,1-2 0,-9 0-4,-12-3-4,-14-1 4,-14-3-1,-10-1 1,-11-2-2,-5-3-1,-1 1-16,-2-2-18,-1 1-32,0 2-43,-3 1-22,0 2-66,-3-2-20</inkml:trace>
  <inkml:trace contextRef="#ctx0" brushRef="#br1" timeOffset="239326">10400 4433 103,'0'0'265,"0"0"-179,0 0 47,0 0-58,0 0-25,0 0-23,13-7 1,-9 7-12,3 2-13,0 10 25,6 2-5,5 4 4,8 3 6,5 3-5,3 2-16,-1-1 3,-3-1-9,-3 0-4,-6-4-1,-6 1 0,-2-3-1,-9 1-1,-4 1-1,0-2 1,-4 1-5,-17 1-3,-3 0 2,-5-3 7,-1-2 1,0-1 3,6-1 4,3-1-5,5-1-6,5-1-13,4 1-65,7-2-29,0-3-55,13 0-233</inkml:trace>
  <inkml:trace contextRef="#ctx0" brushRef="#br1" timeOffset="239836">11202 4382 491,'0'0'90,"0"0"-37,0 0-27,0 0-21,0 0 36,0 0 9,18 100 7,-18-62-7,0 2-20,-1 1-8,-12-1-9,0-3-5,4-1-3,1-7-3,3-4-3,1-6 1,2-6-6,-1-5-33,3-5-46,-1-3-39,1 0-49,0-11-176</inkml:trace>
  <inkml:trace contextRef="#ctx0" brushRef="#br1" timeOffset="240142">11481 4408 453,'0'0'91,"0"0"36,0 0-46,0 0-81,0 0-4,0 0 4,4 72 8,-4-35 11,-11-1 3,-1-1 9,-6-2-12,3-6-6,-3 0-2,3-1-8,-1-5 2,2-4-4,3-2-1,3-5-20,3-4-29,5-3-30,0-3-50,4 0-85</inkml:trace>
  <inkml:trace contextRef="#ctx0" brushRef="#br1" timeOffset="240480">11790 4383 376,'0'0'110,"0"0"-48,0 0-43,0 0-19,0 0 0,0 0 15,-43 70 33,32-44 17,3 1-8,5-3-31,3-1-8,0-1 7,0-2-6,11-4 1,4-2-9,5-6-7,-1-5 7,8-3-8,3 0 13,1-11-13,2-9-2,-3-2 3,-5-1-4,-6 2-3,-5 1-1,-5 4 4,-3 3 13,-3 3 0,-2 5 24,-1 1 1,0 4-23,0 0-15,0 1-9,-10 17-2,-8 11 10,-3 6 1,2 7 1,-1 3 9,1 1 5,6-3-9,-1-2 6,2-3-11,2-3 1,-2-6 0,1-6-4,2-7 0,-2-2-7,0-2-11,-1-2-49,-4-6-73,1-4-27</inkml:trace>
  <inkml:trace contextRef="#ctx0" brushRef="#br1" timeOffset="242978">12660 4418 101,'0'0'48,"0"0"29,-19 74 3,14-44-55,-1-2 7,-1-2-4,-1-1 0,-1-5-6,-2-2 17,-3-3-17,2-2-5,2-3 3,1-3 2,4-3-16,2-3-5,1-1 0,2 0 38,0 0 9,0-5-11,11-9-22,7-3-13,5 1 10,2 1-12,2 2 3,1 3-3,2 3 0,1 4-8,2 3 7,-3 0-9,-5 0 8,-3 0 1,-7 9 0,-2 1 1,-8 1-2,-3 3 1,-2 3-4,0 3 4,-12 1 1,-5-3 6,0-1-5,-3-4 1,-1-5 10,2-2-3,-2-6-3,-1 0-3,-2 0 2,2-3 6,5-7-4,5 0-4,6-1-3,5 0-26,1 1-53,0-1-132</inkml:trace>
  <inkml:trace contextRef="#ctx0" brushRef="#br1" timeOffset="243518">13144 4609 460,'0'0'12,"0"0"29,0 0 53,0 0-46,-33 78-25,24-63-12,-1-2 1,3-2-7,1-3 0,3-3-5,0-4-23,3-1-96,0-3-67</inkml:trace>
  <inkml:trace contextRef="#ctx0" brushRef="#br1" timeOffset="243892">13528 4358 397,'0'0'99,"0"0"33,0 0-87,0 0-41,0 0-3,0 0-1,-10 38 32,-8-8 3,-4 4-4,-1-2-11,2 2 1,0-2 0,4-2-12,3-2 4,2-3-8,5-4 0,7-2-3,0-6 1,1-3-3,17-5 17,7-5-12,5 0 9,5 0-7,2-14-4,2-4 2,1-6-3,-4-3 0,-3 2-2,-10 2 0,-6 7 0,-7 4-4,-7 3 0,-1 5 0,-2 3-3,0 1-3,-10 0-8,-9 0 16,0 11-2,5 6-12,4 4-18,7 2 21,3-1 12,0-1 0,0-1 1,0-2 0,0 0 1,0-2 2,0 0 0,0-4 2,0 0 2,0-5-3,0-1-4,0-4-1,-7-2-11,-10 0-10,-4-4-10,-1-16-69,4-9-181</inkml:trace>
  <inkml:trace contextRef="#ctx0" brushRef="#br1" timeOffset="325920">14028 3621 340,'0'0'3,"0"0"29,0 0-6,0 0-10,0 0-1,0 0 13,0 0 31,41-31 9,-41 31-45,0 0-23,0 0 1,0 0 10,0 0 12,0 0-15,0 0-6,0 3-2,0 9 0,0 8 2,-4 5-1,-5 4 7,-5 2-3,-4 5 11,-5 3-4,-2 5-7,1 2-2,-2 4 4,4-4-4,2 1-3,1-4 6,-1-3-3,-4 1 4,1 2 20,-2 0-14,-2 5 3,0 6-13,-1 5 5,-2 3-4,0 4-3,2 0-1,1 1 9,3-3-7,0-5-1,-1 0 10,0-4-9,-2-1 16,2 3 18,-3 3-31,1 2 5,1 2-4,-1 2-2,0 2 2,0 2-5,4 2 2,1 0-3,3-7 0,2-7 0,0-11 1,3-1-1,-1-5 0,2 1 0,0 2 1,4 1-3,-2 1 2,1 3 0,-1 1 5,1 6-2,-2-3-3,3-1 0,4-4-1,2-11 1,3-8 0,0-9-1,0-4 0,0-6-2,0-6 2,2 1 1,1-3-1,-2-1-1,4-1-7,1 0 4,6 0-10,3-3-23,-2-9-11,1-1-7,-4 0 21,-4 3 5,0 2 8,-5 2-2,-1 0-1,0 4 5,0-4-1,0-4-102</inkml:trace>
  <inkml:trace contextRef="#ctx0" brushRef="#br1" timeOffset="327418">14514 3620 201,'0'0'57,"0"0"-3,0 0-17,0 0-9,0 0-15,0 0-8,0 0-4,0-2-1,0 2 0,0 0 1,0 7 8,0 1 7,0 0 1,0 4-14,-3 3 13,-1 2 4,-3 4 3,-1 4-6,1 5-7,-1 2 7,-4 5-2,-1 5 0,-2 8 4,-3 3-7,-3 2 0,-1-1-3,4-5-1,0-5 7,1-3-6,1-1 14,1 2 7,-1 0-15,1 5-11,-2 1 11,2 1-3,-1 2-8,-2-3-4,0 0 1,-3-3 0,2 0 8,-5-1-6,-3 0 0,0-1-3,1 1 4,3 0-3,5 0 0,-3-1-1,3 0-1,-4 2 0,-2-1 1,-1-3 0,1-3 0,2-3 2,-2-1-1,3 1-1,0 0-2,2 4 2,1 1 5,1 6-5,-2 3 0,1 2-1,-3 1 2,-3 0 1,1-4-2,1-6 0,2-2-5,-1-2 4,3 0 1,0 2 0,1 1 3,0 0-3,1 1 0,0 5 0,3 5 0,-2 7 0,3 2 0,-4-1-2,1-6 1,-3-9 1,3-8 0,0-6 4,1-4-4,1-1 2,6 3 0,-1 3-2,5 3-6,-2 2 6,0 1 5,-1 2-3,-3-1-1,-3 1-1,-5 1-1,-2-8 1,3-3 0,2-7 0,7-8 2,-1-4-2,5 2 0,-1 0 0,-1 4 0,1-4-1,0 4 3,-1-3-2,0 1 0,-1 2 1,0 3 2,-2 0-1,3 1 0,2 0-1,2 0-1,-1-2 0,2-3 0,0-3 0,0 1 0,0 3 0,-3 3 8,0 7 24,-2 5-1,-2 4 0,1 1-13,-3 6-14,-1-1 4,-2-2-8,1-2 2,4-6-1,-2 1 0,2-1 6,-1 2-6,-1-1-1,-1-7 3,1-3-3,1-6-1,1-3 1,4-4 0,0 0 1,-2-2-1,1 2 0,-4 4 0,0 2 1,2 1-2,0-6 2,3-3 2,1-4-3,2-1-8,0-3-30,0 0-106,3-23-114</inkml:trace>
  <inkml:trace contextRef="#ctx0" brushRef="#br1" timeOffset="341458">14202 5969 421,'0'0'113,"0"0"-24,0 0 4,0 0-42,0 0-15,0 0-12,71-15 8,-56 15-13,3 7-3,1 3-16,-4 1 4,0-1-4,-3 1-10,-2-2-33,0 1-39,1 0-11,0-3-59,-4 0-73</inkml:trace>
  <inkml:trace contextRef="#ctx0" brushRef="#br1" timeOffset="341729">14010 6043 256,'0'0'17,"0"0"81,0 0 20,0 0-47,115 68-50,-69-53-2,1 0-2,3-2-2,-5-5-8,-5 0 0,-7-6-4,-9 0-2,-8-2 4,-5 0 2,-8 0-2,-1 0-3,-2 0 7,0 0-9,0 0-7,0 0-4,0 0-74,0 0-37,0 0-17</inkml:trace>
  <inkml:trace contextRef="#ctx0" brushRef="#br1" timeOffset="344122">14776 5749 358,'0'0'6,"0"0"49,0 0 14,0 0 11,0 0-60,82-44-8,-63 41 5,-3 3 8,5 0-18,-1 0 0,2 0-1,2 9-5,-2 2 3,-4 5-4,-3 1 3,-7 3-1,-8 1 3,0 1-3,0 4-1,-6-2 0,-8 1 8,1 2 1,-5 0-9,0-2-1,-7-2 2,-4-3-2,-1-5 1,-2-5-1,0-2 7,2-4-1,7-1 13,4 0-5,6-3-3,9 1-7,2-1-4,2 2 0,0-2 4,0 1-1,2 2 0,11 1-1,10 5 14,8-1-3,5 5-11,7 3 9,-1 3-10,-3 1-1,1 1 2,-7-1 3,-5-4-5,-7-4-5,-9-5 5,-8-3 5,-2-2-5,-2-2 0,1 0 0,4 0-1,1 0-6,4 1-29,2 2-41,-1-2-14,2-1-179</inkml:trace>
  <inkml:trace contextRef="#ctx0" brushRef="#br1" timeOffset="344856">15448 5944 347,'0'0'88,"0"0"18,0 0-15,0 0-53,0 0-34,0 0 0,59-20-3,-37 26 1,-1 4 7,1 0 0,4-1-6,-3 1-1,0-3 0,-1 0-1,-2-1 2,-5-3-1,-4 1-4,-3-4 1,-2 0 1,-3 0 6,-1 0 5,-2 0-4,0 0 10,0 0 14,0 0-24,0 3-7,-3 3-1,-13 6 1,-3 7 0,-3 4 4,2 6-2,1 2 3,-2 1 2,5 2-3,-4 1-3,4-2-1,0-3 4,0-4-2,2-6-2,5-3-7,1-4 2,1-3-23,4-3-33,1-1-10,2-2-80,0-4-122</inkml:trace>
  <inkml:trace contextRef="#ctx0" brushRef="#br1" timeOffset="345598">15923 5891 306,'0'0'46,"0"0"-9,0 0 3,85 2-4,-57 8 10,-1 1 38,1 2-40,-1 1-10,-5 0-11,-6 0-4,-7 0-19,-9 0-3,0 2 3,-14 1-5,-13-1 2,-6-4 3,-1-4 2,3-2-1,5-3 3,10-2-1,7-1 7,6 0-9,3 2 3,0-2-2,0 4-2,8 3-2,11 6 2,5 3 5,4 3 0,2 1-2,0 1-3,-5-1 8,-2 1-5,-6-3-2,-9-2-1,-8-3-5,0 1 4,-6-3 1,-15 0 4,-4 2 9,-2-5 19,1 1-13,1-4-9,1 0-6,1-5 3,0 0 0,2 0-3,2-3-2,5-9-2,7-1-14,3-4-38,4 0-60,0 4-117</inkml:trace>
  <inkml:trace contextRef="#ctx0" brushRef="#br1" timeOffset="346250">16705 6051 279,'0'0'73,"0"0"8,0 0-16,0 0-43,0 0-18,0 0-3,-23-7 19,7 7 28,-7 2 7,1 3-11,-5 3-17,1 5-13,-3 4-5,-4 6 11,6 2-5,0 6-5,7 8-3,4 1-7,6 4 0,6-5 3,4-2-3,0-6 0,0-7 0,9-7 9,4-4-3,4-6-6,2-3 12,2-4 3,1 0-4,-2 0 0,-4-8 2,-6-4-4,-4 2 6,-4-2-2,-2-1 3,0 0-11,0 0 0,0 1-10,-8 2 3,-2 3-12,-6 3-66,-1 1-1,2 3-16,6 0-86,5 0-168</inkml:trace>
  <inkml:trace contextRef="#ctx0" brushRef="#br1" timeOffset="347286">17200 5862 151,'0'0'169,"0"0"-114,0 0-28,0 0-10,0 0-14,0 0 3,0 28 8,0-17 10,0-1-14,-2 2 1,-8-1 22,-6 7 19,-5 5-25,-3 7-4,-6 5 3,0 6-7,-1 3 16,1 1-34,5-3 4,2-4-2,7-8 13,1-8-13,4-8 3,5-5-5,2-4 1,4-5-1,0 2-1,-1-2 1,1 0 7,0 0-7,0 0 7,0 0 10,1-5 22,14-11-12,7-11-26,2-4 2,5 0-4,-2 4-6,-4 6 2,-5 8 3,-6 4-1,-4 5 2,-5 2-3,0 2 2,2 0-7,3 0-14,-1 14 12,1 6 1,1 4 9,-2 4-1,-2 0 1,-4-1 0,-1-5-2,0-4 2,0 1-1,-10-3-3,-5-2 4,0-4 1,-1-3 2,-1-3 0,-1-3 10,-1-1-1,-1 0-4,0 0 5,1-7-6,2-2-3,6 0-4,3-1 3,5 3-3,3 0-4,0 3-13,0 1-42,0 3-26,14 0-127,4 0-253</inkml:trace>
  <inkml:trace contextRef="#ctx0" brushRef="#br1" timeOffset="348014">17581 6250 378,'0'0'23,"0"0"22,0 0 40,0 0 8,0 0-62,0 0-28,-32-68 1,19 68-6,-4 0 2,5 8-5,0 7 0,4 2 5,3 2 10,4 6 1,1 2-9,0 2 10,7 5 7,9-1-11,1 0-6,-1-2 2,-5-4-1,-4-6 1,-4-5 9,-3-6-7,0-2 17,0-2-4,-7-3-11,-5-2 18,-6-1 17,-5 0-10,-2 0-1,-2-4-25,3-3-2,3 0-2,3 1-1,2-3 2,3 2-4,4 0 0,4 3-32,2 1-25,3 3-32,0 0-41,0-2-232</inkml:trace>
  <inkml:trace contextRef="#ctx0" brushRef="#br1" timeOffset="352460">14482 6618 188,'0'0'51,"0"0"-23,0 0 11,0 0-6,0 0-27,0 0 5,0 0 5,26 9-1,-15-9 13,1 3 6,6 0 16,1-2 2,2 2-4,1-2-26,4 1-16,-3 1 1,2 1 3,3-3-9,2 5 5,4 1 0,8 0-4,1 2 2,5 3 2,-5 2-2,-1-1 1,-4-2-4,-5-1-1,0-2 1,-1-2-1,-1 0 0,5 1 0,1-2 8,-1 2-6,4 0 5,-1-1 8,1 1 3,0 2 5,1-1-16,2 1 0,2 1-3,0 1 10,-2-2-3,-4 0-9,-2-1 4,3 1 6,3 0 15,4 2 3,3-1-15,-3 0-14,0-3 9,-2 0-10,0-2 2,-3-2-3,-2-3 3,-4 0 5,-2 0 1,-3 0 16,-1 0-11,-1-1-11,2-1 4,-1 2-4,3 0-2,-1 0 0,0 0 0,-5 0-3,-6 0 3,1 0 0,-3 0-5,2 0 5,2 0 0,-1-3 2,-1 1-1,-2-3-1,-1 3 0,-1-1 1,-3 1-1,-1 0 0,-2-2 0,0-1 0,-1 1 0,2 0 0,-1 1 1,1-1-1,1 2 0,-2 2-1,-4-1 0,-1 1-4,-5 0 0,-1 0 1,0 0-1,0 0-10,0 0 6,3 0 0,-1 0 0,2 0 8,1 0 1,-1 0 0,1 0 0,-4 0 1,2 0-1,-3 0 1,0 0-1,0 0 1,0 0-1,0 0-7,0 0 5,0 0 4,0 0-4,0 0 1,0 0 1,0 0-4,0 0-34,0 0-49,-1 0-57,-8 0-78</inkml:trace>
  <inkml:trace contextRef="#ctx0" brushRef="#br1" timeOffset="354223">14858 7135 248,'0'0'73,"0"0"19,0 0-27,0 0-36,0 0-23,0 0 37,13-20 16,-13 20-25,0-2-13,0 2-6,0 0-10,0 0-5,0 0 0,-1 5 0,-13 9 2,-4 6 1,0 1 39,-1 6-14,-2 1-22,3 7-1,-4 9 13,5 4-1,1 3-7,5-2-10,4-8 3,0-8-6,4-14 7,1-6-8,1-5 0,1 1-10,0 1-60,13 1-44,14-5-281</inkml:trace>
  <inkml:trace contextRef="#ctx0" brushRef="#br1" timeOffset="354635">15046 7229 538,'0'0'9,"0"0"36,0 0 12,0 0-35,94-43-6,-68 43 1,0 0 16,-5 0 3,1 8-9,-4 6-3,-4 0-6,-4 2-6,-7 0-6,-3 2-4,0 1-2,-17 4-2,-6-2 2,-6-1 4,0-2-4,0-4 0,0-7 5,4-2-2,3-4-2,4-1-1,6 0 2,6 0-2,3 0 0,3 0 5,0 0 13,0 0-18,0 3-2,8 1-1,8 6 3,5 6 0,7 1 0,5 2 0,5 4 1,3-3-1,3 0 0,-3-1 0,-1-5-29,-4-1-44,-4-6-31,-4-7-101,-3 0-172</inkml:trace>
  <inkml:trace contextRef="#ctx0" brushRef="#br1" timeOffset="355108">15632 7423 494,'0'0'50,"0"0"26,0 0-50,0 0-14,0 0 0,-89-19 20,60 28 12,2 11-2,8 2-22,3 5-14,5 1-4,6 0 9,5 2-8,0-3 2,3-4 4,13-4 1,6-6 2,8-5 2,4-6 5,5-2-8,1-2-1,-4-12 0,-6-4-4,-8-2-2,-7-1-1,-4-3 4,-6 1 6,-2 4-4,-3-1 6,0 7-9,0 6-6,0 1-8,0 5-40,-1 1-62,-8 0-31,1 7-153</inkml:trace>
  <inkml:trace contextRef="#ctx0" brushRef="#br1" timeOffset="355558">15941 7410 474,'0'0'58,"0"0"53,0 0-77,0 0-7,83 16-7,-71 2-8,-6 3 1,-6 3-10,0 2 1,-4-1-4,-11-3 1,0-2 3,3-6-1,3-2 6,2-5-4,4-3-2,1-3 2,2-1-3,0 0 12,0 0-3,12-4 7,11-13-6,5 3-11,2-3 0,0 7 4,-5 4-5,-6 5-4,-7 1 4,-1 0-1,-6 4 1,0 6-7,-5 3-4,0 5 10,0 4 1,1 0 3,1-1-3,2-5-1,-1-6-9,2-3-4,0-6 6,2-1 4,3 0 4,4 0 4,7-11-3,1-2 0,3 0-1,1 3 5,-2 3-11,-2 0 12,-7 3-13,-5 3 14,-5-2-4,-2 3 10,-3-1 39,0 1-7,0 0-30,0 0-15,0 1-10,-3 14-1,-8 8 10,-4 3 1,2-1 2,0-4-2,2-3-8,5-2-6,3-3-10,3-1-46,0-2-61,8-6-228</inkml:trace>
  <inkml:trace contextRef="#ctx0" brushRef="#br1" timeOffset="356264">16940 7430 366,'0'0'2,"0"0"168,12-92-58,-12 72-45,0 7-31,0 5-8,-4-1-3,-9 4-19,-4 1-5,-4 2 3,-1 2-3,5 0-2,3 0 1,3 5 0,0 7-3,3 5 3,6 6 0,2 8 0,0 7 2,4 3 0,10 4 9,7-4-10,0 0 3,3 0 0,-2-8-4,-4-3 14,-5-7 7,-5-6-8,-7-5-9,-1-5-3,0-1-1,-1 1-2,-11-1 2,-6 1 21,-3-3-1,-3-2-4,-4-2 6,-4 0-15,-2-16 1,0-7 0,4-3-8,5 0 10,7 5-10,9 1-6,7 6-23,2 5-39,5 0-113,14 2-186</inkml:trace>
  <inkml:trace contextRef="#ctx0" brushRef="#br1" timeOffset="357824">17247 5777 37,'0'0'38,"0"0"-25,0 0 2,0 0 31,0 0-25,0 0-9,-41-6-12,40 4 6,1 2-1,-4 0 30,1 0-3,-3 0-12,0-1-8,-2-1 0,3 1-7,1 0 11,2 1 24,1-2 1,-1 1-5,1-2-6,-1 0-4,-1 0-9,0-1-7,-4 1-6,1-1-4,0 1 0,-2-1 5,-2 1-5,2 0-5,2 1 5,-3 0 0,-1 0 3,-2 1-9,-1 1 12,-1 0-4,2 0-2,-1 0 0,1 0 0,-1 0 4,-1 0-1,2 1 1,-4 8 5,4-2-3,-3 1 0,0 1-3,-3 2-3,0 2 1,0 2 1,1 1-2,0-1 0,4 1 0,2-2 3,4-3-2,-1 0 3,-2 1-3,2-2 17,2 2-13,0 0-3,1 1 3,2-1-3,0 2 1,-1 0 1,1 5-2,-1 1-1,-1 1 12,-3 0 7,-1 0 5,1-1-4,2-2-19,0 0 1,3-2-3,3 1 12,0-3-2,0-1-2,0-5-4,0-2-4,0-2 6,0-2-4,0-1-2,0 2 9,0-2-3,0 3 2,0 3-3,0-1 3,0 4-6,0 4-1,3 2 0,1 1 5,0-1-6,-1 0 2,-2-5-1,-1-2-1,2-1-2,-2-2 2,1 1 2,-1-3 4,0 3-6,0 2 0,0-2 0,2 0 1,-2-2-1,1-1 1,1-1 1,-2 0 1,1-3 0,-1 1 1,2-1-1,-2 0 5,0 0 1,0 0 4,0 0 13,1 0 13,2 0-27,0 0-11,1 0-1,-2 0-1,-2 0-6,0 0 7,0 0-2,0 0 1,0-1-6,0-2-12,0 2-12,0-1-19,0 1-1,0 1-5,0-1 27,0 1 0,1 0 6,-1 0 22,0 0 0,0 0 2,0 0-1,0 0 5,0 0 14,0 0 1,0 0-19,2 0-1,-1 0-10,1 1 3,-1 7 7,2 4 13,-3-1-1,0 2 10,0 1-1,0-1-6,0 1 6,0 1-6,0 1-7,0 2 4,3 2-4,2 0 12,1-2 9,3-2-12,0-2-12,3 0 13,4-1-12,5-2 5,3-2-4,7 1 4,1 0-11,2 0 4,0 0 1,-1-1-4,-2-2 5,1-3-1,-4-1 2,-4-2-4,3-1 9,0 0-9,1 0 1,0-1 8,1-6-5,-1-3 0,3-3 0,1-1 6,-3-3-12,0 4 5,-6-1-4,-4 2-1,-2 0-1,-4-2 0,1 0 2,-2-3 1,0 0 3,3-2-3,-1-4 4,5-3-1,-2-2-5,0-4 0,-3-1-1,-2 0-2,-5 0 0,-1-1 4,3-1-2,-2 2 5,1 1-5,0 1 1,-1 3 0,-3-2-1,-1-1-2,-3-2 1,0 1-2,-1 1-2,-14-1 2,-5 2-1,-3 4 2,-4 4-2,0 7 0,2 2 0,2 6 1,1 1-6,0 3-16,-5 2-5,-2 1-19,-5 0-33,-2 0 5,0 0-14,5 1-96</inkml:trace>
  <inkml:trace contextRef="#ctx0" brushRef="#br1" timeOffset="360080">17430 7297 281,'0'0'43,"0"0"43,0 0 4,15-82-3,-11 69-29,1 4 6,-2 2-13,-2 0-15,1-3-10,-2 0-6,0-1-1,0-4-2,-5 0-6,-4 1 1,0 3-3,-1-3-1,1 5-7,1 2 8,-1-2-5,1 1-4,-3-1 0,-1 1 1,-1-2-2,-1 3 2,2 2-1,2-1 0,-1 2 0,1 0 0,-2-2 0,-3-1 0,-1 0-1,-7 1 1,-3-4-1,-6 0 3,-4-4-3,-1 1 1,1 4-1,-1 0 1,4 5 0,-1 1-1,0 3-1,-2 0 0,-3 0 0,-3 3-1,0 8-1,-1 2-2,-2 2-3,2 1 7,-3-1 0,2 1-3,0 0 4,2-1 1,2 3-2,-2-1-5,3 3 6,0 3-10,0-4-4,1 1-1,1-7 3,1-2 8,3-5 2,6 1 1,3-3 2,6 2 0,0-2 0,3 1 0,-1 1 1,1 4-2,-1 1 0,-1 2-2,-1 4-4,-2 3 7,-2-1-1,-1-2 1,3-3-1,4-4 2,4-4-2,4 0 5,1 1-4,1 3 0,-3-1 0,0 7-5,2 2 0,-1 4 0,-1 2 5,0-2 1,-3 5 1,-1 0-1,2-1 4,1 4-5,4 0 0,6 1-5,0 7 5,0 3 1,16 5 1,3-1 2,1-2 0,1-2-4,-1-10 3,2-4-3,0-3 5,5-2-5,7-1 2,5-1 1,10 0 18,2-3 12,3 2-25,-2 0-2,-5-2-6,-5-4 0,0-6 1,2-2 1,5 4 3,5-4-3,5-2 0,2-2 6,1 5-8,-7-6-1,2 0 1,-7 0 2,-1 0-2,-4 0 5,-3 0-4,0 0 0,1 0 17,5 0-2,0 0 4,2-7-10,-3-8 0,-1-2-7,-7-3 8,-3-1 0,-1-7 19,-1-6 7,-1-5 1,0-1-20,0-6-3,0 0-5,0-1-7,-2 1-2,-3-1 1,-6-5-1,-5 3 1,-5-5 7,-5-5-1,-4 0 1,-3-7-8,0 6 1,0 5 0,0 7 2,-7 9-1,-5 5-3,-1 4-2,-7 6 1,0 4-16,-5 6-22,0 4-38,1 4-30,8 6-27,6 0-7,10 0-168</inkml:trace>
  <inkml:trace contextRef="#ctx0" brushRef="#br1" timeOffset="362615">17977 6762 193,'0'0'65,"0"0"37,0 0-25,0 0 1,0 0 9,0 0-20,49-7-24,-46 7-2,-1 0-17,-2 0-17,5 0-7,4 0 1,5 0 0,4 0 6,6 0-6,5 0 0,-1 3-1,-1 3 0,-2 2-1,-4-1 1,1 0-1,-4 2 0,-3-1-45,-5 1-44,-5-6-54,-5 0-50</inkml:trace>
  <inkml:trace contextRef="#ctx0" brushRef="#br1" timeOffset="362983">17813 6898 366,'0'0'66,"0"0"20,0 0 9,91 17-63,-64-12-10,-4 2 13,-3-1-18,-7 0-5,-2-2-1,-3-3-4,-2-1 2,2 3-2,1-3 15,1 0-12,1 0-3,-3 0 2,-1 0-9,-4 0 5,-1 0-5,-2 0-9,0 0-13,0 0-25,0 0-36,0 0-54,0 0-33</inkml:trace>
  <inkml:trace contextRef="#ctx0" brushRef="#br1" timeOffset="365308">18393 6074 148,'0'0'87,"0"0"-18,0 0 2,0 0-16,0 0-11,0 0-4,0 0-5,53-42-14,-38 42-5,0 0-10,6 0-4,2 0 5,3 7 17,0 1-11,-3 0 9,-4 1-5,-7-4-14,-3 0 6,-6-1-5,-3 4-4,0 4-4,-22 5 4,-11 4 0,-7 1 3,-5 2 0,0-1 4,1-2-6,2-4-1,-3-3 3,5-4 3,2-3-4,7-1-2,9-2 5,10-1-1,4 0-8,5 0 8,3-2-4,0 0 0,0 4 4,3-1 8,14 3 25,5 0 0,3 1-20,5-1 8,3 2 4,3 1-12,0-2-17,0 1 5,-7-2-8,-3-3 7,-7-2-8,-4-1 1,-3 2-25,1-3-17,-2 1-42,5 2 0,4-2-125</inkml:trace>
  <inkml:trace contextRef="#ctx0" brushRef="#br1" timeOffset="365930">18840 6164 156,'0'0'12,"0"0"71,0 0-9,0 0 23,0 0-32,82-13 23,-72 13-36,3 0-8,0 0 0,-3 4-18,2 5-7,-5 5-14,-1 3 2,-6 3-7,0 1-4,-1-1-2,-16-2 0,-7-1 6,-1 0 5,0-3 2,1-1-7,0-1 4,0 0-5,-1-2 2,4-2 4,6-2-3,3 0-2,5-4 1,4 2-1,1-4 3,2 2-3,0-1 0,0 2 0,0 1 3,8 2 9,5 2-5,4-1 2,2 0-6,3 2-2,-1-2 1,2-1 4,-4 0-11,-6-2 5,1-1-13,-2-1-4,1 0-29,7 1-29,2-2-117</inkml:trace>
  <inkml:trace contextRef="#ctx0" brushRef="#br1" timeOffset="366697">19453 6314 281,'0'0'46,"0"0"-1,0 0-22,0 0-10,0 0-11,-61-74 23,47 68 2,-1 5-9,2 1 0,-2 0-3,1 11-13,0 6 18,0 2 25,-1 1-14,5 0-18,4 6 2,4 4-6,2-4-1,2 7 10,14 0 9,4 0-16,0-2 19,-6-2-8,-5-10 9,-6-3-10,-3-4-10,0 0-7,0-4-2,-7 1 5,-4-5-5,-1 2-1,-3-6 4,0 1 0,-4-1 8,-2 0-1,1 0-7,4 0-2,3-1 7,2-6-6,4 0 4,4 1-6,3-3 6,0 2-6,0 0 7,0-1-8,15-1-1,1 1 0,5 1 0,0 1-1,4 2-2,1 0-3,-1 1 1,-1 0 0,-3-1 2,1 1 3,-3-1 0,0-3 8,0 0-8,-4 1 0,1-4 1,-2 0 0,-3-2 1,-3-1-2,-2 2-4,-6-3-4,0-2 7,0-1-5,-12 0 6,-3 3 0,2 3-2,-1 4 1,4 1 0,2 5-3,-2 1-18,0 0-56,-3 5-28,4 7-86</inkml:trace>
  <inkml:trace contextRef="#ctx0" brushRef="#br1" timeOffset="370032">18834 7023 0,'0'0'41,"0"0"41,0 0 13,0 0-53,0 0-28,0 0-13,0 0-1,-3-25 0,0 20-12,1 0 12,1 1-1,1 0 1,0 1 5,0-1 24,0-1 49,0 4-6,3-5-22,1 2-8,2 1-6,-3-1 20,-1 1-2,-1 3 3,-1-3-10,0 3-7,0 0-40,0 0-10,0 0-7,-6 13 11,-6 4 5,-4 6 1,1-1-2,-1 2 2,0-3 6,0 1-3,1-1 8,-1-3-7,2 2-1,1-5-2,4-2 3,1 0-1,4-5-3,1-1-6,0-3-20,3-4-66,0 0-39,0-5-11</inkml:trace>
  <inkml:trace contextRef="#ctx0" brushRef="#br1" timeOffset="370580">19035 7047 251,'0'0'3,"0"0"20,0 0 43,-97 19 7,70-19-31,0 0 38,3 0-26,4 0-12,3-7-32,2 1 4,6 0-10,3 2 1,2-2 10,2 3-11,2 2-2,-2-3 0,2 4 1,0 0-3,0 0-1,0 0-1,0 0-8,0 0 10,0 11-2,0 5 2,0 2 3,0 3 6,2 2 8,3-2 3,1 0 20,1-2-32,2 0 1,3-5-7,0 2 6,3-5-6,0-1 3,3 0-1,0 1-4,4 1-9,2 3-23,0-5-33,-2-2-109,-1-6-118</inkml:trace>
  <inkml:trace contextRef="#ctx0" brushRef="#br1" timeOffset="371081">19278 7014 223,'0'0'16,"0"0"-16,0 0 0,0 0 31,0 0 18,0 0 39,-38 56-19,24-31-10,-1 2-28,0 3-9,-4-2-13,1 1 10,-3 3 0,2-5-11,4-8-3,1-9 5,7-3-4,2-6-3,4 1 4,1-1-2,0-1 8,0 0-4,9 0 7,7-11-7,5-7-9,0 0 0,0-4 4,-3 4-3,0 5-1,-1-1 2,-1 4-1,-3 5-1,3 1-1,-2 1-2,-1 3 2,-2 0-3,0 0 4,0 0-6,0 1 5,2 8 0,-3 3 2,1 2-1,-4 0 0,-4 2 0,-3-3-3,0 4-2,-6-3 2,-9-3 2,-1 0-1,-2-5 2,-1-5 13,1 2 2,-3-3-1,0 0-3,1-4-5,0-2 4,5-4-8,0 4-4,6 1-3,4 4-15,5-2-24,0 3-12,0 0-114</inkml:trace>
  <inkml:trace contextRef="#ctx0" brushRef="#br1" timeOffset="371736">19563 7269 313,'0'0'37,"0"0"-30,0 0 24,0 0 15,0 0 8,-92 88 51,66-51-61,1 3-12,1 1 11,0-1-8,0-3-10,2-4-3,1-2-8,5-2-13,4-3-2,3-3-22,3-9-46,3-4 10,1-3-39,2-6-31,0-1-141</inkml:trace>
  <inkml:trace contextRef="#ctx0" brushRef="#br1" timeOffset="372027">19597 7235 269,'0'0'75,"0"0"79,0 0-51,0 0-47,81-47-39,-60 45-14,1 2-2,-1 0 0,0 0 1,-2 0 1,0 4-3,-2 4 20,1-2-5,-1 1 3,-4 0-14,-6 0-3,-4-3-1,-3 5-2,0 1-4,0 4-7,-14 4 6,-1 0 7,-3 1 1,0-2-1,-1-6-1,-2-2 1,-2-4 7,-2-5-2,0 0-1,2 0 7,5-5-4,2-4-5,7 1-2,4 2-5,5 3-15,0 0-23,0 2-57,14 1-110,5 0-155</inkml:trace>
  <inkml:trace contextRef="#ctx0" brushRef="#br1" timeOffset="372500">20205 7318 372,'0'0'96,"0"0"-19,0 0-45,0 0 12,-11-70 1,1 60-29,-3 4-4,-4 3-12,-1 3-1,0 0 0,-1 0 1,2 0-4,3 10-2,1 9 1,3 6-1,7 7 6,3 12 8,0 7-6,0 0 6,0 0 0,3-12 2,-3-11 1,0-11 36,0-7-41,0-5-1,-9-1 8,-4-4 14,-5 0-13,-1 0 11,-1 0 8,-1-9-10,-1-1-2,-1-1-8,-5-3-6,3-2-3,2 2-4,7-1 0,4-2-8,5-3-21,-1 0-42,3-6-87,2-1-239</inkml:trace>
  <inkml:trace contextRef="#ctx0" brushRef="#br1" timeOffset="373632">18541 6650 88,'0'0'90,"0"0"-24,0 0-40,0 0 19,96 20 18,-75-14-1,1-3-26,2 1 17,0 2-14,1 1-17,1-1-20,-1 1 3,-3 0-5,-5 0 0,-6-3 0,-3-2-4,-5-2 4,-3 0 1,0 0-1,0 0-12,-5 0-14,-9 0 26,-7-2 0,-9-5-11,-5-1-2,-3-1-11,-2-1-21,-2-1 12,2-1 13,4 1 20,9 3 3,9 4 1,5-2 8,7 6 12,4 0 3,2 0-6,0 0-9,0 0 11,2 0 8,14 2 2,5 7 5,7 3-2,5 0-4,2 2-11,3 2 0,-2-2 8,-2 0-17,-6-1-6,-5-3-1,-8-5-3,-8-2-2,-3-3 2,-4 0-2,0 0-6,0 0-15,-17-1 7,-8-8 14,-4-3 0,2 1 2,5-1 4,2 2-5,7 3-1,3 3 3,7 1-1,3 3 9,0 0 1,0 0-4,4 0 26,14 0-25,4 10-7,1 0 0,-2-2-2,-5 0 5,-9-6-3,-2 0-2,-4-2-8,-1 1-9,0-1-1,0 0 10,0 0 2,0 0-11,0 0 9,0 0-16,0 0-8,0 0-13,0 3-32,0 1-46,0 2 39,0-4-304</inkml:trace>
  <inkml:trace contextRef="#ctx0" brushRef="#br1" timeOffset="375126">19559 5995 82,'0'0'65,"0"0"-7,0 0 4,0 0-16,0 0 18,0 0-18,-37-38-26,34 32-9,0-1 1,0 2 1,-1-3 15,0 1 1,-4-1-23,0-2 8,-3-2-14,-1 0 5,-1-1-1,-1-1 7,-2 3 2,1-3-8,-3 2 7,0-1 2,-3 2-6,1 1-1,0-1-5,-2 2 5,-2-1-5,2 1 0,0 0 0,0 1 1,1-1 3,2-1 14,-2-1-4,-1-1 7,-1-2-14,-1 1-4,-4-1 17,0 1-12,-5 0-9,-2 2 3,4 3-4,0 2 0,2 2 3,4 0-3,3 1 0,0 0 0,0-1-1,-1-1 1,-3 1 2,-2 0 2,-3-3 3,-1 1-7,0 2 2,-3 1 3,2 2-4,-1-1-2,-2 1 4,-4-1-3,3 1 0,5 1 1,6 0-1,4 0 0,3 0 0,0 0 6,2 4-5,-3 5-1,-1-1 1,1 2 0,-2 0 5,-2 2 1,1-1 3,-3 0 2,0 1 3,4 0-9,2-1-3,4-1-5,2 3 3,0-2-1,0 0 3,0 0-2,1-1-2,2 0 0,0-1 1,1 1 5,-2 0-5,0 3 0,1-1-5,3 3 5,0 4 1,3 2 4,4 2-5,-2 0 5,0 0-3,0 0 3,-1-3-3,1-1 10,3 1-8,0-2-4,0-1 3,0 0-1,0 0-1,0 0 1,1 0 2,6 3-1,2 0-2,1 1 0,4 7 4,3 3-1,4 4-2,-2 1 1,-1-4-2,-2-5 5,-4-6-6,0-4 0,-1-3 3,-1-1-3,1-1 4,2 1-4,1 1 0,2 3 2,6 2 0,2 0 1,3 4-2,0-3 3,-3 0-3,-6-4 0,-2 0 7,-4-4-2,0 0-4,-2-2 6,1-2-2,1 2-2,0 0-2,4 0 10,2 1-5,3 3-3,3 2-1,-1-1 1,2 2-2,1-1-2,0-1 1,-4-2 0,-2-3 0,-4-2 0,-3-2 0,4 1 2,-1-1 3,7 1 3,2 0-1,5 3-5,1 2 2,-1-2 0,-2 1-5,-3-1 1,-8-1-1,-4-5 2,-4-1 2,-1-3 5,1 0 6,7 1-3,5 1-5,3-1-2,4 5-3,1-3-2,-2 4 0,-2-5 0,-4 0-3,-5-1 3,3-1 0,0 0 3,3 0-2,3 0-2,2 2 2,3 2-2,-2-1 1,-1 2 0,-7-5 0,-3 0 0,-2 0-5,0 0 5,0 0 2,3-8 4,3 1-6,1 0 1,2 0-3,3 1 2,-2 2-1,-1 0 1,2-2 1,-6-1 3,1-2-8,-1-1 7,-1-1-6,3-4 2,1 1 1,2-3 5,2 1-5,0 0-3,-2 0 3,-5-1 0,-2 0-4,-3 0 4,-1-3-1,0 2 4,2 1-1,-1 0 0,3 0-1,-3 1 3,3 1-4,-3 1 0,-3 3 0,-2 1 0,1 0 0,-4 0-3,2 0 2,0-3 1,0 3 0,-2-1 2,0 1-6,-3 1 2,-1-1 1,1-2-3,-1 1 4,-1-2 0,1-2 2,0 1-1,-2-2-1,2 2 0,-1 0 0,-1 0-5,1-1 4,-1 3 0,-1-1-1,0-1 1,0-1 1,0-4 0,0 5-5,0 1 4,0 4-7,0-1 6,0 0-3,0-1-8,0 1 5,0 1 6,-3 2-12,0 1 12,0-1-11,-3 2 0,3-2 6,-4 0 7,1 0 0,0-3 0,-2 0 0,-2-1 0,0-1 0,-2 1 0,-3-2-1,0 2-1,-4 0 2,-2 0 0,0-4-2,-5 1 2,-2-3 1,-5-5-1,-7-1 0,-6-4 3,-8 2-3,-9-2-32,-14-4-54,-22-12-63,-29-19-112</inkml:trace>
  <inkml:trace contextRef="#ctx0" brushRef="#br2" timeOffset="409139">14777 5975 527,'0'0'7,"0"0"-7,0 0 1,0 0 8,0 0 30,0 0 3,3 14 7,-3-14-20,3 0 5,-3 0-18,0 0-9,1 0-5,1 0 8,-1 0 3,2 0 8,3 0-9,5 4 3,8 2-4,10 1 17,2 0-19,5-1 4,-3-2-10,-1-1 3,0-3 0,1 0-6,-5 0 6,-4-4-3,-9-1-6,-5 3 1,-7 0 0,-3 2-4,0 0-16,0 0 10,0 0 0,0 0-5,0 0 13,0 0-7,0 0 5,0 0-7,0 0 10,0 0-2,0 0-1,0 0-23,0 0-6,0 0-37,0 0-42,0 0 40,0 2 34,-6 3-8,-1 1-4,-1 0-27,2-4-102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6:41.29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159 33 387,'0'0'71,"0"0"-10,0 0 23,0 0-16,0 0-16,0 0-25,0 0 9,16-30 15,-3 28-37,8 2-10,7 0 5,8 0-4,8 0-4,3 10 1,0 0 0,-3 1-2,-3-1-8,-5 0-18,-8-4-34,-7 1-9,-8 2-49,-8-3-71,-4-2-68</inkml:trace>
  <inkml:trace contextRef="#ctx0" brushRef="#br0" timeOffset="315">0 257 187,'0'0'6,"0"0"50,0 0 60,0 0 11,0 0-63,120 53-26,-65-41-17,-1 1-11,1 0-7,-8-3 1,-9-2-2,-11-3-1,-12-3-1,-7-2 0,-6 0 0,-2 0 3,0 0-2,0 0-1,0 0-1,0 0-1,0 0 1,0 0-5,0 0-16,0 0-76,0-1-71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40:12.974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413 47 180,'0'0'45,"0"0"10,0 0-3,0 0 0,0 0-27,0 0 0,0-13 27,0 12 16,-3-1-19,3-1-4,-1-1-23,-1 3 7,2-2-18,-1 3-5,-1-2-5,1-1 5,-4 2-4,0-2-2,1 0 1,-1 1 4,0 0-2,0 1 1,-2 0 2,-2 1-5,-5 0-1,1 0 0,-3 0 1,-1 0-1,-1 0 1,0 0-1,-1 0 0,-2 0 6,4 0-12,0 9 4,-2 4 1,-1 8-3,-4 5 4,-3 6 1,3 2 5,2 1-3,3 2 3,8-1-6,5-3 2,6 1-3,0-3 1,0-9 0,6-5 0,3-8 0,4-6 1,2-3 13,6 0-1,3-3-3,0-13-7,1-1 2,-1 1-5,-2 2 0,-5 1 2,-4 3-2,-4 1 0,-1 2 3,-5 2-2,0-1 0,-2 2-1,-1 4 3,0 0-3,0 0 0,0 0-19,-10 12 4,-9 8 15,-1 6 4,-1 3 4,-1 2-3,2 1 5,-2 0 1,4 2-2,2 0 9,-1 1-8,4-4-4,-2-1-2,4-6 3,1-5-6,1-1-1,5-7 0,1-4-1,1-3-4,2-1-37,0-3-28,0 0 17,18 0-30,2-13-208</inkml:trace>
  <inkml:trace contextRef="#ctx0" brushRef="#br0" timeOffset="919">477 328 138,'0'0'268,"0"0"-240,0 0 34,0 0-33,0 0-20,0 0 4,82 10 30,-66 8 4,-2 7-27,1 4-6,-8 1 14,-5 1-16,-2-3-8,-3-3 2,-18-2-6,1-4 6,-2-6 0,3-3-6,4-6 0,3-2 5,4-2-2,5 0 8,3 0-5,0-8 14,0-10-4,10-8-5,13-4 3,10-6 0,6 1-8,3 1-1,0 10-4,2 8 6,-1 9-7,1 6 1,-4 1-1,-4 0 0,-8 0 0,-4 0-3,-4 0-38,-3 0-4,-5 0-9,-4 0-35,-3 0-137</inkml:trace>
  <inkml:trace contextRef="#ctx0" brushRef="#br0" timeOffset="1404">1038 438 304,'0'0'92,"0"0"-42,0 0-41,0 0 3,-104 13 19,78 3 6,2 1 8,7 2-9,6-1-9,8 0-12,3-1-10,0 0-5,21-3 19,4-1 1,7-5-15,3-5 3,-1-3 1,-1 0 16,0-15 20,-4-6-28,-8-4-8,-4 1 2,-6 2 0,-8-1-11,-3 3-4,0 5 3,-1 2-8,-12 4-33,-3 5-28,1 1-33,0 3-44,11 0-128</inkml:trace>
  <inkml:trace contextRef="#ctx0" brushRef="#br0" timeOffset="1793">1499 339 319,'0'0'49,"0"0"4,0 0-22,0 0-25,0 0-1,0 0-5,-70-23 0,55 33 0,4 2 0,3 3 16,0 0-8,4 4 1,2 4 17,1 2-10,1 3 6,0 3 5,0-4-12,3-2 12,0-5-7,-2-6-6,-1-4-6,0-4-7,0-2 6,-6-1-5,-8-3 13,-3 0 6,-5 0-1,0 0-7,-1-8 6,2-2 5,4 0-15,1 0-9,5 1 1,4-2-2,7-1-21,0 3-48,15 2-93,15 0-153</inkml:trace>
  <inkml:trace contextRef="#ctx0" brushRef="#br0" timeOffset="2206">1795 384 372,'0'0'19,"0"0"42,0 0 19,0 0-37,0 0-19,0 0-23,-51-56 2,25 56-3,-1 0 8,4 4-8,1 7 11,8 3-9,5 6 8,3 5-8,6 8-1,0 2 11,7 1 4,8-4-8,2-3-3,-2-1 1,-4-6 11,-5-4-17,-3-2 5,-3-5-5,0-1 4,-1-3-4,-11 0 2,-6-3-2,-1-1 15,-4-1 13,1-2-3,0 0-18,4 0 8,0-3-11,4-3-2,1-1-2,1-1-14,-1-2-65,-1-2-57,3 1-329</inkml:trace>
  <inkml:trace contextRef="#ctx0" brushRef="#br0" timeOffset="3114">2458 178 229,'0'0'71,"0"0"24,0 0 80,0 0-145,0 0 2,0 0 30,14-32-2,-14 30-18,0 2-13,0 0-29,0 0-12,-6 0-4,-18 5 10,-7 9 1,-7 5 10,-1 4-4,5 1 8,1 3 1,6 1-3,7 3 1,5 1-7,4 2 2,8 3 0,3-5 1,0-5 2,15-4-2,9-8-1,9 1 9,9-8-11,8-5 2,4-3 2,6-4 1,0-17-5,-2-10 1,-3-9-1,-3-4 0,-7-1-1,-5 3-7,-7 6-3,-6 7-2,-11 8 5,-5 5 1,-4 6-5,-4 5 10,-3 2 0,0 1-7,0 2 7,0 0-5,0 0 0,-10 9-7,-10 8 12,-2 6 0,0 3-1,1 4 2,1 5 0,1 0 0,1 4 3,-2-3 0,4-2 2,0-3 3,2-4-6,2-5 0,5-4-2,2-7 1,2-4 0,3-3-1,0-4 0,0 0 0,8 0 5,17 0 9,8-7-9,4-7 7,1 0-12,-5-2 0,-2 2 2,-4 4-2,-1 2 0,-3 4 1,-5 1-1,-5 0-6,-4 3 6,-7 0-4,-2 0-4,0 11-9,0 7 5,-8 5 10,-8 1 2,4 0-1,-1-2 0,4 0 2,2-5-2,4-1-1,2-1-27,1-1-45,0-2-37,11-6-188</inkml:trace>
  <inkml:trace contextRef="#ctx0" brushRef="#br0" timeOffset="4036">3286 484 237,'0'0'45,"0"0"56,0 0-74,-91-14 19,71 18-35,4 11 9,0 2 4,6 2 20,0 2-20,5-1-11,5-3-6,0 0 4,0-4 6,10-4-6,4-2 0,3-5-2,5-2-8,3 0 9,3-10-4,-3-5-3,1-5-3,-4 1 0,-7 2 2,-6 3-1,-4 6 21,-5 1-8,0 4 3,0 3-9,0 0-8,-3 0-2,-12 8 2,-6 9 5,1 5 0,1 0 12,3 2 3,2-3-3,4 1-17,2-4 4,4-2-4,2-4-16,2 1-31,0-5-43,6-4-60,14-4-225</inkml:trace>
  <inkml:trace contextRef="#ctx0" brushRef="#br0" timeOffset="4508">3428 471 18,'0'0'348,"0"0"-330,0 0 19,0 0 2,0 0 2,0 0-28,57-15-1,-47 28 1,-4 4 3,-4 4 9,-2-2-10,0 4-4,-11 0 4,-4-2-6,5-3-5,0-4-4,4-5 4,3-2 0,1-4-2,2-3-2,0 0 2,0 0 17,6-3 19,12-12-25,7-3-8,5-1-5,1 0 2,-1 1-9,-6 4 7,-1 2 0,-7 6 0,-7 1 2,-3 3-2,-3 2 24,-2 0-24,1 0-2,-1 5-5,-1 15 3,0 5-1,0 2 0,-9 0 5,-1 0-3,0-3 3,1-2-16,2-4-41,3-5-70,1-6-120</inkml:trace>
  <inkml:trace contextRef="#ctx0" brushRef="#br0" timeOffset="5011">3785 540 168,'0'0'221,"0"0"-177,0 0 14,0 0-1,0 0-17,0 0-35,53-40 4,-42 40-7,-1 0 10,1 1 6,-7 9-8,-2 4-10,-2 1 0,0 5 5,0-1-5,-8-2 1,2-3-1,0-3 0,3-4 0,2-3 0,1-2 1,0-1 4,0-1-2,3 0 5,15 0 6,5-1-7,4-8-5,0-2 1,-1 0-1,-4 0-2,-3 2 1,-4 1-2,-4 3 5,-4 2-8,-2 2 9,-5 1-10,0 0 5,0 0-5,0 4-8,0 13 6,0 3 7,0 2 0,0 0 1,0-2-2,4-2 1,5-4-4,4-2 2,1 3 0,4-5 2,1-2 2,5-2-2,3-6 0,-5 0-2,2 0 2,-3-13-3,-3-3 1,-4 2 2,-7-1-13,-1 0 13,-3 2 0,-2 0 9,-1 0-9,0 5 7,0-1-7,0 5-2,-8 1 2,-8 3 0,-3 0 0,1 0-3,0 6 3,6 6-6,5 3 5,3 2 1,4 0 1,0-1 6,4 0 1,12-2 5,7-3-1,5-2-8,5-5 3,4-4 1,5 0-5,1 0-3,-2-13 3,-3-8-2,-1-7-2,-8-4-12,-2-4 5,-8 3 5,-5 1 3,-3 5 4,-5 8 5,1 4-8,-3 3 7,-1 8 9,0 2 12,-2 2-1,1 0-25,-2 0-3,0 9-9,-7 9 0,-12 7 9,-3 9 10,-5 6-4,1 5 21,1 3-3,2 3-5,-3 1-4,0 2-15,-7-2 6,-8-1-6,-6-3-12,-7 1-46,-1-4-40,-1-3-60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8:26.347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0 570,'0'0'0,"0"0"-23,0 0-58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8:19.124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  <inkml:brush xml:id="br1">
      <inkml:brushProperty name="width" value="0.03528" units="cm"/>
      <inkml:brushProperty name="height" value="0.03528" units="cm"/>
      <inkml:brushProperty name="color" value="#EA700D"/>
      <inkml:brushProperty name="fitToCurve" value="1"/>
      <inkml:brushProperty name="ignorePressure" value="1"/>
    </inkml:brush>
  </inkml:definitions>
  <inkml:trace contextRef="#ctx0" brushRef="#br0">74 496 384,'0'0'68,"0"0"-1,0 0 8,0 0-26,0 0-29,0 0-1,0 0 2,0-17-6,0 17-6,-1 0-3,-1 0-1,-5 10-3,-2 13 6,-2 5 8,-2 5 29,3-1-16,-1-3-17,7 0-9,-1-5 1,5-4 0,0-6-4,0-6 0,0-5-9,0-3 8,0 0 1,-1 0 8,1-16-7,0-9-1,0-7-22,0-4-3,1 3 14,8 4 3,-3 7 7,2 5 1,-2 6 0,-3 4 1,0 4 9,-2 1 2,-1 2-7,4 0-5,1 0-9,2 2-1,7 12 10,5 5 2,2 5 3,0 6 16,0 0-13,6 1 6,-5 0-6,6-3 1,-3-3-7,0-2-1,-1-4-1,-2-4 0,-1-5-10,-2-5-25,-1-3-11,0-2-13,1-4-15,-2-13-78,-2-4-74</inkml:trace>
  <inkml:trace contextRef="#ctx0" brushRef="#br0" timeOffset="570">456 432 430,'0'0'95,"0"0"-19,0 0-5,0 0-28,0 0-33,0 0-10,-3-10-7,0 20 5,-1 11 2,-1 5 22,0 7 3,-3 5-5,5 2-7,-2 0-4,4 1-9,1-1-8,0-5-26,0-2-35,12-8-58,4-8-43</inkml:trace>
  <inkml:trace contextRef="#ctx0" brushRef="#br0" timeOffset="861">685 634 554,'0'0'15,"0"0"-12,0 0 4,0 0 2,0 0-9,0 0 7,-48 70 2,48-52 4,1-1 8,10-3-15,2-2-1,4-5-3,0-1 6,2-6 6,-2 0-1,1-2 5,-1-14-10,-4-2-2,-4-5 2,-6 0-5,-3 0 1,0 1 1,-2 4 9,-8 4-6,-3 3 4,-1 6-11,-4 3-2,-1 2-11,1 0-49,2 6-49,8 5-142</inkml:trace>
  <inkml:trace contextRef="#ctx0" brushRef="#br0" timeOffset="1208">991 680 740,'0'0'134,"0"0"-130,0 0 57,0 0-19,0 0-42,0 0-46,7-6-38,-3 13-83,4 2-25</inkml:trace>
  <inkml:trace contextRef="#ctx0" brushRef="#br0" timeOffset="1470">1690 636 536,'0'0'114,"0"0"-97,0 0 4,0 0-14,0 0-2,0 0-3,-92-71-2,71 71 1,0 0 7,-5 5-5,0 8 20,3 2 8,7 5-2,3 1 13,8 4-30,5 1-12,0-1 0,19-2 0,8-5 0,9-5 0,-3-6 0,-3-7-15,1 0-8,-4-14 8,-2-12 12,-7-6 3,-6-5 1,-8-1-1,-4-3-1,0 0-3,-13 2 4,-5 5 2,-1 6 0,5 7 9,1 5 7,7 7-3,4 5 11,2 3-20,0 1-6,2 0-17,17 0-3,5 0 3,3 8 4,-3 8 5,-5 4 1,-5 3 1,-5 6 3,-2 2 3,-7 7 5,0 3 3,-12 2 7,-9 6 6,-4-2-7,3 3 9,5-1-11,4-1 6,7 0-17,6-3 9,0-1-7,1-6-3,13-3 1,7-3 4,-1-6-4,3-3 1,2-9-2,1-8-11,2-6-5,0-6-15,1-17-5,-7-7 13,-10-3-4,-6 0 21,-6-1 6,-6-1 0,-16 0 20,-10 3 11,-5 0-1,1 7 16,2 6-16,8 6 3,12 6-6,8 4-9,6 3-17,0 0-1,0 0-19,13 0-3,17 10 19,9 1-6,11-1-6,4 0-44,0-3-69,-4-4-59,-5-3-257</inkml:trace>
  <inkml:trace contextRef="#ctx0" brushRef="#br0" timeOffset="4306">2545 715 305,'0'0'0,"0"0"0,0 0 23,0 0 8,0 0 2,-88-24 14,70 24 3,-1 5-20,-2 10-5,3 4 0,0 3-12,9 2 25,2-2-33,7-1 4,0-1-2,0-3-2,13-4-2,9-7 11,5-6-14,10 0 23,4-6-13,4-14-2,-2-8 2,-6-7-9,-4-6-1,-12-1-5,-11-1 3,-5 1 2,-5 2 0,0 5-6,-6 1 6,-6 4 0,-6 4 1,9 3 12,0 3-4,-1 6 18,5 4-10,2 4 10,2 6 5,1 0-23,0 0-9,0 3-18,0 17 7,0 11 11,0 7 18,0 6 15,0 3-6,0-2-4,0 1-12,1 0-4,1-1-4,-1-3-2,1-1-2,1-7-4,3-2-38,5-5-82,5-7-11,6-10-183</inkml:trace>
  <inkml:trace contextRef="#ctx0" brushRef="#br0" timeOffset="4868">2982 696 649,'0'0'89,"0"0"-86,0 0 17,-100-22 11,76 28-26,4 14 1,1 3-3,3 2-3,9 0 3,4-4-6,3-3 3,0-5-13,12-4 5,10-7-13,5-2 9,0 0-1,-2-8 3,-4-8 0,-5 0 10,-5 3 0,-7 5 17,-4 3-4,0 5 21,0 0-29,0 0-5,0 3-7,0 11 7,0 3 2,-1 3-2,1 0 2,0 0-2,6-1 1,15-4-2,4-2 2,2-6-2,3-7-8,1 0-3,0-5 6,-2-17 5,-7-5-1,-1-9 2,-8-5 5,-7-3-4,-3-3-1,-3 0 7,0 2-4,-3 1 13,-4 2 23,0 3-6,2 6-15,5 5 4,0 8-10,0 5-12,0 8 6,0 4 6,0 3-9,0 0-3,0 0-15,0 5 4,-3 12 4,-2 8 7,-1 9 7,-1 6-1,1 5 7,0 3-7,0-1 13,2 0-19,-1-5 1,1-2 1,4-7-2,0-4-3,0-6-55,21-3-71,4-8-24,5-6-134</inkml:trace>
  <inkml:trace contextRef="#ctx0" brushRef="#br0" timeOffset="5542">3487 623 643,'0'0'32,"0"0"-3,0 0 25,0 0-19,0 0-35,0 0-5,-90-35 5,69 52 3,0 0 2,3 1-5,5-1 1,5 0-2,7-1 0,1-1-1,0-1-4,12-3 5,6-2 1,-2-3 1,2-6 1,3 0 0,0 0 4,4-12-6,2-3 0,-5 0-6,-5 1-2,-7 4 8,-5 2 0,-4 4 28,-1 1 34,0 0 7,0 2-34,0 1-20,0 0-15,-3 0 0,-4 0-5,-1 10 3,-2 6-1,-2 1-1,6 2 1,6-1 2,0 2-4,0-1-2,15-2 6,4-2-2,7-4-1,-1-2 1,6-5-8,-1-4-14,0 0-66,-5-3-16,-7-11-18,-7-6-77,-11-2-20</inkml:trace>
  <inkml:trace contextRef="#ctx0" brushRef="#br0" timeOffset="6098">2927 487 350,'0'0'362,"0"0"-351,0 0 52,0 0-46,107-22-17,-43 21 5,-1 1 27,-11 0-7,-11 0-1,-9 0-15,-6 0-8,-5 0 0,0 0-1,-5 0-1,-4 3-24,-1 1-63,-1 2-36,-4-4-62,-5-2-109</inkml:trace>
  <inkml:trace contextRef="#ctx0" brushRef="#br0" timeOffset="6480">4019 324 474,'0'0'68,"0"0"6,0 0-35,0 0-39,0 0-2,0 0 2,6 82 37,-6-38 13,0 1 16,0 0-20,0-5-24,0-4-3,0-3-4,0-6-12,1-6 1,1-7-3,-2-6 0,0-5 1,0-3-1,0 0 9,8-6 9,2-16-6,3-8-13,1-4-5,2 1 0,-4 1 6,3 8-1,-4 4 3,0 5-3,0 7-4,-2 4 3,1 4-8,8 0 3,6 0 0,3 14 4,1 6 1,-5 5 0,-4 3-3,-7 2 4,-5 2 0,-7-2-3,0-2 3,-8-4 3,-14-6 0,-3-3 0,-3-7 0,3-4-2,-1-4 4,2 0-5,3-5-8,2-11-38,4-3-17,7-2-33,8 1-122</inkml:trace>
  <inkml:trace contextRef="#ctx0" brushRef="#br0" timeOffset="7012">4481 608 748,'0'0'99,"0"0"-92,0 0 32,0 0-15,0 0 17,-1 89-25,-4-63-4,-2-1-7,4-7-5,2-4-4,-1-5-36,1-5-69,1-4-63,0 0-155</inkml:trace>
  <inkml:trace contextRef="#ctx0" brushRef="#br0" timeOffset="7394">4756 217 602,'0'0'32,"0"0"58,0 0-30,0 0-60,0 0 3,12 72-3,-12-29 42,-9 3-2,-3 4 1,3 0-4,0 0-32,3-1 22,2-4-17,2-3-5,2-8-4,0-7 0,6-7 5,8-7-2,6-5 3,10-8-6,5 0 12,5-4-7,2-18-6,4-3-8,-6-3-2,-4-5-7,-6 2 13,-11 2 4,-7 0-3,-10 3-2,-2 2 4,0 3 2,-12 6 4,3 8 5,-4 4-10,-3 3-6,-1 0 5,2 9 0,1 7-9,7 2 0,5 3 8,2 1-2,0 3-3,18 0 5,6 0 4,5-2-2,0 0 2,-2-2 3,-5-3-2,-2-1-3,-10-1 0,-2-2 1,-4-3-1,-2-4 4,-2-1-2,0-3-4,0-1 4,-14 1 0,-11-1 2,-6-2-4,-4 0-10,1 0-79,3-9-106,-1-8-87</inkml:trace>
  <inkml:trace contextRef="#ctx0" brushRef="#br0" timeOffset="8017">4599 224 838,'0'0'64,"0"0"50,0 0-93,0 0-21,139 7 0,-75 12 1,-7 2 3,-15-3-4,-9-3 0,-11-3 3,-7-5-3,-8-3-10,-5-4-8,-2 2 5,0-2-10,0 0-6,0 0-30,-6 1-45,-15 1-22,-7-2-118</inkml:trace>
  <inkml:trace contextRef="#ctx0" brushRef="#br0" timeOffset="8730">5511 380 200,'0'0'496,"0"0"-480,0 0-5,0 0 15,88 60 36,-48-21-2,3 4-12,-5-2-15,-1-3-18,-4-5-12,-5-6-2,-5-7-1,-7-5-13,-1-6-42,-4-3-72,0-6 11,-2 0-61</inkml:trace>
  <inkml:trace contextRef="#ctx0" brushRef="#br0" timeOffset="8954">5851 408 545,'0'0'150,"0"0"-90,0 0 71,0 0-100,0 0-31,0 0-12,-46 40 12,20-3 23,0 1 9,-1 2 13,2-2-30,3-5-4,0-3-7,4-1-2,3-6-2,4 0-33,8-3-52,3-4-128,13-9-37</inkml:trace>
  <inkml:trace contextRef="#ctx0" brushRef="#br0" timeOffset="9217">6132 553 556,'0'0'4,"64"-74"-8,-36 39 6,-7 4-2,-7 4 9,-6 0 34,-5 4 14,-3-1 2,0 5-27,0 5-17,-3 6-2,-3 2-6,-4 6-5,-7 0-2,-5 13 0,-5 12 26,1 8 7,6 4-14,4 10 15,7 5-11,4 6 0,1 5 4,4-2-1,0 1 2,-5 0-6,-2-2 3,-4 0-19,-6-1-3,-2-6 5,-1-6-6,2-9-2,3-11-16,2-9-13,2-8-6,6-8-33,1-2-45,-6-5 21,-2-15-13,0-7-288</inkml:trace>
  <inkml:trace contextRef="#ctx0" brushRef="#br0" timeOffset="9591">5896 846 506,'0'0'30,"0"0"50,97-20-34,-49 16-13,4 1-2,1-2-4,1-4-9,-3-3 5,-2-5-15,-5-1-4,-9-5-4,-6 0 8,-7 2-8,-10 1-3,-6 3 3,-6 4 11,0 4 5,-2 3-11,-11 2 2,-4 4-5,-2 0-4,-3 6 0,2 12-7,4 6 7,5 4 1,7 4 1,4 0 2,0-3-1,9-4 3,8-5 3,2-7-2,3-7-3,5-6 2,4 0-4,4-16-5,-1-7-9,-1-2 2,-5 3-9,-6 3 16,-8 8 5,-3 2 1,-8 7 6,-1 2 19,-2 0 0,0 0-25,0 0-1,0 7-14,2 6 11,2 4 3,4 1 2,2-1-2,5-1 2,2-3-2,2-1 1,2-5-2,3-6-3,4-1-7,2 0-8,0-17 13,-2-6 5,-4-2-4,-5 1 1,-8 3-9,-10 3 10,-1 6 3,0 4 17,-6 4 0,-7 4-17,-1 0 0,-3 1-1,3 15-1,5 5-9,6 3 11,3 0 3,6 1 0,15-4-1,8-2 0,2-6 2,3-3-4,5-5-2,-2-5-21,1 0 6,-4 0-4,-7-4 9,-7-4 1,-10-1 10,-7 2 0,-3 3 1,0 1-2,0 0-4,0 3 6,0 0-1,0 0 1,0 10-12,0 4 5,0 3 7,6-2 0,11 1 4,4-5 0,3-4 9,8-4-8,3-3-5,2 0-1,-1-13 1,-3-11 1,-3-8-1,1-14 12,-2-8-6,-4-12-6,-11-5-1,-11 1-20,-3 10 21,0 12 55,-3 14 52,0 11-41,3 13-26,-2 6-28,0 4-12,-2 10-11,-2 22-21,-3 12 31,0 13-4,-1 9 5,-5 3 1,1 2 3,-2-5-4,-1-3 8,4-7 11,1-4-4,3-5-12,2-9 6,2-8-9,4-5-3,1-10-3,0-3-21,0-5-102,0-4-20,0-3-103</inkml:trace>
  <inkml:trace contextRef="#ctx0" brushRef="#br0" timeOffset="177624">4674 336 293,'0'0'76,"0"0"-41,30-83-2,-26 70-28,-1 4-5,-3 6-2,0 3-6,0-1 3,0 1 4,0 0-17,0 0-7,-7 1-22,-2 9 11,-4 0-16,-3-1-39,-4-2 6,-7-6 13</inkml:trace>
  <inkml:trace contextRef="#ctx0" brushRef="#br1" timeOffset="188213">2997 94 491,'0'0'33,"0"0"-29,0 0 3,0 0 13,0 0 24,0 0-34,0 0 2,0 0 11,0 0-7,0 0-10,0 0-6,0 0 0,0 0 5,0 0 1,0 0-5,0 0 9,6-4-10,3-4 0,2-2 4,-1 1-2,-1 4-2,-5-2 1,1 1 1,-1 2 1,2-4 1,0 3-4,3-2-3,2 0-2,0 3 2,-3 1 2,-3 1-10,-4 2 5,-1 0-11,0 0 2,0 0 14,0 0 0,0 0-1,0 0-12,0 0-11,0 0-16,0 0-40,0 0-10,5-1 9,3-3-62</inkml:trace>
  <inkml:trace contextRef="#ctx0" brushRef="#br1" timeOffset="189575">4198 856 470,'0'0'48,"0"0"-18,0 0 37,0 0-32,0 0-35,0 0-6,0 0 4,4-7 2,7 4 1,7 1 6,4-6 7,7 1-5,4-4 6,2-3-2,1 3-6,-5 0 2,-7 1-1,-1 3-3,-6 1 4,-1 2-7,-3-1 1,-3 4-3,-1 0 0,0-1 0,-3 1 1,-3 1-1,-1 0-1,-2 0 1,0 0 5,0 0-5,0 0 1,0 0 3,0 0-4,0 0-1,0 0-2,0 0 2,0 0-1,0 0-6,0 0 2,0 0-1,0 0 3,0 0-12,0 0-25,0 0-58,0 0-13,0 0-41,0 0-86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8:31.514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  <inkml:brush xml:id="br1">
      <inkml:brushProperty name="width" value="0.03528" units="cm"/>
      <inkml:brushProperty name="height" value="0.03528" units="cm"/>
      <inkml:brushProperty name="color" value="#EA700D"/>
      <inkml:brushProperty name="fitToCurve" value="1"/>
      <inkml:brushProperty name="ignorePressure" value="1"/>
    </inkml:brush>
  </inkml:definitions>
  <inkml:trace contextRef="#ctx0" brushRef="#br0">145 34 287,'0'0'17,"0"0"30,0 0 32,0 0-54,0 0 89,0 0-52,23-34-12,-23 34-4,0 0-10,0 0-19,0 4-17,-2 19 0,-10 12 6,-6 7 13,-1 6 5,-1 2 10,3-3 1,3-1-18,4-1-7,1-1 0,4-2-3,-1-2-2,2-5-2,-2-5-2,-1-3-1,1-6 0,0-5-16,1 0-59,3-8-63,2-8-98</inkml:trace>
  <inkml:trace contextRef="#ctx0" brushRef="#br0" timeOffset="362">41 251 493,'0'0'63,"0"0"15,0 0-1,0 0-57,52-73-9,-31 64 3,1 5-7,8 1-2,2 3-2,2 0 5,3 0 6,-4 0 15,-2 6 10,-3 5-19,-8 2-4,-2 4-15,-9 3-1,-8 3-6,-1 6 0,0-1 6,-15 1 4,-6-3-2,-4-3 3,-2-4 1,-1-5-2,-2-2 2,-1-5 6,-2-4-6,2-3-4,5 0 5,8 0-6,8-12 7,4-2 3,6 3-11,0 1 0,0 5 8,0 3-6,0 1 3,7 1 0,5 0-5,3 0 0,6 4 2,4 9-1,5-1 1,3 2-1,3-1 2,0-4-2,0-2-1,-1-6 0,-2-1-7,-2 0 3,-2-7 4,-4-9 1,1-6 2,1-5-2,-2-3-1,-3 1-5,-7 6-7,-6 5 9,-6 7-1,-3 1-6,0 2-10,0 3 17,-13 3 0,-2 2 0,-6 0 1,0 15-2,1 6-3,4 6 0,6-1 7,4 3 0,6-5 4,0-3-4,0-6-3,9-3 3,13-5 3,8-6 2,6-1-4,3 0-1,1-18-1,-2-5-23,-2-5-24,-4 0 6,-7 2 24,-10 7 15,-4 6 3,-6 6 14,-3 4 14,-1 3 5,-1 0-24,0 0-9,0 3-12,0 14-7,0 7 18,0 3 2,0 0-1,0-1 1,0-1 13,3 1-6,3-3-6,2-2-2,7-2-6,3-4-137,7-8-260</inkml:trace>
  <inkml:trace contextRef="#ctx0" brushRef="#br0" timeOffset="1320">1431 226 538,'0'0'64,"0"0"16,-64-77-24,39 58-17,1 6-33,3 8 3,3 3 5,6 2 8,2 0-20,2 14-2,4 6 6,4 5 5,0 5 23,1 4-17,19 4-9,5 4-1,5 2-1,3-3-4,-2-5-2,-4-4 0,-8-8 1,-8-8-1,-7-6 0,-4-1 0,0-2-2,-12-1 2,-12-1 6,-6 0 18,-2-4-16,-4-1-4,3 0-3,0 0 4,2-4-5,4-8-21,8-2-45,10-1-44,9-3-66</inkml:trace>
  <inkml:trace contextRef="#ctx0" brushRef="#br0" timeOffset="1746">1760 122 552,'0'0'90,"0"0"-17,0 0-39,0 0-30,0 0-4,0 0 14,1 73 44,-1-34 36,0 2-24,-3 0-25,-2-4-20,1-3-9,-2-4-13,-1-1-3,1-3-3,0-6-27,3-1-30,3-5 1,0-6-89,0-3 13,15-5-86</inkml:trace>
  <inkml:trace contextRef="#ctx0" brushRef="#br0" timeOffset="2010">2003 351 536,'0'0'124,"0"0"-62,0 0 56,0 0-77,-82-49-41,58 51-1,1 17-2,-1 5 3,7 2 0,8 2 2,6-3 1,3-1 11,1-1-11,20-5 9,6-3 7,6-5-7,2-4-11,1-6 8,0 0-3,-4-10 7,-7-8-3,-6-4 4,-8-4-1,-8-1-13,-3 2-1,-3 1-2,-17 4 2,5 6-5,1 7-40,6 4-104,8 3-106</inkml:trace>
  <inkml:trace contextRef="#ctx0" brushRef="#br0" timeOffset="2392">2294 109 419,'0'0'73,"0"0"39,0 0-54,0 0-58,0 0-4,0 0 4,1 64 20,-10-24 40,2 4 19,-1 1-36,2 0-6,3-1-15,2-2 0,-1-3-13,2-6-7,0-2 3,0-5-5,0-5-38,0-5-85,0-8-15,0-8-178</inkml:trace>
  <inkml:trace contextRef="#ctx0" brushRef="#br0" timeOffset="2670">2049 298 702,'0'0'60,"0"0"6,90 4-46,-32 11-20,-3 1-2,-15-2-13,-11-3 6,-13-3-3,-9-6-25,-4 1-11,-3-1 19,0-2-22,3 1-72,-1-1-176</inkml:trace>
  <inkml:trace contextRef="#ctx0" brushRef="#br1" timeOffset="182052">754 751 9,'0'0'245,"0"0"-245,0 0-5,0 0 5,0 0 0,0 0 0,0 0 3,-37 42-3,29-35 0,1 3 2,-5 2 0,1 0-2,2 2-1,4-2-69,2-6-106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40:19.740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182 246 372,'0'0'26,"0"0"-1,0 0-6,0 0-9,-91 0-4,67 15 9,0 7 3,5 1 9,4 3-17,7-4-10,7-3-2,1-5 2,0-3 0,0-4 5,10-4 13,11-2 20,3-1-22,7-1-5,4-18 10,1-6 4,2-7-5,1-6-6,-2-5-14,-7 1 5,-6 4-4,-6 4 14,-7 5 9,-1 3 10,-6 3 10,1 4-27,-2 2 10,-2 6 0,1 4-7,-1 2-2,-1 5 4,0 0-19,0 0-3,0 5-20,0 14 8,-6 9 12,-8 9 1,-4 4 16,-3 1-1,-1 1-6,2-2-10,-1-5 4,4-2-2,-2-1 0,2-4-2,0-2-1,4-3-31,4-4-24,4-2-35,5-4-49,3-3-102</inkml:trace>
  <inkml:trace contextRef="#ctx0" brushRef="#br0" timeOffset="547">576 364 443,'0'0'88,"0"0"25,0 0-68,0 0-30,0 0-12,-95-41-3,60 41 0,5 10 0,9 4-1,5 2 1,8-1-4,7-1-5,1 2 6,3-2 3,22-3 4,5-1-4,4-7-1,-1-3-15,-8 0 12,-6 0 3,-9-3 2,-7-1 18,-3 4-2,0 0 18,0 0-35,0 0-2,-9 7-10,-3 10 12,1 4 3,6-1-3,5-2-6,0-2 5,0-5-2,18-2-4,5-7 7,7-2-4,5 0-1,2-12-10,0-11 13,5-7 1,0-7 1,1-8 1,2 1-1,-8 2 0,-9 7 0,-8 6 12,-13 7 22,-4 4-5,-3 5 11,0 5-20,0 2 6,0 4-11,0 2 11,0 0-10,0 0-16,0 0-10,-4 11-17,-11 11 25,-5 8 2,-3 4 2,-1 4 0,-3 0 3,3 0-1,-3 0-3,2-3-1,2-2 0,7-6-24,1-6-52,9-3-6,6-2-27,0-3-139</inkml:trace>
  <inkml:trace contextRef="#ctx0" brushRef="#br0" timeOffset="1214">1108 464 474,'0'0'92,"0"0"20,0 0-42,0 0-33,0 0-30,0 0-7,0 0-1,-77-35-3,44 49 3,2 5 2,4-1 1,9 1 0,3 1-2,11 0-8,4-3 8,0-3 0,4-4 8,14-3-8,6-7 1,3 0-1,4-1 0,3-15 2,-1-1-4,-5 1 2,-6 1 0,-8 5 2,-9 5 0,-4 2 39,-1 3 35,0 0-59,0 0-17,-4 5-27,-11 10 25,-2 5-2,-2 0 8,5 2-2,0-2-2,5 0 0,4-2-3,2-3-11,3-2-26,0-3-25,0-2-29,3-6-12,9-2-58</inkml:trace>
  <inkml:trace contextRef="#ctx0" brushRef="#br0" timeOffset="1702">815 330 157,'0'0'420,"0"0"-331,0 0-47,0 0-34,0 0-5,104-3 4,-64 5 15,1 4 6,-5-1-21,-7-3-6,-5-1 1,-6-1-2,-6 0 0,-3 0-21,0 0-69,-3 0-57,0 0-81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40:21.861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90 320,'0'0'20,"0"0"47,0 0-22,0 0 2,0 0-11,0 0 56,56-71-11,-45 63-11,0 1-39,2 4 4,4 3-17,5 0-16,6 10-2,0 11 0,-4 9-1,-7 3 0,-10 4-8,-7 3 2,0-1-1,-9-1 3,-11-2 0,-3-8 1,-2-7-4,-4-8-3,2-9 10,4-4 1,3 0 4,7-13 0,7-3-3,6-6 11,0-3-3,19-2-9,12-1-5,8 1 5,3 4 1,0 7 0,-3 3 6,-5 6-6,-1 4-1,0 3 0,-5 0-20,-3 0-54,-2 1-46,-7 4-188</inkml:trace>
  <inkml:trace contextRef="#ctx0" brushRef="#br0" timeOffset="489">664 251 410,'0'0'76,"0"0"6,-106-24-39,61 24-19,5 0-2,7 0-13,9 7 0,9 4 3,8 0-12,7 2-6,0-3 5,0 0 1,15-2 8,10-3 6,8-4-6,4-1-2,2 0-6,-2 0 0,-7-1-2,-13-2 0,-10 1 2,-7 2 7,0 0 11,0 0-18,0 10-14,0 12 14,-7 5 1,1 3 2,3 4 0,3-3-3,0-2 7,7-4-3,11-4-3,-1-4-1,3-6-4,4-8-16,-3-3 8,5-6 1,0-16 11,1-9 0,1-6 0,1-4-1,1-3 2,-1 2-1,3 3 4,1 2-2,1 6 1,0 3-3,-4 5 13,-6 8 20,-9 5-21,-5 6 13,-5 2-6,-4 1 14,-1 1 9,0 0-42,0 0 0,-1 0-26,-15 14 17,-7 7 3,-2 4 10,-2 5-8,0 5 4,3 3 0,3 6 0,5 0-1,5-3 2,1-6-3,7-8-8,3-6 4,0-7 4,0-4 2,15-2 0,6-3 9,6-3-9,1-2 0,2-1-2,1-16 8,2-10-11,0-8 5,-2-6-18,-7 0 2,-8 7 14,-10 9 2,-6 10 18,0 5 10,-1 4-18,-20 6-8,-4 0 2,-7 0-4,6 13 0,4 5-3,5 6 3,6 4 2,4 0 0,7 3 2,0-1-2,4-2 14,11-4-9,3-3 1,2-2-6,2-3 11,2-4-9,-1-2 2,2-5-2,-2-2-4,0-2-6,-5-1-35,-1 0-48,-4-1-4,-3-13-72,-6-2-207</inkml:trace>
  <inkml:trace contextRef="#ctx0" brushRef="#br0" timeOffset="1471">968 231 650,'0'0'15,"0"0"15,0 0-29,114-2 14,-69 6-5,2 5 5,-2 3 2,1 0 3,-5-1-8,-7-1-11,-7-4 1,-7-2-1,-7-1-1,-7-1-21,-6-1-77,0-1-164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41:36.628"/>
    </inkml:context>
    <inkml:brush xml:id="br0">
      <inkml:brushProperty name="width" value="0.03528" units="cm"/>
      <inkml:brushProperty name="height" value="0.03528" units="cm"/>
      <inkml:brushProperty name="color" value="#EA700D"/>
      <inkml:brushProperty name="fitToCurve" value="1"/>
      <inkml:brushProperty name="ignorePressure" value="1"/>
    </inkml:brush>
  </inkml:definitions>
  <inkml:trace contextRef="#ctx0" brushRef="#br0">423 523 216,'0'0'72,"0"0"-71,0 0-1,0 0-8,0 0 3,-82-3 5,65 9 1,4 0 2,1-3 10,3 0-11,1-2-2,0-1-1,-1 0-26,1-3-166</inkml:trace>
  <inkml:trace contextRef="#ctx0" brushRef="#br0" timeOffset="780">80 248 204,'0'0'27,"0"0"-27,0 0 0,0 0-5,0 0 4,0 0 1,-2-34 1,-2 26 30,-2 0-21,-1-2-8,-3 0 10,0-2 14,1 2 4,-1-1 15,2 1-27,0 2 15,5-3-7,3 1-6,0 1 16,0 1-6,3 1-3,10 4-14,3 0-13,2 3 9,3 0-7,1 0-3,2 0 6,4 0-5,4 0 1,3 1-1,3-1 0,-3 0 3,-2 0-3,-4 0 6,-7-3-2,-7-4 3,-7-1 20,-3-2-13,-3-1-14,-2 0-3,0 2-12,0 1 8,0 3 7,-2 1 1,-5 3 0,4 1-2,-1 0 1,0 0 0,-2 0-1,0 8-2,-2 9-3,-1 6 6,0 5 7,-2 5 3,5 3 4,2 2 7,4 3-5,0 2 2,0 0 6,0 0-10,0-1-5,0-1-1,0-6 9,0-3-14,-3-3 12,-8-5-3,-2-3 0,-2-6-7,-1-1-1,2-5-2,-2-3-4,-1-2 0,-2-4-2,-3 0 3,1 0-37,-2-16-37,6-6-26,3-5-130</inkml:trace>
  <inkml:trace contextRef="#ctx0" brushRef="#br0" timeOffset="1486">35 319 634,'0'0'4,"0"0"-4,0 0 0,79 8 5,-43 5 1,2-2 4,-5-2-6,2-5 18,-1-4-3,0 0-11,4 0 4,-1-10 1,-4-6-11,-1 1 1,-6-1 2,-1 1-4,-5 1 0,-8 0 0,-2 1 2,-7 1-3,0 3-1,-3 0-3,0 5 1,0 1-6,0 3 9,0 0-5,0 0 3,0 0-5,-5 3 4,-5 10 0,1 4 3,2 3 0,1 2 5,2 3-2,4 1-2,0-2 6,0-3-2,0-3-1,8-5 5,0-2-5,1-6 6,5-3 4,5-2 8,4 0-2,4-12-11,0-10 4,0-4-11,-4-1-2,-4 3-14,-5 7 5,-6 6 9,-2 3 3,-1 5-3,-4 0 0,-1 3-4,0 0-3,0 0-4,0 0 1,0 0-3,0 4 2,-4 10 11,-4 6 0,2 2 4,0 2 0,3 0 3,3 0-6,0-3 3,0-4-3,0-2 1,13-8 0,4-2 8,4-2 15,4-2-14,0-1-7,0 0-3,0 0 7,0-2-8,0-14 1,-1-5 8,3-6-3,-1-4 0,1 0-6,2 1-1,0 1-1,-4 1 0,-1 2 1,-8 1-5,-4 4 3,-4-2-3,-4 4-10,-2 3 14,-2 3-4,0 5 5,0 4 0,0 2 1,0 2 2,0 0-2,0 0-16,0 0-2,-15 14 10,-8 8 8,0 7 10,-1 2-5,6 2-5,3 3 1,6 1-1,6 2 1,3 1-1,0-1 7,1-3-2,13-6-3,2-4-2,3-8 3,-4-5 2,-1-6-1,4-7 0,1 0 9,8-1 9,4-16-19,5-6 0,3-8-3,-2 0-16,-2 1-8,-7 3 17,-7 4 4,-9 1-2,-2 2-2,-2 1 7,-4 1 1,1 1 4,-2 5 7,-2 5-1,1 6-1,-2 1 3,0 0-8,0 0-4,0 0-1,0 0-9,0 0 2,0 3-10,0 7 14,-8 8 3,-4 3 3,-3 6-1,-1 4 5,-2 7 8,1 3 5,0 3-5,0-2-7,5-7-7,3-2-1,5-8 2,1-5-2,0-5 0,3-1 0,0 1-19,0-4-67,15-4-39,6-7-297</inkml:trace>
  <inkml:trace contextRef="#ctx0" brushRef="#br0" timeOffset="2874">1730 377 423,'0'0'30,"0"0"-20,0 0 69,0 0-7,0 0-48,0 0 19,51 33-8,-43-9-10,-3 5-8,-2 4 0,-3 1-8,0 0-6,0-3 3,0-2-5,-6-7 2,-6-6-3,0-7-2,1-5-2,-3-2 4,2-2 14,-2 0-1,4-2-6,5-9 7,5-5 4,0-3 2,8-4-15,16 1 2,4 0-7,5 0 0,1 2 0,4 0 0,2 5 1,1 1-1,-3 4-13,-5 3-20,-8 4 0,-8 1-20,-6 2-3,-6 0-25,-4 0-143</inkml:trace>
  <inkml:trace contextRef="#ctx0" brushRef="#br0" timeOffset="3300">2148 556 462,'0'0'63,"0"0"-47,0 0 24,0 0-22,0 0-16,0 0 6,-81 0 8,48 0 5,6 8 6,6 1-10,6 0-11,5 1 0,6 2-6,2-1-2,2 2 2,0-3 3,0-3-2,15-3-1,4-4 0,8 0 0,1 0-8,-4-4 8,-9-2 5,-9 1-3,-4 2 4,-2 1 17,0 1 3,0 1-26,0 0-5,0 0-9,0 3 12,-3 10 1,-2-1-2,4-2-3,1-2 5,0-4 1,0-2-1,4-2 1,19 0 2,7 0 9,7-9-8,-1-10-3,-1-9-25,-3-7-7,-8-1-7,0-1 14,-7 5 25,-3 1-2,-1 2 4,-2 5 2,-1 5 3,0 6-2,-1 5 14,-4 2-8,-3 5 3,-2 1 8,0 0-6,1 0-9,-1 0-5,0 0-2,0 7-3,-5 13-4,-8 7 7,-3 7 5,-2 3-3,3 0 0,0-2-1,3-4 5,-2-3-1,1-1 6,1-1 1,0-3-2,3 0-6,0-3 2,2-2-6,1 0 0,3-3 2,2-3 0,1-2-2,0-2 3,0-1 1,8-5 0,9-2-4,4 0 12,2 0-6,-1-9 0,0-6-6,-4 0 6,-5 0-8,-5 4 2,-4 3-5,-4 2 2,0 4-1,0-1 4,-16 3 4,-5 0-2,0 0-2,0 3-1,5 8 0,2 3-4,2 3 2,5 1 6,5 3 2,2 2 4,0-2 9,0-3 0,6-1-15,11-2 5,-1-4 0,7-2 2,-1-2-1,0-4-1,-2-3-8,-6 0 11,-1 0-9,-6-3 9,2-8-11,-5-3-2,1-3-81,-2 0-6,-3-3-15,0 3-135,0-1-152</inkml:trace>
  <inkml:trace contextRef="#ctx0" brushRef="#br0" timeOffset="4387">2279 450 629,'0'0'59,"0"0"-53,0 0 17,0 0-8,0 0-8,79 1-6,-46 8 11,0 4-6,-4-2-1,-3-3-4,-4-2 0,-8-2 7,-7-1-8,-3-3 7,-4 1-6,0-1-1,0 0-9,0 0 1,0 0-29,0 0-20,-4 0 1,-6 0-76,-3 0-64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41:18.717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 76,'36'140'36,"-8"-8"-30,-8-10-6,-10-13-45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7:55.40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  <inkml:brush xml:id="br1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245 0 398,'0'0'36,"0"0"-25,0 0 11,0 0 17,-106 41-10,75-11 47,1 7-22,2 1-4,4 3-16,9 4-12,7 2-8,8 1 1,0 0-3,8-3-3,19-6-6,1-6 1,11-9-1,4-7 1,8-10 5,6-7-1,4 0-1,0-18-6,-6-15-1,-2-10-7,-12-9 6,-7 0 1,-11 1 0,-11 5 0,-8 2 1,-4 2 12,0 2 3,0 2-14,0 7 19,0 7-11,0 9 0,0 9 14,0 6-12,0 0-12,0 13-14,0 16 3,0 14 7,0 5 7,-3 1-3,-3 0 4,2-1-3,-2-1 2,0-6 0,3-6-1,0-6-2,3-8 0,0-9 0,0-5 1,0-6-2,0-1 2,0 0 11,0-16 4,6-8-16,9-4-8,0-1 8,1 7-1,-1 5-1,-2 6-13,-5 5 9,1 4 2,1 2-7,-1 3 0,0 14 4,3 3 6,0 4-2,2 1 3,2 0 4,1-2-4,2-3 1,3-4-3,5-5 0,1-2 2,2-8 0,6-1-3,-2-3-1,1-17-1,-4-9 1,0-8 2,-7-6 2,-9-1-7,-7 0 3,-8 4 4,0 6 1,-9 6 4,-8 6-3,-4 7 7,-4 8-6,-3 7 5,-4 0-4,1 16-4,1 9-5,9 8 3,8 1 2,7-1-4,6 1 1,0-4-4,10-3-3,13-8-9,2-6 5,2-7 2,1-6-16,-4 0 5,0-17 21,-5-9 2,-4 1 0,-3 0 2,-9 5 5,2 7 17,-5 8 13,0 2-9,0 3-12,0 0-16,0 0-17,0 10-2,0 8 15,1 5 4,5 1-4,3-2 4,3-1 0,0-4 0,3-2 0,-2-5-5,2-5-7,3-5 1,0 0 3,-3-18 1,4-12 3,-4-4-2,-3 0-1,-3 6 3,-1 5 4,-4 8 2,2 5 10,-3 3 12,0 6-12,1 1-12,1 0-3,10 7-11,-2 10 14,1 4 3,4 0-2,-2 0-1,-4-2 1,2-7 0,-1-2-1,-4-6-3,0-4 2,6 0-14,0-10 15,1-9 8,-1-3-5,-2 2 2,-5 6-4,-2 6 0,-5 5 2,1 3 5,1 0-8,7 4-16,1 10 12,-1 3 3,5-1 1,3-2 0,-2-2-4,2-3-20,-3-5-18,-3-2-8,-2-2 28,-2 0 22,-5-8 2,0-2 3,-3 1 2,0 1 4,2 1 4,-1 0-4,3-1-5,2 3-2,-1-2-3,1 1 0,0 2 1,-3 1 4,0 3-4,1 0 3,-1 0-5,5 8-13,2 11 13,3 4 8,1 1-7,8-2 2,-1-1 2,3-2-2,0-5-3,-3-7 2,-6-4 1,-2-3-1,2 0-2,1-14 19,1-9-11,1-3-7,-5 0 7,-1 0-7,-4 4-1,-5 3-3,-3 4 3,0 5 4,0 3 11,-5 4 3,-4 3-13,-4 0-5,1 2-4,-1 12 1,2 6-8,3 6 3,7 3 7,1 0-1,0 2 0,15-2-1,10-4 0,7-4 3,5-7 0,6-5 0,2-9-5,1 0-12,-4-12 0,-2-12 5,-4-8 12,-6-5 7,-6-5-7,-5-4 1,-8 3 1,-7-1 8,-4 3 7,0 2 1,0 3 8,-7 4-10,1 5 1,-2 4-6,4 11 21,4 6-9,0 6-5,-2 0-18,-1 14-10,-3 16-6,0 11 15,0 4 1,-1 4 4,4 1 9,0 0-8,0 0-3,3-4 0,0 0 6,0-3-8,0-3-15,0-2-71,0-4-52,-9-6-56,-6-7-192</inkml:trace>
  <inkml:trace contextRef="#ctx0" brushRef="#br0" timeOffset="2212">942 615 251,'0'0'452,"0"0"-448,91 7 3,-22 0 55,13 4-1,12 1-36,9 4-12,10 0-4,8 0 0,-2-1-6,-11-3-6,-16-2-2,-11-1-9,-19-4 11,-14 0-5,-17-4 6,-13 0-3,-10-1 5,-4 0 0,-4 0 0,0 0 0,0 0-5,0 2 0,0-1-46,0 4-49,0 0-29,0 0-22</inkml:trace>
  <inkml:trace contextRef="#ctx0" brushRef="#br1" timeOffset="202609">1389 711 163,'0'0'25,"0"0"20,0 0-34,0 0-3,0 0-2,0 0-3,-59-57 0,59 57-3,0 0-12,0 0 2,0-2 10,4 0-5,10-5-1,4 0-27,-2-4-15,-1-3-64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4:56.657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306 84 129,'0'0'112,"0"0"-92,0 0-20,0 0-1,0 0-3,0 0 4,9-28 14,-9 27 24,3-1-13,-3 2 0,3-1-17,2 1-8,2 0 0,0 0-3,1 0 2,2 0-8,1 0 9,-2 0 0,-5 0 4,-1 0 2,-3-3 27,0-1 8,0 0 11,0-1-5,0 1-18,0-2-5,0 2-7,0-2 7,-1 1-15,-1 2 12,1 0 8,-1 1 1,1 1-8,-1 0-10,2 1 8,-1 0-12,1 0-4,0 0-4,-2 0 0,-1 0 0,-3 0-1,-6 5-2,0 8 3,-2 3 5,1 1 0,-1 1-1,3 3-4,4 5 3,-1 1 2,4 2-4,1 2 4</inkml:trace>
  <inkml:trace contextRef="#ctx0" brushRef="#br0" timeOffset="398">263 266 817,'0'30'4,"0"1"1,0 0 4,0 1-6,1 1 6,8 1-9,-3-3 3,-1 0 0,-2-5 1,-3 0-2,0-3 1,0-3-2,0 2 0,0-4 0,0-3 5,0-6-6,-2-3 0,-1-2-6,-1 0 2,-5 0-1,4 0 0,-2-2 0,-1-2 3,2 0-4,-2 0 5,0 0-27,5-2-17,1-6-73,2-6-50,0-5-33</inkml:trace>
  <inkml:trace contextRef="#ctx0" brushRef="#br0" timeOffset="907">0 369 88,'0'0'126,"0"0"-77,0 0 43,0 0-13,0 0-53,0 0-17,48-7 3,-30 4-5,-2-1-2,-1 2 13,-3 1 6,4 1-10,7 0 14,8 0-12,14 1-9,13 8 3,11-1-9,14-2 2,5 0-2,0-3 0,-13-2-1,-11 1-2,-19-2-2,-17 0 4,-14 0-7,-10 0 7,-4 0 10,0 0-10,0 0-13,-1 0-53,-16 0-131,-1 0-79</inkml:trace>
  <inkml:trace contextRef="#ctx0" brushRef="#br0" timeOffset="1478">600 45 231,'0'0'27,"0"0"-25,0 0 2,0 0 0,0 0 1,0 0-5,-37-19 10,31 18 32,-2-1-2,-1 1-1,2 1-11,-2 0-5,-3 0-15,-2 0-8,-2 0 0,1 1 5,-1 1 6,-2-1 28,-1 1 3,0 1-19,0 1 0,4-1-12,3 2-5,3 3-5,2-2 2,0 4-2,-1 0-1,3 1 3,-4 2-2,-1 3 5,0-1 5,-5 2-9,6 1 2,-2 1 0,2 2-4,1 2 0,0-1-2,5-1 2,-3 3 1,1 0 5,1 1-5,0 1-1,-1 0 4,1 1-4,1 2 0,1-2 0,1 1 0,-1-2 2,2 2-2,-3-3-4,0-3 4,3-2 5,-3-1 3,3-5-6,0 0-2,0 1 2,0-2-2,0 1 0,-1-3 4,1-2-5,0 0 2,-2-5-1,1 0 2,-1-1 1,1-2 5,-2 1-6,3-1-2,-3 0 3,1-1-1,-1 0 7,-4 0 1,-5 0-6,-2-4 5,1-3-9,4-1 1,0-1 0,3 1-1,6-2-49,0-5-72,0-1-100</inkml:trace>
  <inkml:trace contextRef="#ctx0" brushRef="#br0" timeOffset="2250">119 410 340,'0'0'80,"0"0"18,0 0-36,0 0-62,0 0 0,0 0 0,42-31 26,-34 30 0,-2 1-5,1 0 0,7 0-8,6 0-8,13 0 2,14 0-3,14 8 3,15-1-3,5-1-4,-1-2 2,-8 2-4,-10-2 2,-14 0-6,-15-2-5,-12-1-1,-12 0 9,-6-1-7,-3 0 10,0 0-1,0 0 1,0 0-4,0 0-1,0 3-70,-6 0-127,-5-2-83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8:55.24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96 618,'0'0'174,"0"0"-171,0 0 37,0 0 5,0 0-45,0 0-72,0-7-24,3 16 4,9-2-220</inkml:trace>
  <inkml:trace contextRef="#ctx0" brushRef="#br0" timeOffset="1612">1917 0 798,'0'0'85,"0"0"-36,0 0-49,0 0-21,0 0-206,0 0 52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8:54.038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1 103 545,'0'0'6,"0"0"13,0 0-2,0 0 17,0 0-18,0 0-14,0 0 9,0-13 10,0 21-8,0 12-8,0 11 10,0 9 18,0 6-9,0 2-4,2-1-5,3-4-11,-2-4 2,-2-7-3,1-4-3,-2-5-1,0-6 1,0-4-5,0-6-18,0-6-20,-3-1-7,0-7 18,1-17-107,2-6-151</inkml:trace>
  <inkml:trace contextRef="#ctx0" brushRef="#br0" timeOffset="287">36 178 402,'0'0'35,"0"0"8,0 0 39,0 0-38,0 0-27,0 0-4,91-20 11,-61 54 3,1 6 15,-4 4-30,2 0 1,-1-3-5,2-2 1,0-5-9,-2-6 1,-1-2-2,-8-6 1,-2-6-2,-10-3-3,-1-2-25,-5-5-18,1-4-32,1 0-96,0-11-179</inkml:trace>
  <inkml:trace contextRef="#ctx0" brushRef="#br0" timeOffset="562">472 35 535,'0'0'23,"0"0"-8,0 0 27,0 0 21,0 0-33,0 0-17,0 0-10,0-35-3,0 65-5,0 12 5,0 5 18,6 2-14,1-3 3,1-2-2,-1-4-1,-2 0-3,1 0 2,0-1-3,4-1-25,0-4-77,1-5-149</inkml:trace>
  <inkml:trace contextRef="#ctx0" brushRef="#br0" timeOffset="870">730 283 527,'0'0'55,"0"0"-51,0 0 26,0 0-5,0 0-25,0 0-4,-61 60 4,61-28 11,0 2-1,16-3-8,2-4 1,1-6-3,2-7-1,-3-5 1,-3-7 9,2-2 1,-4 0 2,-1-15 10,-1-7 0,-4-3 6,-7-2-7,0 2-3,0 1-11,-7 6-1,-4 4 4,2 5-10,-4 6-9,-4 3-82,-1 0-76,3 0-281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8:55.507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214 253 1,'0'0'550,"0"0"-529,0 0 16,0 0 16,0 0-42,-79-74-7,57 72 8,0 2 21,0 0-16,1 3 0,3 10-9,2 6 3,7 2-10,6 2 0,3 1-1,3 1 3,18-4-2,6-3 4,4-5-2,3-8 1,-7-5-3,-3 0 0,-6-18-1,-6-10 0,-4-9 10,-8-5-7,0-1-3,0 1 2,-11 4 19,2 5-4,0 7 5,6 5-1,3 6-14,0 4-7,0 5-2,7 3-2,10 3 0,5 3 2,-1 20-1,-3 10-5,-2 7 7,-8 7 0,-7 7 1,-1 5 0,0 6 1,0-1 14,-6-4-13,2-8 1,4-7 0,0-5 2,0-8-2,15 0-3,7-7 2,2-6 0,2-2-2,-4-5 3,3-8-7,-1-4 6,-3 0-4,0-7 2,0-13-5,-5-4 4,-4-4-3,-9-2-4,-3-1 2,-6 0-1,-22 1 7,-11 2 9,-3 2 7,0 3 10,4 3-4,17 6-8,8 7-1,8 3 2,5 4-13,0 0-2,2 0-21,18 1-31,15 9 20,11 3-48,6-4-72,3 1-109</inkml:trace>
  <inkml:trace contextRef="#ctx0" brushRef="#br0" timeOffset="773">1106 38 717,'0'0'64,"0"0"-16,0 0 23,0 0-52,0 0-19,0 0-10,-4 52 10,14 0 11,-4 3 21,-3 0-1,-3-2-16,0-4-8,0-2-6,0-5 3,0-4-4,0-6-1,0-5-25,-3-7-75,0-10-92,-2-10-131</inkml:trace>
  <inkml:trace contextRef="#ctx0" brushRef="#br0" timeOffset="1037">922 377 734,'0'0'49,"0"0"11,0 0-5,0 0-45,0 0-10,0 0 1,78-40 0,-39 36 5,6-1-5,0 1-1,-1 1 1,-7 3 1,-4 0 3,-7 0 2,-8 10 0,-4 7-7,-3 3 0,-5 3 1,0 0 2,-3 0 3,-3-2-4,0-1-2,0-2 0,0-1-1,0-4-36,0-6-115,0-7-50,0 0-269</inkml:trace>
  <inkml:trace contextRef="#ctx0" brushRef="#br0" timeOffset="1524">1512 338 607,'0'0'146,"0"0"-146,0 0 4,0 0-1,0 0 4,0 88 4,0-59-3,0 1 0,-2-3 6,2-5-10,0-6 0,0-6-3,0-6 1,0-4-1,0 0 7,0-5 16,0-20 1,2-10-25,8-3-4,-1-2 2,-3 8 0,2 7 2,-4 5 9,1 7-9,-1 5 4,1 2-2,2 5-2,2 1-4,3 0 3,3 10-6,-3 12 4,-2 5-1,-1 3 4,-4 0-1,2-2 6,-1-6-5,3-6 4,-3-8-4,0-7-2,0-1 1,4-4 1,5-15 21,0-11-21,3-3 1,-2 3 1,-2 1 0,-2 8-2,-5 7 0,-2 5 1,-2 5 1,-3 4-2,1 0-2,1 0 1,2 17-20,2 8 18,3 10 3,-1-1 2,-1 1 2,5-4-4,-2-6-3,4-5 3,1-5 0,-2-5-2,4-5 0,-1-4-5,2-1-11,4 0 7,-2-7 0,2-6-1,-3-3 12,-2-2-12,-2-2 12,-5-2 0,-2-1 2,-5 3-1,-2 3 1,-1 6 31,0 3 8,0 4-28,-6 4-8,-6 0 1,-4 4-8,-1 14 4,-2 4-2,7 6 4,3-2-4,9-2 5,0-1 0,6-3-3,15-5 0,9-4 4,7-4-6,3-4 0,4-1-29,0-2-66,1 0-15,0-3-36</inkml:trace>
  <inkml:trace contextRef="#ctx0" brushRef="#br0" timeOffset="2452">2768 309 622,'0'0'35,"0"0"2,0 0 17,0 0-23,0 0-16,0 0 4,-87-50-12,76 51-7,-1 14-1,-2 3 1,4 3-1,2 3 2,7 3 4,1 3-3,6 2-1,19 1 1,5 1 2,1-2-4,-1-4 0,-6-2-2,-7-7 1,-4-5 1,-7-2 0,-5-7 0,-1-2-2,0 0 0,0 1-4,-16 1 6,-11-2 17,-4-2-1,-5-1-4,0 0-6,2-10 0,2-4-6,9-5-2,11 1-52,12-3-87,0 1-372</inkml:trace>
  <inkml:trace contextRef="#ctx0" brushRef="#br0" timeOffset="2889">3064 223 669,'0'0'19,"0"0"74,0 0-27,0 0-66,0 0-8,0 0 8,23 73 22,-23-30 44,0 3-42,-1-3-7,-5-1-3,1-5-9,1-1 0,3-1-5,1-3-3,0 0-33,0-5-19,14-8-87,6-8-46,5-6-268</inkml:trace>
  <inkml:trace contextRef="#ctx0" brushRef="#br0" timeOffset="3128">3340 533 644,'0'0'74,"0"0"48,0 0-45,0 0-45,0 0-20,0 0-11,-63-3-1,46 26 2,4 1 6,5 1-7,7-1-1,1-1 2,0-2 3,12-3 0,6-1 2,1-7-3,2-3 1,1-7 1,4 0 0,-2-4 0,0-16 5,-5-7-7,-5-4-4,-8-1-1,-6 0 1,0 3-5,-14 5 2,-5 6-2,-4 4 4,1 8-34,4 5-63,4 1-107,10 0-194</inkml:trace>
  <inkml:trace contextRef="#ctx0" brushRef="#br0" timeOffset="3519">3693 216 276,'0'0'511,"0"0"-488,0 0 39,0 0-60,0 0-2,0 0 0,6 98 18,-8-44 9,-9 1 20,0 0-33,2-4-8,3-7-1,3-7-3,3-7 3,0-10-2,0-7-3,0-8 0,0-5 0,18 0 3,7 0 8,7-5 1,4-12-12,-5-3 0,0-4-5,-5 0-7,-8-1 9,-5 1 1,-7 1 2,-4 2 0,-2 3 13,0 2 13,0 6-4,0 4-16,0 4 3,0 2-9,-5 0-1,2 0-14,-5 7 9,-2 6-3,4 2 4,2 2 0,4 0 4,0 1-1,0-1 0,15 2-1,7-3 6,0 0-5,2-1 4,-3-2 0,3 0-1,-2 1 0,-1 2-1,-7-1 3,-5 0-1,-5 1 0,-4-3-2,0 0-1,0-2-1,-10-1 2,-7-3 3,-2-3-3,-8-4 0,-3 0-8,-4-4-67,-1-17-154,1-8-187</inkml:trace>
  <inkml:trace contextRef="#ctx0" brushRef="#br0" timeOffset="4142">3526 331 704,'0'0'73,"0"0"-30,0 0 45,0 0-83,103-7 1,-51 13 0,0 3-5,-4-1 4,-6-1-5,-11-6-1,-7-1-2,-9 0-3,-9 0-13,-4 0-35,-2 0-93,0-1-167</inkml:trace>
  <inkml:trace contextRef="#ctx0" brushRef="#br0" timeOffset="4463">4387 166 669,'0'0'70,"0"0"33,0 0-24,0 0-19,0 0-48,0 0-12,4 16 0,-4 21 1,0 12 27,-3 9 8,-9 5 11,-4 5-10,-4 2-16,4 1-18,4 0 3,9-2-2,3-3 2,0-8 3,2-9-5,4-9-4,-2-11 2,1-7-2,-4-8-10,1-7-41,-1-7-38,4 0-19,2-11-2,0-14-115</inkml:trace>
  <inkml:trace contextRef="#ctx0" brushRef="#br0" timeOffset="4862">4809 385 671,'0'0'21,"0"0"1,0 0 13,0 0-35,0 0 0,1 89 29,-4-43 18,-7 0 14,4-6-10,0-8-31,2-10-13,-1-8-5,4-7 3,-1-4-5,2-3 2,-1 0 0,1-6 14,0-20 1,0-14-17,7-6-15,8-3-15,0 7-2,-1 8 29,-4 7 2,-3 11 2,-2 5 0,-1 6 0,-2 4 8,-1 1-9,2 0-1,0 17-8,3 6 4,0 3-1,2 0 7,1-4-1,-1-5 6,3-5-5,1-3 0,4-8 8,5-1-7,3 0-2,3-14 0,0-5-2,-2-7-13,-6 1 14,-5 1 1,-3 6-1,-7 6 1,-1 7 6,-3 2 20,0 3-7,0 0-19,0 0-1,0 8-11,-6 10 11,-8 8-2,2 2 3,-2 3 4,3 3 7,5-6-7,0 2-3,6-5 6,0-2-5,2-7 3,10-5 2,3-8-6,7-3 11,6 0-3,7-13-5,-1-8-2,0-5 2,-4-2-4,-4 0-4,-6 1 3,-8 4 1,-3 4 1,-7 5-1,2 4 0,-4 4 0,0 3 5,0 3 1,0 0-6,0 0 0,0 0-6,-7 7-5,-5 9 9,0 4 1,0 2 0,3 3-1,4 1 1,4-4 2,1-2 4,0-6-5,0-5-1,3-3 1,11-5 0,3-1 2,7 0-1,2-13-1,2-7 0,2-5 0,-3 1-1,-5 3-3,-8 4 4,-6 8-6,-6 5 6,-2 3 10,0 1-5,0 0-5,0 1-7,-13 15 2,-4 3 4,-1 6 2,5-2 0,2 3 1,8-2-2,3-3 2,0-3 5,0-2-1,15-5-6,5-1 0,10-4 5,7-3 2,3-3-6,2 0-1,1-9 2,-3-8-1,1-5-1,-4-6-1,0-7 1,-3-5-7,-5-3-2,-7-2 3,-4 3 3,-9 4 3,-7 7-1,-2 6-9,0 7 10,0 7 2,0 4 2,0 4-4,0 3 0,-3 0-3,-2 0-9,-2 10 6,-7 9 5,-1 7-7,-1 4 8,2 1 7,2 1-7,4-1 0,3 2 1,5-4 7,0 1-4,0-5 0,9-5-1,6-6-2,-1-4 5,3-5-3,7-5-1,4 0 4,5-12-1,6-8-5,0-4-1,4-5-9,1-5 1,-6 1-13,-3 5 7,-8 4 8,-10 6 7,-6 2 1,-1 1-1,-2 2 0,-2 2 1,-3 2 2,-2 5-6,-1 1 1,0 2 2,0-1 16,0 2-7,0 0-9,-1 5-3,-11 13-6,-6 9 8,1 7 1,3 3 4,3 0 27,2-1-21,5-2-2,2-3 5,2-6-7,0-4-2,0-4-2,9-4-2,1-6-6,6-4-28,-2-3-39,-2 0-58,-1-12-101</inkml:trace>
  <inkml:trace contextRef="#ctx0" brushRef="#br0" timeOffset="6459">6199 478 442,'0'0'0,"0"0"13,0 0 113,102-4-72,-72 4-18,-3 7 7,-4 1 15,-3 2-13,-5 3-31,-8-1-9,-1 4-4,-3 1 0,-3 3 3,0-3-2,0-2 4,0-2-5,-6-5-1,0-2 0,0-4-34,2-2-68,2 0-39,2-13-245</inkml:trace>
  <inkml:trace contextRef="#ctx0" brushRef="#br0" timeOffset="6871">6826 285 422,'0'0'103,"0"0"-40,0 0 5,0 0-30,0 0-29,0 0-8,-30 10 20,6 14 29,-1 5-30,3 4-2,2 3-2,4 2-5,0 3-5,3 3-2,3 0 5,3-2 0,4-4 7,1-7 5,-1-5-5,-1-6-11,-2-5 4,-5-5-8,2-2-1,-4-4-4,0-1-46,-1-3-41,1 0-29,5-12-48,2-11-110</inkml:trace>
  <inkml:trace contextRef="#ctx0" brushRef="#br0" timeOffset="7163">6499 519 481,'0'0'94,"0"0"9,0 0-42,93-61-39,-51 51-21,5 3 0,-2 6 7,-3 1 10,0 0 19,-8 0 14,-1 5-21,1 4-9,-1 2-20,0 4 2,-6 0 1,-7 4-4,-7 1-5,-12 2-5,-1-1 6,0-3 4,-4-1 3,-6-4-3,-1-5-7,0 1-1,4-5-57,2 0-31,2-2 22,3-2 3,0 0 3,0 0-17</inkml:trace>
  <inkml:trace contextRef="#ctx0" brushRef="#br0" timeOffset="7487">7322 570 232,'0'0'276,"0"0"-164,0 0-25,0 0-31,0 0-6,0 0-10,7-24-20,-36 24-11,-3 0-7,-1 14 11,6 2-13,6 0 6,9 1-2,5-1-4,7-2 0,0-1 2,15-5 7,13-2 1,5-6-10,1 0-9,1-2-10,-4-13 11,-6-2-11,-6 0-1,-10 3 9,-4 4 11,-5 4 4,0 2 5,0 3 1,0 1-2,-3 0-8,-9 1-8,-1 9 8,4 2 3,4 0-1,5-2 8,0 0-9,0-2-1,15-1 3,7-2 7,5-3-8,0-2 1,-7 0-3,-4 0-3,-8 0 1,-4 0 1,-1 0-3,-1 0 4,1 0 5,2 0-2,1 2-3,2 2 6,4 2-6,3-4-1,5 5 1,0-3 0,1-1 0,1-1-2,-4-1 2,1-1 0,-3 0 0,-3 0 5,-6 0-4,1 0 0,-4 0-1,2 1-5,0 1 5,0-2-3,2 0 3,3 0 7,2 0-7,0 0 0,3 0 1,0 0-1,0-6 0,-6 2 2,-3 1-1,-5 1 1,-1 2-1,-1 0 2,0-2-6,0 2 0,0 0-4,0 0 7,-3 0 10,-10 0-5,1 0 8,0 8-2,8 2-2,2 3-8,2 0 4,6 0 0,17 1 2,7-2-7,5 0-27,8-4-58,2-1-68,7-6-306</inkml:trace>
  <inkml:trace contextRef="#ctx0" brushRef="#br0" timeOffset="8371">8282 741 872,'0'0'75,"0"0"-66,0 0 10,0 0-16,96 0-3,-59 11-4,-1 1 0,-3 1 4,-2 1 0,0 2-1,-1-3-7,2 1-14,-3 0-54,-2-5-95,-3-3-117</inkml:trace>
  <inkml:trace contextRef="#ctx0" brushRef="#br0" timeOffset="8602">8609 678 610,'0'0'40,"0"0"11,0 0-2,0 0-45,0 0-2,104 56-2,-84-28 1,-5 1-2,-8 4-3,-7-5 4,0-1 4,0-5 12,-7-3-10,-10-5-3,-2-4-1,-8-5 8,-6-3-5,-4-2 10,-2 0-15,-3 0-22,1-6-88,5-4-193</inkml:trace>
  <inkml:trace contextRef="#ctx0" brushRef="#br0" timeOffset="10509">9127 454 186,'0'0'72,"0"0"-24,0 0 40,0 0-27,0 0 18,0 0-4,33-53-14,-20 43-28,0 1 3,8 1-11,6-1-16,2 1 2,5 2 5,-3 3-8,0 3 3,2 0-3,-3 0 1,-4 0 6,-3 7-5,-3 3-10,-5 0 0,-1 2 1,-1 2 0,-7 4-1,-1 1 0,-5 6-11,0 1 11,0-1 1,-10 0 1,-5-4-2,-3-1 0,0-1 0,-6 1 9,-2-3-7,-6-1 2,-2-5-1,-4-1 2,2-5 1,3-2-2,10-3-2,7 1 2,8-1-1,7 2-1,1-2-2,0 1 0,0 1-18,7 2 1,14 1 17,9 3 8,4-1-2,2 0-3,3-1-1,4 1-2,5-3 0,10 5 5,5 0-4,2 4 4,-6-2 4,-13-1-5,-17-4-1,-13-4-1,-12-2 4,-4 0 4,0 0-7,0 0-3,0 0-1,0 0-2,0 0-28,0 0-59,0-2-1,-1-8-72,1 0-351</inkml:trace>
  <inkml:trace contextRef="#ctx0" brushRef="#br0" timeOffset="11229">10108 488 286,'0'0'164,"0"0"-126,0 0 18,0 0-56,0 0 0,0 0 33,2 53 22,-7-25 3,-5-2-11,0-2-1,-1-3-16,-4-2 0,5 0 0,-1-2-15,1 0-6,7-1 1,3-2-4,0-1 0,0-2-3,15 0 6,7-3-3,11-2 0,9-6 5,0 0-9,4-11 6,-4-9-6,-2-2-2,0-7 0,-6-2-18,-4 1 7,-3-3-7,-6 2 7,-2 4 11,-7 3 0,-1 7 0,-8 6 0,-3 4 7,0 4 2,0 3 7,0 0-16,0 0-2,-15 7 0,-2 13 2,0 7 2,1 5 8,-1 7 10,-2 5 7,-1 4-5,-2 0-12,-4-3 0,0-2-7,4-7 9,2-1-3,7-3 4,3-4-8,4 0 3,3-3-7,0-2-1,0-3-19,0-6-49,0-7-158,2-7-157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9:13.807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0 580,'0'0'59,"0"0"-52,0 0 4,0 0-11,0 0-14,0 0-82,0 4-19,0 0-264</inkml:trace>
  <inkml:trace contextRef="#ctx0" brushRef="#br0" timeOffset="2044">1895 228 618,'0'0'19,"0"0"-19,0 0-3,0 0-169,0 0-131</inkml:trace>
  <inkml:trace contextRef="#ctx0" brushRef="#br0" timeOffset="18804">12692 587 388,'0'0'19,"0"0"-2,0 0-17,0 0-118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9:12.532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76 203 199,'0'0'45,"0"0"5,0 0-11,0 0-22,0 0-14,0 0 6,0 0-7,-16-18 21,13 16-1,0 0 1,0-1 26,3 3 30,-2 0-23,2 0-26,-3 0-27,0 9 6,-4 13-9,0 5 19,2 4 7,-1 1-14,5-5-10,-4 0 0,5-5-2,0-3-1,0-5-9,0-4-6,0-7-54,6 1-96,-6 10 166,0-2-185,0-3 185</inkml:trace>
  <inkml:trace contextRef="#ctx0" brushRef="#br0" timeOffset="308">0 250 268,'0'0'6,"0"0"66,0 0-21,0 0 51,0 0-31,0 0-26,40-71-14,-38 71-15,1 0-8,3 3 7,6 9 1,3 7 21,1 7 9,5 4-32,1 7 7,1 3-10,1 2-10,0-1 1,1-5-4,0-4-8,2-11-15,-6-9 9,3-6-25,3-6-16,-5-6-16,-1-16-171</inkml:trace>
  <inkml:trace contextRef="#ctx0" brushRef="#br0" timeOffset="600">369 160 295,'0'0'28,"0"0"77,0 0 11,0 0-45,0 0-19,0 0-17,0-40-18,0 40-10,0 4-3,0 16-4,-2 5 8,1 9 10,-1 3-11,1 5-3,-1-1-2,1 0-2,-1 0-1,2-4-33,0-4-41,0-4-48,8-11-102</inkml:trace>
  <inkml:trace contextRef="#ctx0" brushRef="#br0" timeOffset="901">640 313 269,'0'0'289,"0"0"-264,0 0-8,0 0-1,0 0-11,-79 34-5,70-6 1,6 2 9,3 0-6,0-3-4,6-2-1,11-5 0,-1-8 1,0-6 2,-2-5 3,-2-1 0,-3 0 6,-2-14 12,2-13-4,-3-4 3,-3-4-6,-3 2-12,0 7 5,0 5 21,-1 5-25,-4 6 6,-7 7-11,-3 3-25,-4 0-79,4 0-78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9:14.23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142 17 414,'0'0'42,"0"0"22,0 0-11,0 0-49,0 0-4,-81-3-1,62 20-3,2 7 4,4 4-7,7 6 7,3 1 3,3 1-1,9-4 10,12-7 2,6-5 4,2-6-14,4-8 6,0-6-10,-2 0 10,-2-11-7,-4-18-3,-8-8-17,-10-9 3,-7 0-4,0 6 2,-13 8 16,-5 9 38,9 10-18,4 6-4,4 6 6,1 1-22,0 0-34,9 0 4,9 0 25,1 7 4,2 9-1,-2 5 2,-4 5 1,0 7 4,-6 6-2,-4 2 11,-5 4 1,0 5 5,0-4 0,-5 5-14,-1-2 28,0 1-25,2-5-7,4-4 0,0-6-1,0-6-2,0-4 2,13-4 0,-1-6-1,3-5-7,-3-5 7,1-4-7,-2-1 7,-2 0 0,1-3 7,-2-14-3,-5-6-3,-3-6-1,0-3-7,-5-3 2,-14 2 5,-5 3 4,-4 1 19,-2 5-21,7 5 0,4 8 2,10 5-1,7 4 5,2 2-8,0 0-11,3 0-29,14 5 37,5 5-6,5 1-24,1-2-68,2-1-141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9:15.060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2 161 398,'0'0'58,"0"0"-44,0 0 37,0 0-41,0 0-9,0 0 18,5 41 43,-2-8 2,-2 5-29,-1 5-10,0 5 2,0-1-10,-1-1-5,-4-6-11,2-10-1,1-9 0,2-9 2,0-7 0,0-4-2,0-1 2,4-7 0,8-16 1,6-9-3,-5-1-4,1 3 4,-4 4-1,-1 8 2,3 2-1,1 5 0,3 2-4,1 4 3,4 3-10,3 2 5,2 0 3,-1 0 3,-6 10-7,-5 10 0,-4 0 6,-4 4-7,-5 0 5,-1 0 3,0-3 0,0-2 0,-1-3 3,-9-3 4,1-5 2,-2-1-3,-2-4 0,-5-3 1,-6 0 1,-1 0-8,-2-4-8,2-3 4,2 0-41,2 1-53,9-1-127</inkml:trace>
  <inkml:trace contextRef="#ctx0" brushRef="#br0" timeOffset="570">477 375 715,'0'0'22,"0"0"12,0 0-34,0 0-10,0 0 9,0 0 1,-21 95 3,14-65 7,-1-5-3,5-7-4,0-2-3,-1-5-5,4-2-44,0-8-133,0-1-315</inkml:trace>
  <inkml:trace contextRef="#ctx0" brushRef="#br0" timeOffset="990">783 137 437,'0'0'183,"0"0"-183,0 0 0,0 0 3,0 0 19,0 89 6,0-54 7,-5 3-9,1 2 1,0-1-11,2-2-9,2-4-5,0-5-2,0-4 2,0-4-1,9-5 4,0-1-1,4-6 2,7 0-4,6-4-2,6-3-6,-2-1-6,-1 0 7,-5 0 3,-4-10 1,-2-5 2,-5-5 1,0-2 0,-2-7-2,-2 3 0,-3 0-1,-5 8 1,-1 5 13,0 6 8,0 1-4,0 3-9,0 2-7,-7 1-1,-5 0-5,1 0-1,1 0 3,3 3 1,4 7-6,3 0 4,0 1-25,6 2 20,8 1 9,6 3 0,1 1 3,1 2-3,1-3 2,-4 0 1,3 0-3,-5-3 1,-2 0 4,-8-3-5,-1-1-3,-3-1 3,-3-2 0,0 0 5,0 0-7,0 0 4,-10 1-2,-14-2 6,-9-2-6,-1-3-24,-5-1-110,4-1-231</inkml:trace>
  <inkml:trace contextRef="#ctx0" brushRef="#br0" timeOffset="1666">553 243 5,'0'0'427,"0"0"-411,0 0 35,0 0 8,0 0-15,115-10-7,-75 10-5,-3 0-30,-8 0 6,-10 0-8,-1 0 0,-3 0 0,0 0-15,-1 0-43,-1 0-88,-1 0-196</inkml:trace>
  <inkml:trace contextRef="#ctx0" brushRef="#br0" timeOffset="1996">1493 0 423,'0'0'78,"0"0"-2,0 0-52,0 0-23,0 0-1,0 0 57,0 89 0,0-44 5,0 10-1,1-1-19,-1 4-20,2 5-4,-2 5-6,5-3 0,-2-2-7,0-7-4,-3-10-2,0-5 1,0-3-10,0-8-44,0-6-122,10-9 18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9:17.47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83 104 143,'0'0'618,"0"0"-614,0 0-4,0 0-9,0 0 9,-25 100 6,13-61 1,2-1-4,1-5 0,0-8 5,2-8-7,-1-4-1,5-10 1,3 0 0,0-3 0,0 0 6,0-9 17,0-14-22,0-7-2,6-4-12,3 0 9,4 3 1,-4 5 2,3 5 0,-3 6 2,0 4-2,0 2 0,-2 3 0,1 5 0,-2 0-3,0 1-1,4 0 2,-1 0-3,2 8 5,-5 5-4,3-1 4,-3 1 2,-2-2-2,1-2-2,-4-5-1,-1-3 3,2-1 2,-2 0-1,7 0 3,3-8 2,6-11-6,6-1-21,0-2 21,-1 2-1,-1 5 1,-3 4 0,0 1-7,-1 4-7,-2 2-26,-6 4 29,-3 0 8,-4 0-11,-1 10 9,0 8 5,0 5 7,0 7 1,-3-1 3,-4 2-3,1-2-2,3-6-4,3-6-1,0-4-1,0-5-6,9-3-32,9-4-40,4-1-101</inkml:trace>
  <inkml:trace contextRef="#ctx0" brushRef="#br0" timeOffset="713">679 121 577,'0'0'40,"0"0"-9,0 0-22,0 0-8,0 0 42,-6 90-11,-2-52-11,1-1-4,1-3-11,3-5-6,0-5 4,1-8-4,2-6 5,0-6-5,0-2 0,0-2-1,0 0 2,0-8 10,10-10-11,7-12-33,1-3 23,0-3-10,-3-1 9,0-1 7,-3 4 8,0 4 2,-2 4 2,1 3-1,-1 2-6,1 2 7,-1 2-7,2 4-1,0 3-4,3 3 3,0 2-1,3 5 2,0 0-1,-4 0-5,-1 5 4,-6 9-3,0 2 5,-1 1-2,-1 1-6,-2 1-65,-2 0-102,-1-2-94</inkml:trace>
  <inkml:trace contextRef="#ctx0" brushRef="#br0" timeOffset="1192">643 255 599,'0'0'116,"0"0"-106,0 0 5,0 0 10,0 0-23,0 0 4,106 0-2,-55 0 4,1 0-7,-4-3-1,-5 0 2,-9 3-2,-7 0-8,-9 0-46,-5 0-47,-5 1-95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9:19.088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93 7 725,'0'0'24,"0"0"12,0 0 4,0 0-26,0 0-13,0 0 10,114-7 10,-73 7 0,5 0-12,0 0-9,-1 0-1,-8 3-1,-7 1-23,-12 0-38,-11 0-61,-7-1-142</inkml:trace>
  <inkml:trace contextRef="#ctx0" brushRef="#br0" timeOffset="240">0 114 600,'0'0'229,"0"0"-225,0 0 20,0 0-24,0 0-18,0 0 18,79 8 1,-28-2 3,6 0-3,-4-3 4,-6-2-7,-4-1 2,-9 0 0,-9 0 4,-8 0-1,-10 0-1,-1 0 1,-6 0-3,0 0-20,0 3-98,0-3-56,0 1-62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9:22.110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27 255,'0'0'171,"0"0"-132,0 0 65,0 0-58,0 0-29,0 0-17,0 0 2,64-26 2,-53 26 1,-1 0 23,10-1 4,5 1-9,6 0-13,4 0 0,-1 4-8,-1 6-1,-3 4 4,-7 2 1,-7 4-12,-5 2 6,-8-2-2,-3 3 0,0-2 1,-20 0-2,-10-3 3,-9-2 7,-7-5-3,-4-4 3,3-1 6,8-3-7,7 1-5,13-1 6,9-1-7,5 0-3,5-2 3,0 0-1,0 1-1,0 3-8,8 2 10,8 1 2,5 3 7,12-3 27,11 2-6,6-1-9,10 2-14,2-1 3,-2-3-6,-11 1-2,-13-2-2,-17-4-6,-11-1-5,-7 0 11,-1 0-4,0 0-17,0-1-39,-1-5-3,-1 0-139</inkml:trace>
  <inkml:trace contextRef="#ctx0" brushRef="#br0" timeOffset="578">666 79 500,'0'0'121,"0"0"-75,0 0 17,0 0-20,0 0-43,0 0-16,-15 18 16,6 8 1,3 2 4,4-3 3,2 1 7,0-6-3,0-6-5,12 1-1,2-8-4,5-1 3,4-5-5,6-1 2,4-4-5,0-16 3,-2-3-8,-5-3 3,-9 5 5,-6 2 4,-5 6 2,-4 3 11,-2 4 16,0 3 12,0 3-21,0 0-24,0 2-11,0 15 6,-8 6 4,-1 6 1,3 3-4,-1 2 4,4 1 10,0 0-8,0-1 3,1-4-5,1-2 0,1-5 7,0-2-7,0-5-14,0-2-68,3-5 21,3-3-46,4-2-45,1-4-53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9:23.23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58 20 659,'0'0'47,"0"0"9,0 0-23,0 0-33,0 0 0,0 0 23,97 56 4,-70-32-8,0-1-5,-2-1-14,-1-5 0,-5-1-10,-2-3-27,-5-4-50,-2 0-9,-4-7-40,-3-2-160</inkml:trace>
  <inkml:trace contextRef="#ctx0" brushRef="#br0" timeOffset="241">313 42 528,'0'0'106,"0"0"-22,0 0 12,0 0-48,0 0-47,0 0 1,-88 15 7,58 10 3,-1 0 3,0 3-6,1-2 5,3-1-6,2-1-7,3 0 1,6-1 0,6-2-2,7-1-26,3-5-92,3-4 9,18-4-30,9-7-81</inkml:trace>
  <inkml:trace contextRef="#ctx0" brushRef="#br0" timeOffset="546">616 20 544,'0'0'102,"0"0"-33,0 0-31,0 0-38,0 0 2,0 0 5,3 63 19,-6-33 17,-6-1-13,-1 4-8,-2-5-16,-1 0-1,3-2-1,3-2-4,3-5-7,4-3-31,0-2-38,1-4-36,14-6-144</inkml:trace>
  <inkml:trace contextRef="#ctx0" brushRef="#br0" timeOffset="832">880 0 687,'0'0'81,"0"0"5,0 0-61,0 0-25,0 0-19,0 0 14,3 79 10,-9-47-3,-6-1 0,1-1 8,1-3-5,4-2 0,5 2-1,1-6-8,0 0-2,0-1-91,3-6-18,5-4-167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9:24.428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77 0 521,'0'0'31,"0"0"7,0 0 28,0 0-16,0 0-50,0 0-11,-6 20 11,-10 5 8,1 5 7,-2 1 8,4-4 0,4-1 8,8 0-8,1-2-6,0-3-9,11-3 4,6-5-10,2-3 7,5-10-2,2 0-2,2 0-5,5-19 1,-2-3 4,-1-3-5,-2-4-12,-7 2 6,-6 4 0,-8 3 6,-4 0 1,-3 7 12,0 3 9,0 3-7,0 6-7,0 1 8,0 0-16,-7 10-15,-8 10 14,-4 5 2,1 6 0,0 3 5,0 3-3,0 2 4,1 1-4,1-1-2,3-3 3,-1-5-4,5-9 5,2-4-3,0-3-2,4-1 0,0-4-1,1 0-26,2-1-80,0-2-33,0-4-92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9:28.020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114 65 247,'0'0'51,"0"0"28,0 0-1,0 0 11,0 0-16,0 0-16,0 0-22,-1 0-7,2 0-23,7 0-5,7 0 2,3 0-2,4 2 8,5 1-8,1 2 2,3-1-2,1 0-5,-4 1-5,-2-1-5,-1 0-13,-3-1-75,-1 1-74,-9-4-239</inkml:trace>
  <inkml:trace contextRef="#ctx0" brushRef="#br0" timeOffset="293">0 175 344,'0'0'45,"0"0"41,0 0 7,0 0-67,0 0 14,0 0 3,86 13-1,-40-9-21,4 2-9,-10 0-1,-2-1-3,-6-2-8,-7 0-2,-1 0 1,-3-3 1,-4 0-29,0 0-41,-5 0-103,2 0-115</inkml:trace>
  <inkml:trace contextRef="#ctx0" brushRef="#br0" timeOffset="675">711 36 304,'0'0'34,"0"0"61,0 0-45,0 0-13,0 0-28,0 0 8,55-34 17,-31 32 10,4 2-26,4 0-7,1 0 11,-1 0 6,3 9 0,-2 2-7,-5 5-9,-7 1-7,-12 2-2,-9 1-3,0 3-7,-9 0 7,-17-3 7,-5 1-3,-3-2 5,-3-2-5,1-1 2,3-5-4,2-2-1,2-2 1,8-1 0,4-2 4,7 1-2,6-4-3,4 2 3,0-3-3,0 1-1,6 4 0,15-1 0,7 2 17,5 1 2,4-3-16,-2 0-3,-1-1 13,-3 0 5,-1-2 9,-6-1-4,-6 0-8,-6 0-10,-8 0 5,-2 0 11,-2 0 9,0 0-17,0 0-13,0 0-6,0 0 0,0 0-6,0 0-36,0 0-44,6 0-52,3 0-127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9:29.490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  <inkml:brush xml:id="br1">
      <inkml:brushProperty name="width" value="0.03528" units="cm"/>
      <inkml:brushProperty name="height" value="0.03528" units="cm"/>
      <inkml:brushProperty name="color" value="#EA700D"/>
      <inkml:brushProperty name="fitToCurve" value="1"/>
      <inkml:brushProperty name="ignorePressure" value="1"/>
    </inkml:brush>
  </inkml:definitions>
  <inkml:trace contextRef="#ctx0" brushRef="#br0">0 627 326,'0'0'64,"0"0"39,0 0-13,0 0-36,0 0-9,0 0-5,36-26 7,-23 23-13,4 0-23,5 2 4,5-1-11,1 2 0,2 0 12,1 0-6,1 6 2,-3 1-1,-7 0 8,-8-4-13,-8 0-5,-6-3-1,0 0 0,0 0 0,0 0 8,0 0-1,0 0-1,0 0-2,0 0 1,0 0-4,0 0 5,0 0-5,0 0-1,0 0 1,0 0-4,0 0 2,0 0 0,0 0 0,0 0-2,0 0 3,0 0 0,0 0 4,0 0-9,0 0 6,0 0-4,0 0 0,0 0 3,0 0 2,0 0-2,0 0 9,0 0-5,0 0 2,0 0-6,0 0 2,0 0-2,0 0-5,2 0 0,-1 0 4,1 0 1,-2 0 0,1 1-2,-1-1 2,0 0 0,0 0 2,0 0-1,0 0 1,0 0-2,0 0 0,0 0-1,0 0 1,0 0-3,0 0-1,0 0 4,0 0-1,0 0-1,0 0 2,0 0 1,0 0-1,0 0 5,0 0-5,0 0-1,0 0-5,0 1 3,-4 4 3,-5 0 4,-2 4-4,-3 2 1,-2 3 6,0 5-5,-1 0 7,4 5-9,1-1 1,1 1-1,3-3 2,0-3 0,1-4 5,0-4-5,-1 0 0,-1 2 5,-2-2 0,-2 4-1,0-2 1,0 2-7,2-4 0,3 0 0,4-6 2,3-1-1,1 0-1,0-3 1,0 0 3,0 0 0,0 0-6,0 0 2,0 0 0,0 0-19,0 0-24,0 0-37,1-7-90,11-6-181</inkml:trace>
  <inkml:trace contextRef="#ctx0" brushRef="#br0" timeOffset="1178">512 526 145,'0'0'138,"0"0"-55,0 0-2,0 0-10,0 0-22,0 0 4,64-24-10,-49 24-21,1 0-13,2 0-9,3 0 7,-2 0-4,-1 0 7,0 3 6,-7 4 2,-3-3-16,-5 2-2,-3 4 0,0-3-8,-1 2-2,-12 1 10,-5-1 0,-2-1 1,1-1 8,1-2-7,2 0-1,5 1 3,2-2-3,8 2-1,1 2 0,0 1-21,9 3 21,10 4 1,7 1 6,-1 0-4,-4 0-1,-6-1 0,-4 0 2,-5-2 1,-4 3 3,-2-1-7,0-2 4,-6-3-1,-12-1 10,-6-3-1,-4-3 32,-3-1 2,0-3-20,8 0-6,4 0-7,8 0-10,2 0 8,5 0-7,2 0-5,2-3-7,0-1 2,0-3-68,12-2-73,8 2-8,6-1-166</inkml:trace>
  <inkml:trace contextRef="#ctx0" brushRef="#br0" timeOffset="1808">1258 578 54,'0'0'355,"0"0"-240,0 0 6,0 0-71,0 0-33,0 0-4,-3-26 2,-12 26-14,-5 0 0,-8 3 6,-6 10 13,-2 1 8,-3 3 2,3 2 6,4 0-11,2 4-15,6 4-5,7-3-2,7 1-1,7-2 0,3-5-2,0-2-3,2-7 3,11-2 5,0-1 3,8-3 0,1-3-3,-2 0 8,2 0 1,-5-6 6,-5-6-6,-6-1 7,-6 2-16,0-2 4,0 2-9,0 1 0,-8 1-2,-1 2-1,-4 0-23,1 2-27,-4 0-32,-1 4-7,4 1-7,5 0-65,8 0-159</inkml:trace>
  <inkml:trace contextRef="#ctx0" brushRef="#br0" timeOffset="2369">1662 493 295,'0'0'42,"0"0"-26,0 0 50,0 0 6,0 0-8,0 85-17,-6-62 0,-2-1-33,0-1 3,-1 2-8,3-3 17,-3-3 1,0-2-27,1-2 5,1-5-3,4-2-2,0-3 1,3-3 3,0 0-4,0 0 15,0 0 0,0-9 2,7-5-14,12-5-3,4-1 1,6 0-1,-1 3-2,-4 6-6,-6 4-15,-2 2 12,-4 4 3,1 1 1,-2 0-3,4 0 10,1 11-2,3 9 2,-2 3-2,-7 4 2,-7-1-5,-3-2 3,-6-2 0,-14-4 2,-4-3 0,-3-8 1,-1-1 9,1-5 8,3-1-17,1 0 8,1 0 0,5-4 1,6-6-10,3 2-8,8-3-47,0 1-48,15-6-136</inkml:trace>
  <inkml:trace contextRef="#ctx0" brushRef="#br0" timeOffset="2924">2104 678 599,'0'0'0,"0"0"0,0 0 2,0 0 0,-59 74 5,46-57 12,-1-3 0,0-3-4,3-1-12,1-2-3,4-8-74,6 0-184</inkml:trace>
  <inkml:trace contextRef="#ctx0" brushRef="#br0" timeOffset="3331">2544 454 379,'0'0'74,"0"0"-73,0 0 3,0 0-4,0 0 22,0 0 11,-43 65 21,20-39 7,-5 4 18,1 0-45,5-1 5,2 0 1,8-2-39,3-1 9,5-6-1,2-3-5,2-7-1,0-4 0,0-5 3,11-1 8,14 0 17,8 0-14,7-3-10,5-8-7,-3-2-3,-2 2 0,-9-2-7,-2 3 7,-8-2 3,-6-1-6,-2 0 5,-4-1-8,-5 1 8,-2 6-7,-2 0 7,0 6-6,-3-2-4,-11 3-12,-6 0 12,-3 0 0,5 0 10,0 6-5,8 5 4,4 0 0,3 3 2,3 5-1,0-5-1,3 4 2,10 0 0,5 1 1,2-2-1,2 0 0,0-2 2,0-2 3,-3 2-3,-6-3 14,-4 1-9,-9-2-7,0 2 0,-6-4-1,-13 1 1,-2-3 0,1-3 5,0-1-5,-3-3 21,0 0-18,1 0-2,-1-7-1,2-4-6,4-4-37,3-4-32,6-2-25,5-2-117</inkml:trace>
  <inkml:trace contextRef="#ctx0" brushRef="#br0" timeOffset="4049">2456 475 498,'0'0'49,"0"0"71,0 0-25,0 0-52,0 0-31,0 0-12,56-14 5,-33 14 7,2 5 0,4 1 8,-1 0-11,-1-2 13,-5 0-13,-5-2-8,-6-1 3,-6 1-4,-4-2-1,-1 0 1,0 0 3,0 0 1,0 0-2,0 0-2,0 0-7,-3 0-12,-7 0-76,-3 0-21,-5 0-90,1 0-270</inkml:trace>
  <inkml:trace contextRef="#ctx0" brushRef="#br1" timeOffset="117014">1322 14 350,'0'0'100,"0"0"-78,0 0-20,0 0 35,0 0-24,0 0-13,0 0-4,-2 0 4,2 0 1,-4 0-1,-2-2-12,-6-1-77,3-6-29</inkml:trace>
  <inkml:trace contextRef="#ctx0" brushRef="#br1" timeOffset="121938">1954 454 314,'0'0'95,"0"0"-72,0 0-13,0 0 76,0 0-44,0 0-26,0 0 0,-19 19 6,16-13-3,2 1-11,-3 0-8,0 2 4,0-3-4,-1-1 0,1 4-34,-4-4-20,-5 2-35,-1 0-20,-3 0-250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7:45.52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421 78 364,'0'0'31,"0"0"6,0 0 24,0 0 6,0 0-47,0 0-11,0 0 15,-16-40-7,14 39-1,2-2 2,-3 0 4,-1-1 1,-4-1-15,-5 1 1,-4 0-6,-5 0-3,-5-1 0,-3 3-2,-4-1 5,3 3 4,-1 0-4,-2 1 15,6 13-3,-1 3-4,1 6 1,8 4-8,1 5 2,7 5 7,3 1 2,8 2-7,1-1-2,0-1-1,4 0-3,11-4 0,2-3-2,2-7-3,5-7 3,-2-6 1,8-5 0,-1-6 3,3 0-4,4 0-6,-6-10-10,-6-1-6,-2 1-6,-6 2-18,-5-1-3,-2 2-10,-2 0 17,-5-3-35,-2 0-70,0-1-127</inkml:trace>
  <inkml:trace contextRef="#ctx0" brushRef="#br0" timeOffset="493">278 320 565,'0'0'38,"0"0"8,0 0 8,0 0-31,0 0-23,0 0-5,0-2 0,1 17 5,2 7 20,-1 5-2,-2 5 36,0 1-14,0 3-5,0 2-6,0 3-6,0 1-15,0 2-1,-5-3-5,2-5 2,0-3-4,0-5-15,2-6-25,1-5-65,0-7-32,0-5-115</inkml:trace>
  <inkml:trace contextRef="#ctx0" brushRef="#br0" timeOffset="861">490 344 554,'0'0'92,"0"0"-74,0 0 35,0 0-12,0 0-41,0 0 0,49-31 0,-24 31 13,2 3-5,0 16-1,3 4 10,-8 7-7,-4 5-7,-9 5-1,-8-3 0,-1-1-2,0-5 1,-9-9-1,-2-8 9,0-9-3,-2-5-5,-1 0 15,-1-3 2,-1-16 5,7-10 0,2-3-14,7-5-9,0 2 2,14 1 2,12 4-4,5 3 1,5 8-3,6 2 2,-2 3-1,-7 3 0,-5 2-11,-7 3-35,-2 3-76,-5 2-108</inkml:trace>
  <inkml:trace contextRef="#ctx0" brushRef="#br0" timeOffset="1281">1125 301 684,'0'0'24,"0"0"-16,0 0 16,0 0-17,0 0-7,-113 2 5,80 11-1,8 3-2,1 0 7,3 4 2,3-1-8,9 1 0,3 1 1,4-2-4,2 1-3,0-3-1,11-3 3,14-2 1,8-7 0,6-4 7,10-1-6,-1 0-2,-5-5 1,-10-5 0,-12-3 6,-8-1 2,-5-4-1,-5-3 1,-3-3 0,0-2 4,0 1 6,-6 1 10,-6 3 16,-6 4-31,6 2-13,-3 5-1,3 5 1,2 2-1,-2 3-37,0 0-68,-3 0 14,6 11 1,6 2-69,3 1-47</inkml:trace>
  <inkml:trace contextRef="#ctx0" brushRef="#br0" timeOffset="1761">1622 343 624,'0'0'6,"0"0"-5,0 0 46,0 0-1,0 0-28,0 0-11,-85-45 23,70 45-18,-4 0-12,-2 11 2,4 3-6,4 3 4,4 0-4,4 3 2,5 1-5,0 3-7,24 0 12,9 1 2,6 2 0,3 0-2,-7 1-3,-6-1 2,-8-2 2,-12-4-9,-2-5 7,-7-6-7,0 0 10,-21-4 3,-12-1 17,-7-3 4,-6-2-22,1 0 3,8-12-2,4-3 0,9-4-3,11 1-41,8 1-60,5 3-115</inkml:trace>
  <inkml:trace contextRef="#ctx0" brushRef="#br0" timeOffset="2203">2156 325 684,'0'0'2,"0"0"2,0 0 56,0 0-23,0 0-37,-97-26 0,70 32 2,6 5 1,2 5-3,4 0-6,8 4 0,2 1 6,5 2-8,0 4-2,14 2 0,11 4 7,6 1 2,-1 0-6,-3-3 6,-2-1 2,-7-7-2,-9-3 1,-1-8 0,-7-4 4,-1-3-4,0 1-4,-4 0 4,-20-2 13,-12-3 7,-9-1-9,-4 0-9,0-12 5,7-6-6,12-2 0,9 3-1,11 2-32,10 5-32,0 5-77,19 1-353</inkml:trace>
  <inkml:trace contextRef="#ctx0" brushRef="#br0" timeOffset="2729">2889 643 687,'0'0'1,"0"0"-1,-82-29 24,52 29 2,-3 0-16,0 15 11,2 9 15,1 3-4,5 1-15,8-2-10,5-2-4,9-3 10,3 0-13,3-3-7,20-2 7,8-5 9,15-6-2,4-5 6,2-9-5,0-19 9,-3-12 8,-1-14-5,-8-12-17,-7-7 4,-8-3-4,-7 2 8,-10 6 2,-5 9 6,-3 9 1,0 7-18,0 11 7,-3 9-5,-2 9 15,2 10-12,3 4 4,0 0-11,-7 7-25,1 17 7,-2 11 11,1 9 7,2 7 0,4 5 5,1 6-5,0 3 9,0 3-6,0-1 11,0-4-4,0-7-5,0-11-3,0-7-2,0-5-8,0-8-22,1-7-42,13-5-71,8-7-53,11-6-71</inkml:trace>
  <inkml:trace contextRef="#ctx0" brushRef="#br0" timeOffset="3247">3521 646 614,'0'0'31,"0"0"73,0 0-8,-51-82-59,23 78-7,-5 4-2,-1 7-7,1 17-14,5 3-7,7 1-1,7 1 1,11-6-5,3-2-3,0-1-1,17-4-11,10-7 2,7-7 16,5-2-2,-2-2 0,-6-11 4,-11-1 2,-5 5 5,-9 3 4,-6 5 22,0-1 2,0 2-19,0 0-16,0 0-12,-9 18-6,-3 3 18,9 3 1,3-2-1,0-1-8,8-2 6,12-5-4,7-4-11,6-6-3,7-4-16,0-4-16,1-21 16,-2-13 36,-3-12 6,-4-12-3,-6-8-1,-9-3 6,-6 4 24,-6 6 19,-4 6-16,-1 9 8,0 8 9,0 13-35,0 10-5,0 7 4,0 8-5,0 2-11,0 0-5,0 6-19,0 15 4,0 11 19,0 11 1,-6 6 0,-2 9 4,1 1-2,-3 2 0,1 1-2,-2-5 0,4-5 2,-1-10-5,5-7 3,3-4-25,0-5-39,0-5-70,2-7-13,11-7-20,10-6-118</inkml:trace>
  <inkml:trace contextRef="#ctx0" brushRef="#br0" timeOffset="3912">4236 640 547,'0'0'169,"0"0"-131,0 0 77,0 0-55,0 0-41,0 0-19,0 0 5,-104-29-5,71 56 4,6 0-4,13 1-1,10-4-10,4-3 5,0-1 3,1-6-3,14-3-2,5-4 6,5-7-5,9 0 7,4-19-4,2-10 0,-3-2-2,-6-1-1,-9 2 7,-8 6 7,-6 9 48,-7 5 23,1 7-23,-2 2-20,0 1-28,0 0-7,0 4-13,0 18-9,0 11 17,0 8 4,-3 2 0,1 3-4,1-7 2,1-1-2,0-7-9,0-4 0,0-6-11,0-4-18,1-6-44,14-8-93,0-3-38</inkml:trace>
  <inkml:trace contextRef="#ctx0" brushRef="#br0" timeOffset="4401">3690 340 778,'0'0'47,"0"0"-39,0 0 4,0 0 4,80 7-16,-8 10 27,13 1-14,-3-1-5,-3-5 1,-10-4-8,-8-2 6,-10-6 0,-14 0 10,-12 0 5,-14 0-12,-7 0 11,-4 0-19,0 0-2,0 0-16,0 1-44,-1 3-73,-16 2-29,-5-2 21</inkml:trace>
  <inkml:trace contextRef="#ctx0" brushRef="#br0" timeOffset="5542">4803 690 602,'0'0'39,"0"0"-15,86-30 4,-42 28-3,0 2-18,-2 0 14,-4 8 8,-3 9-11,-4 3 1,-3 5-19,-5 3 8,-5 5-2,-10 2-5,-8 1 2,0-4 0,-8-4 1,-13-5-3,-4-6 4,2-6 11,1-4 2,4-6 5,6-1-2,6 0 15,2 0-10,0-14-5,4-5-21,1-8-2,24-5-16,11 2 16,12 3 2,5 4 0,7 7-2,0 11-4,-1 5 2,-5 0-20,-6 1-87,-11 12-21,-10-2-215</inkml:trace>
  <inkml:trace contextRef="#ctx0" brushRef="#br0" timeOffset="5947">5659 848 736,'0'0'24,"-86"-11"-19,39 11 48,1 0-2,9 16-38,5 3-9,7 3-2,7 4-2,6 0 0,9-3-8,3-3 1,9-3-12,20-3 15,8-6 1,9-8-1,3 0-9,-5-8-20,-10-10-2,-7-4 35,-14 3 11,-7 2 27,-6 3 29,0 5 3,0 5-22,0 3-14,0 1-22,0 0-12,-4 17-18,-2 10 15,1 8-4,5 3-1,0 0 6,15-3 0,3-4-13,6-5 10,3-9-13,4-9 4,5-8-8,6 0-13,1-23 17,-3-12-4,1-13-12,-1-8 34,-7-6 8,-4-2 44,-3-1 18,-1 1-38,2 1-24,0 5-7,-2 8 15,-4 10 0,-6 10-5,-6 15 15,-3 7-16,-3 5 17,-3 3-18,0 0-9,0 22-31,-2 18 19,-11 15 12,-5 10 5,-4 5-3,-2 2 0,-1 1-2,2-2 0,5-7 2,5-8-2,7-12 0,6-7 2,0-9-2,12-6-4,10-5 4,14-4 4,4-5 8,7-3 4,-1-5-10,-3 0 0,0-12-3,-1-9 6,-4-7-8,-6-3-1,-8 0 0,-9 2-3,-12 3 7,-3 6-3,0 6 0,-5 4-1,-9 5 0,-7 5-3,-3 0 3,-6 12-2,3 9-3,5 5 2,8 4-3,11-1-8,3 2 5,2 0 8,16-3-4,7-5 2,5-3 2,6-7-2,1-7-12,-2-4-15,-3-2-38,-5 0-50,-6-14-52,-10-6-217</inkml:trace>
  <inkml:trace contextRef="#ctx0" brushRef="#br0" timeOffset="6899">5783 769 568,'0'0'320,"0"0"-306,0 0 6,0 0 5,0 0-14,134 28 15,-43-2 12,9 1-18,-6-2-4,-13-3-13,-15-3-3,-17-6 4,-15-5-4,-12-4 2,-8-1 3,-10 0-5,-2-3 1,-2 1 0,0 1 6,0-1-6,0 2-1,0-3-9,0 1-11,0-1-13,0 2-19,0 1-63,0 1-56,-6 0 4,0-1-18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9:48.698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33 0 228,'0'0'0,"0"0"-9,0 0-42,0 0 21</inkml:trace>
  <inkml:trace contextRef="#ctx0" brushRef="#br0" timeOffset="1342">85 22 193,'0'0'0,"0"0"-48,0 0-23,-85 4-3</inkml:trace>
  <inkml:trace contextRef="#ctx0" brushRef="#br0" timeOffset="2315">348 224 535,'0'0'90,"0"0"-71,0 0-19,0 0-8,0 0-173</inkml:trace>
  <inkml:trace contextRef="#ctx0" brushRef="#br0" timeOffset="5984">3512 152 455,'0'0'0,"0"0"-226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9:48.819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358 113 195,'-40'-53'36,"38"52"-10,2-1 2,0 2-6,0 0-14,0 0-8,-1 0 0,-2 0-8,-3-1 8,0 1-22,-2-3-30,3 0-126</inkml:trace>
  <inkml:trace contextRef="#ctx0" brushRef="#br0" timeOffset="1454">0 224 92,'0'0'145,"0"0"-18,0 0 9,0 0-26,0 0-51,0 0-12,3-3-21,2 3-5,5-4-8,3 1-5,14 0 4,6-1 10,9 2-9,7-1-13,3 3 6,5 0-5,-5 0-1,-3 4-11,-8 8-21,-5 2-51,-8 2-14,-4-3-110,-11-3-147</inkml:trace>
  <inkml:trace contextRef="#ctx0" brushRef="#br0" timeOffset="1738">407 234 599,'0'0'64,"0"0"-8,0 0-28,0 0-28,0 0-11,0 0 11,2 93 8,1-46-3,4 5 8,2-5-12,2-7 1,0-1 0,-3-6-2,1 0-2,0-2-1,-2-2-35,2-3-55,6-6-76,0-13-181</inkml:trace>
  <inkml:trace contextRef="#ctx0" brushRef="#br0" timeOffset="1987">643 470 337,'0'0'273,"0"0"-217,0 0 18,0 0-58,0 0-16,0 0-12,0 28 12,3-1 1,3 0-1,3-5-5,0 2-9,3-7-63,-2-8-110,2-9-275</inkml:trace>
  <inkml:trace contextRef="#ctx0" brushRef="#br0" timeOffset="2361">803 238 551,'0'0'62,"0"0"-62,0 0-16,0 0 16,0 0 2,46 106-2,-33-68 3,2-3-1,-1-5 0,-2-7-2,-2-8 8,-1-7-8,-3-5-1,4-3-2,2-12-7,2-16 4,1-5-18,-3 6 13,-4 4 11,-5 7 6,-1 6 28,-1 4 2,-1 5 0,2 1-29,2 0-7,4 10-12,4 8 11,3 2 1,1-2 0,4 2 1,0-9-1,1-2 1,-3-3 1,-3-6-2,2 0 0,-3 0-3,0-12-4,7-2-10,-3-6 11,1 5 5,-5 2 1,-3 3-3,-6 6 3,-2 1 0,-3 3 6,0 0 6,0 0-12,0 0 0,0 9-8,0 7 3,8 4 5,3-4 5,6 2-5,13 1 1,6-5 6,2-3-7,-1-2-2,-8-3-1,-10-2-1,-5-4-2,-8 0 6,-5 0 0,1-8 8,-2-9-7,0-5 12,0 2 12,0 0 7,-14 0-2,1 4-9,1 3 2,6 6 1,0 5 1,6 2-14,0 0-11,0 9-15,0 5-5,0 5 17,15 0-9,12-2 10,7-3-10,8-1-26,5-3-22,-2-3-59,-2-2-197</inkml:trace>
  <inkml:trace contextRef="#ctx0" brushRef="#br0" timeOffset="3187">2271 286 666,'0'0'38,"0"0"-36,0 0 17,0 0-6,0 0-5,-93-55 0,74 55 17,-1 13-17,-2 8-7,3 10-1,5 4-1,4 4 0,10 0 2,0-1-2,0-5 1,16-1 0,9-9 0,5-5-1,3-5-3,0-11-2,-2-2-11,1-9 5,-4-21-7,-3-11 14,-5-14 5,-5-8 2,-6-5 0,-5 3-2,-4 10 12,0 8-10,-1 11 18,-10 3 3,2 8-11,2 5-3,1 9-4,3 4 14,3 4 8,0 3-27,0 0-3,0 16-23,0 6 24,0 6-3,0 5 5,3 3 1,6 5 5,4 4-4,4 2-2,2 1 2,3-4-1,-2-5-1,-4-6 2,-1-9-2,0-7-2,-1-8 2,2-9-11,0 0-4,5-9 4,3-18 2,-2-7 9,-2-7 0,-4 0 0,-7 4-5,-3 9 4,-6 7 2,0 4 6,0 6-3,0 2 11,0 7-12,0 0 9,0 2-12,0 0-8,0 0 5,0 8-12,0 12 15,0 4-1,0 7 1,0 6-2,0 3 2,0-1 0,13-5-1,1-4 1,4-10-5,-3-4 5,-2-10-1,1-6-5,-2 0 2,2-15 4,3-10 1,-1-3 4,-2-2-2,-2 6-3,-5 5 1,-2 0 0,-2 8 1,-3 2 3,0 2 5,0 6 25,0-2 4,0 3-23,0 0-12,0 0-4,0 0 0,0 0-5,0 0 4,0 0-7,0 0-4,0 0 4,0 0 5,0 0-1,0 0 1,0 0 1,0 0 2,0 0-4,0 0-13,1 0 14,-1 0 1,0 0 2,0-1 3,0 1 5,0 0 4,0 0-6,0 0-6,0 0 0,0 0-2,0 0 4,0 0-6,0 0 4,0 0 0,0 0 1,0 0 1,0 0 1,0 0-3,0 0-4,0 0 4,0 0 0,0 0 0,0 0 0,0 0 0,0 0-1,0 0 1,0 0-3,0 0 2,0 0 1,0 0-1,0 0-6,0 0 4,0 14-6,0 6 1,0 7 8,0 2 0,0 1 0,2 2 0,1-2 7,5 0-7,0-5 1,1-4-1,0-4 0,-2-7 2,1 0-2,-2-3 0,1-3-3,-1 2 3,-3-6 0,2 0-5,1 0 5,3 0 3,4-10 1,2-10 1,1-1-5,-4-4-4,0-2 1,-1 0 3,-4 2 1,-1-2-1,-2-3-2,-2 2 2,-2 0 5,0 1-4,0 4 3,0 4-4,0 0 1,0 8-1,-2 2 0,-3 2-1,2 4 1,0 2 0,1 1 2,2 0-9,-1 0 8,-1 0-3,-1 0 1,0 0-8,0 4 8,3 9-3,-3 3 3,3 3-8,0 5 0,12 2 9,9 2 0,-1 0 0,3-1-1,-2-1 1,-1-5 0,-4-2 0,-4-3 0,-5-2-1,-4-3 1,-3 2 0,0 2 1,0-1-1,0 2 0,0-5 2,0 1-2,0-4 1,0 1-1,0-2-13,5-4-47,5-3-40,10 0-74</inkml:trace>
  <inkml:trace contextRef="#ctx0" brushRef="#br0" timeOffset="4933">3390 439 113,'0'0'510,"0"0"-496,0 0 19,0 0-4,0 0-17,-87-3-12,77 30 0,4-4-2,4 3 0,2-6-10,2 0-1,11-8-23,5-5 7,-1-4 28,-3-3-4,-2-3 5,0-12 3,-3 1 0,-6-3 9,0 4 39,-3 6-15,0 4-4,2 3-12,-2 0-17,1 0-3,-1 0-17,2 14 10,-1 3 6,2 3 1,4-2-4,2 2 2,4-9 1,1-1 1,1-8 2,3-2 4,3-3-6,-3-23-1,6-6-9,-5-12-4,-2-9 11,-5-10 0,-5-3-24,-4 7 17,-3 9 10,0 10 13,0 8 26,0 7 11,-5 10 8,2 5 2,3 6-33,0 4 10,0 0-37,0 0-16,0 14-9,2 7 25,2 7 5,-1 9-4,-3 5-2,0 10 2,0 5 2,0 0 3,0-1-4,0-7-1,0-8-2,0-5 0,5-4-22,-2-8-95,3-7 0,-1-8-83,-1-5-204</inkml:trace>
  <inkml:trace contextRef="#ctx0" brushRef="#br0" timeOffset="5579">3555 467 572,'0'0'28,"0"0"-19,0 0 33,0 0-30,0 0-12,94-60 0,-71 59 7,-1 1 17,0 0 0,-5 0-13,-1 6-4,-4 8-2,-2 3-5,-4 3 5,-3 6-3,-1 4 3,-2 3 4,0-7 2,0 1-6,0-4-4,0-6-2,0-5 1,0-5-52,0-7-63,0-1-70,0-21-117</inkml:trace>
  <inkml:trace contextRef="#ctx0" brushRef="#br0" timeOffset="6014">4015 353 594,'0'0'86,"0"0"-43,0 0 28,0 0-59,0 0-12,0 0 0,-87 20 4,72 6-4,6 2 0,5 1-1,1-5-4,3-1 5,0-4-1,0-5-4,1-4-5,4-4 2,2-3-1,4-3 2,7-6 6,5-17 1,3-10-17,-7-1 5,-2 1-15,-8 6 27,-5 9 0,-4 7 41,2 5-17,-2 3-4,0 3-8,1 0-12,-1 6-8,2 8-7,-1 4 14,2 0 0,3 1 1,1-6-2,-2-3 0,4-3 2,0-5-2,1-2-7,4 0-6,2-2 0,3-14 4,-2-1-19,-2 3 8,-5 1 21,-2 3 0,-5 5 1,-2 3 2,1 2 7,-2 0-9,3 2-1,1 10 0,5 7 1,2 2 0,2-1 0,-1-6-5,-1-2 5,-1-5 0,-3-1-2,-1-6-2,3 0-15,3-3-33,2-11-99,0-3-210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9:55.78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27 194 372,'0'0'230,"0"0"-230,0 0 0,0 0 0,-9 99 28,8-56 5,-1-2 13,-1-2-8,-3-8-18,6-6-2,-3-9-17,2-8 1,1-5-2,-2-3 5,2 0-1,0-1 20,0-21-7,0-9-17,6-8-21,6-5 8,-1 6 13,0 8 1,-5 6 4,-1 9 1,-2 7-3,2 5-2,-4 3-2,2 0 0,4 4-17,-1 10 18,0 4 0,0-4-2,-1-5 2,-2-5-1,1-4 1,5 0 0,3-10 8,7-14-8,4-5-1,-4-3 1,-2 6 0,-5 5 0,-6 7 1,-3 8 2,1 6 18,-4 0-19,1 0-2,-1 0-9,2 0 7,1 0-13,1 14 15,-2 4 0,3 5-1,-2 8 1,-2 8 0,-1 1 4,0 2-3,0-2-1,0-6 1,0-5-1,0-9 0,0-7-4,0-6 3,0-3-19,0-4-107,9 0-192</inkml:trace>
  <inkml:trace contextRef="#ctx0" brushRef="#br0" timeOffset="653">539 222 677,'0'0'88,"0"0"-77,0 0-11,-30 88 5,21-41 3,0-4-4,5 2-2,-1-8 4,1-4-6,-1-9 1,-2-6-1,7-7-4,0-7-10,0-2-18,0-2-4,0-3 29,10-17-30,4-5-3,0-6 31,-3-2-3,4-3 1,-8-1 1,-1-1 10,0-2 2,-3-3 37,0-1 20,3-1-7,0 4 10,2 8-13,2 7-21,5 6-16,-1 1-8,5 4-7,-1 5 3,1 2-2,0 3 0,-2 3 2,-2 2-2,-2 0 4,4 0 1,-5 7-2,4 8-2,-4 6-1,-3 5-10,-2 3-54,-7 4-44,0-2-59,-5 1-301</inkml:trace>
  <inkml:trace contextRef="#ctx0" brushRef="#br0" timeOffset="1146">479 407 187,'0'0'551,"0"0"-509,0 0 20,0 0-39,0 0-17,94 0-4,-53-4 0,-6-2 1,-3-1-3,-4 4-15,-6 2-84,-2 1-40,-7 0-127</inkml:trace>
  <inkml:trace contextRef="#ctx0" brushRef="#br0" timeOffset="1492">1150 568 689,'0'0'113,"0"0"-91,0 0 35,0 0-44,0 0-13,107-4 4,-73 4 3,0 0-7,-1 0 17,-3 0-9,0 0-2,-5 0-6,-4 0-5,-9 0-65,-6 3-79,-6 1-137</inkml:trace>
  <inkml:trace contextRef="#ctx0" brushRef="#br0" timeOffset="1716">1039 670 559,'0'0'107,"0"0"-85,0 0-3,0 0-19,0 0-10,0 0 10,62 28 25,-20-25-6,1-2-5,-2-1-14,-4 0 8,-6 0-3,-4 0 22,-5 0 9,-5 0-31,-10 0 1,-2 0-3,-5 0-6,0 0-23,0 0-83,0 0-91,-8 2-6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9:59.528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14 0 479,'0'0'90,"0"0"-79,0 0-2,0 0-6,0 0 2,0 0-5,15 78 6,-9-41 15,-3 0 24,-3 3-11,0-2 12,0-2-11,0 2 5,0 0-22,0 3 12,-3 1-16,-3-4 8,-2 0-13,4-4 1,-1-2-8,1-2 1,2-7-3,1-2 1,1-2-5,0 0-3,0-5-70,4-4-91,7-10-114</inkml:trace>
  <inkml:trace contextRef="#ctx0" brushRef="#br0" timeOffset="434">203 260 430,'0'0'81,"0"0"11,0 0-11,0 0-28,0 0-17,0 0 5,35-66-11,-13 63-2,2 0-11,4 3-7,0 0 2,-2 7 3,-1 8-3,-5 6-1,-5 8-6,-7 1-5,-3 2 0,-5 6 0,0-3 4,-5-1-4,-11-4 0,-3-6-2,-2-3-1,-5-3 3,1-2 3,1-3 11,5-6-6,4-2-2,6-1-6,7-4 2,2 3-1,0-3-1,0 0-1,0 0 0,0 0-7,0 0 5,13 0 6,6 2 0,8 0 3,5 1 1,4 0-2,3-2-5,1 2-1,-2 0 1,-3 0 7,-8-2-6,-6 2 0,-7 0-1,-7-3 0,-4 0 0,0 0 0,-1 1-2,-1 1-10,5 2-30,0 2-60,5 1-13,2-4-41,-3 0-173</inkml:trace>
  <inkml:trace contextRef="#ctx0" brushRef="#br0" timeOffset="1041">914 491 465,'0'0'91,"0"0"-12,0 0-21,0 0-35,0 0 1,0 0-11,-17-42-4,7 41 21,-2-1-6,1 2-20,-1 0 9,2 0 11,-2 2-17,3 12 9,0 0-6,1 7-4,4 4-4,4 4 3,0 0-2,0-2 1,12 3 7,5-8-11,2-4 7,3-2-4,1-10-2,1-2 8,-1-4-4,3 0-2,-3-4 4,2-13 1,-3-5-1,-1-1-3,-5-3 0,-3-2 0,-3 3-1,-9 1 8,-1 4 18,0 4 5,0 1-25,-9 4-8,-3 2-1,3 4-2,2 2-19,-2 3-25,0 0-16,1 7-25,4 5-40,4 1-91,0 1-211</inkml:trace>
  <inkml:trace contextRef="#ctx0" brushRef="#br0" timeOffset="1672">1469 504 427,'0'0'62,"0"0"72,0 0-67,0 0-19,0 0 6,0 0-20,26-37-23,-9 37 15,1 0-15,2 0-4,0 0-4,-1 9 1,-4 6-2,-4 5-2,-7 4-6,-2 8 2,-2-1 4,0 2 6,-5-2-1,-5-7 1,1-4-4,1-6-1,4-7 5,1-4-6,3-3 2,0 0 11,0 0 16,0 0 11,4-10-5,16-11-30,2-6-1,7-1-4,0 1-8,-3 7-1,-4 4 9,-7 7-3,-3 4 3,-3 1 0,-3 4-4,-2 0 4,4 0 0,-4 7-2,1 10-3,-2 4 3,-2 4-6,-1-5 8,0 3 0,0-10 1,0-3-1,0-3-3,0-7 3,0 0 0,0 0 3,9 0 10,9-10-2,4-10-7,8-7-4,-1 1-6,1 0 5,-1 2-2,-2 6-4,-1 4 3,-6 4-3,-2 3 3,-4 4 3,-7 3 1,-2 0-2,-4 0-13,-1 4 10,0 13-2,0 4-6,0 6 12,0 1 2,-4 3-1,-1-3 5,1-2-4,-2-2-1,-3-6 0,3 0-1,0-2-6,1-3-28,4-6-119,1-3-35,0-2-255</inkml:trace>
  <inkml:trace contextRef="#ctx0" brushRef="#br0" timeOffset="2534">2614 415 480,'0'0'74,"0"0"43,0 0-32,0 0 1,0 0-21,0 0-32,2-49-14,-4 45-14,-8-1-1,-5 4-3,-3 1 1,-1 0 1,-1 0 0,-2 10 0,3 3 2,2 3-4,4 4 7,2 0-6,5 0-2,2-1 0,4 2 0,0-1-4,3 3 3,13-1-7,7-1-1,-1 1 9,-1-2 0,0 1 1,-5-2-1,-2 1 0,-5 0 0,-4 0 0,-3-1-1,-2 1 0,0-4 1,0-2-4,-16-3 2,-4-1 2,-1-1 18,-4-7 5,-2-2 12,-3 0-6,0 0-12,4-1-5,0-9-6,5-1-4,3-2 7,6 0-8,5 5-1,1 3-5,3 4-10,3 1-8,0 0-39,-1 0-71,-1 0-105,-1 0-317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1:50.52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606 104 136,'0'0'137,"0"0"-57,0 0-11,0 0-12,0 0-8,0 0-7,0 0 1,0 0-11,0-27-8,0 26-9,0-1 4,-4 1 8,1-1-9,-3 2-6,-5 0-12,-4 0 1,-1 0 7,-5 0-6,-1 0 2,-4 0-4,-1 5 5,-4 2-4,-2-2 1,0 4 7,-1-2-4,3 3-4,4-1 2,4-2-1,6-2 0,3 1-1,4-2-1,2-1 3,1 1-3,1 0-1,-2-1-3,3 1 3,0-1-14,-1 0-9,3 1-11,-2 2-12,-1 0-1,1-2-35,3-3-58,2-1-81</inkml:trace>
  <inkml:trace contextRef="#ctx0" brushRef="#br0" timeOffset="621">202 0 237,'0'0'152,"0"0"-60,0 0-15,0 0-29,0 0-39,0 0-9,0-3-1,0 4 1,0 9 7,-9 2 21,-2 3-6,-2 1 10,-1 2-10,-2 1-3,1 1-11,-4 0 12,1 0-15,-3-1-1,0 1 0,3-1 4,5-5-7,4-3 1,4-4-2,5-3-1,0-1 0,0-2 1,0 2 0,0 0 0,0 3-1,2 2 1,11 4 0,4-1 9,2-1-7,-1-2 2,6-1 4,1-2-6,2-1-1,1-3 5,1 2-5,6 0-1,1-1-6,-3 3 2,-5-2-7,-8-1-3,-7 1 8,-7-1 5,-3-2 1,-3 0 0,0 0 1,0 0 0,0 0 4,0 0-4,0 0-1,0 0 1,0 0-1,0 0-4,0 1-4,0 1-24,-3 0-101,-1-2-120,-1 0-110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38:02.580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  <inkml:brush xml:id="br1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3242 156 518,'0'0'0,"0"0"0,-110-23 0,75 16 13,4 0 19,6-3-19,-2 0 18,-2 1-8,-5-1-11,-3 1-1,-8 2 5,-7-1-15,-5-1 1,1 1 1,3-2 21,1 1-21,-2 1-1,-7 2-2,-9 2 2,-9 3 1,-2 1-2,-2 0-1,5 0 1,7 7-1,5 4 3,-1 3-6,1 3 3,-3 3-1,-8 4 2,-8 1 4,-3 2-4,0 0-1,0 1 7,4 2-2,8-2 8,5 0-9,5 3 4,3-1-7,-1 2 1,-2 4 1,-5 1-3,-7 6 0,2 3 0,0 1 1,9 4-1,7 0 6,10-1-6,8 1 0,1 1 0,6 0 0,6 4 0,-1 1 2,2 1-2,1 2-2,2-3 2,3 1 1,2-2 0,1-2-1,1 0-4,9-3 4,3-2-1,3 1-3,3-5 2,0 0 0,0 0 2,4 5 2,4 0-2,-2 3-1,6-1 0,-3 0 1,1-1 1,5 1-1,0-1 1,9 1-1,3 1 0,9 1 0,11-3 4,10-3 10,10 0 7,8-3-13,8 2-8,10-1 8,7 1-4,10 2-3,8 2 5,0-2-4,3 0-2,-2-6 2,2-8-2,1-6 2,2-8 1,6-4 2,7-5-5,12 3 6,8-1 11,-2 3-3,-3-1-5,-8-2-3,-15-1 0,-11-3-6,-3 2 0,-8-4 0,-4 0 5,-1-3-12,-5-4 14,1-1-7,-2 0 8,-7 0 10,-3 1-16,-6-1-2,-1 3 3,-6-1 1,-3-1-4,-7 0 1,-3 1-1,-4-2-2,-1 0 2,2 0 2,3 0-2,1 0 0,3 0 0,-1 0-2,-5 0 4,-9 0-4,-6-4 3,-4-3-1,-1 0 9,2 0-8,8 1-1,2 3 4,3 0-4,-1 3-1,1 0 1,-2 0 2,0 0 0,1 0-2,-4 0 0,-5 0 0,-1 3 3,3 3 0,4-1 1,3 1 2,6-2-4,-2 0 0,-1 1 0,-3-1 1,-4-2-3,1 3 0,3-1 0,-2-1 2,3 0 0,2-2 9,2 1-3,-3-2-6,1 0-1,3 0-1,5 0 10,-2 2-8,3 3 3,-4 0-5,-5 1 4,2 1-3,-2 0-1,0 2 2,0 1 0,2-4-2,1 1 1,-1-4-3,-5-3 5,6 0-1,4-3 2,2-13-4,4-10 0,-2-8 0,-5-6 4,-3-6-1,-5 0-3,-9 2 3,-8 0-3,-5-1 0,-5 0 0,-3-3 2,-6-1-4,-2-2 1,-9-2 0,-6-3-8,-2-5-1,-22-1 5,-8-1 2,-6-1 1,-6 1 2,0 1 0,-5 1 0,1-3 8,-1 2-8,0 2 1,3 2-1,1 7 4,-1 3-4,-2 1 0,-3 1 0,-10-5 0,-15-1 0,-8-4 0,-7-1-10,-3 2-16,5 3 22,-2 3 4,0 2 0,1 3 0,-5 2 0,-4 3 6,0 1-6,3 4 1,5-1-1,3-3 0,-3-2 0,-7-8 4,-7-9-9,-10-3 11,-4-3-7,-8 2 1,-1 1 0,-2 1-3,-7-1 2,4 4 1,9 4 0,16 7 0,16 6 4,10 7-2,0 5-2,3 2 0,-8 1-18,-5-2-78,-12-2-52,-15-3 43,-15-4-48,-6-6-116</inkml:trace>
  <inkml:trace contextRef="#ctx0" brushRef="#br1" timeOffset="196760">1067 5814 203,'0'0'2,"0"0"3,-36 103-3,36-63-2,0 5-55,0 7 49,0 9 0,0 2-10,0 4-106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42:19.822"/>
    </inkml:context>
    <inkml:brush xml:id="br0">
      <inkml:brushProperty name="width" value="0.03528" units="cm"/>
      <inkml:brushProperty name="height" value="0.03528" units="cm"/>
      <inkml:brushProperty name="color" value="#EA700D"/>
      <inkml:brushProperty name="fitToCurve" value="1"/>
      <inkml:brushProperty name="ignorePressure" value="1"/>
    </inkml:brush>
  </inkml:definitions>
  <inkml:trace contextRef="#ctx0" brushRef="#br0">0 229 13,'0'0'26,"0"0"-24,127-25 5,-71 17-7,7-2 3,-3 2 31,-4-2 74,-5 2-59,-8-1-20,-1 2-8,-6 0-20,-2-2 0,-4-1-1,-3-1 1,0-3 10,1 2 2,-3-1 10,-1 1-18,-6 2-3,-5 3-2,-5 2-2,-2 2 0,-4 3-3,-1 0-1,1 0-40,2 0-100,2 1 65</inkml:trace>
  <inkml:trace contextRef="#ctx0" brushRef="#br0" timeOffset="831">572 99 197,'0'0'36,"0"0"-24,0 0 23,0 0-10,0 0 6,0 0-5,-23-24 7,18 18 28,1 1 3,-3-3-16,0 4 7,1 1 6,3 2-21,-1 1-15,1 0-10,0 0-10,1 0-3,0 0-1,2 0 2,0 0 2,0 0 0,0 0 14,0 0 14,0 0-8,13 0-15,11 0 14,13-2 21,18 0-28,11-1-11,9 1 3,13 2-5,7 0-1,2-1-2,3-2-1,-8 0 1,-14-3 1,-14 1-2,-10-1 5,-15 1-3,-5 1-2,-4 1 0,-8 1-1,-1 2 1,-7-1 0,-7 1-1,-1 0 1,-6 0 0,0 0-9,0 0-21,0 0 5,-23 0 25,-15 0 4,-21 0-2,-18 0 0,-11 3 2,-9 7-1,-8 2-3,1 2 0,10 1 0,12-3 3,9-2-6,10 0 3,4-4 0,2-2 2,3-3-2,1 1 4,5-2-10,14 0 5,15 1 1,12 0 2,7-1-2,0 2-1,0-2-6,0 0-15,10 0 3,16 0 19,11 0 2,13 0 10,8 0-12,12 0 11,6 0-6,9 1-5,6 1 3,6-2-1,1 0-2,-4 0 5,-12 0 1,-19-2-4,-18-3 0,-18 0 1,-14 3 1,-10 0 1,-3 2 3,0 0-8,-2 0 0,-20 0 5,-18-1-5,-24 1-1,-20 0-5,-16 0 6,-3 0 7,0 0-6,6 0-1,8 3 3,11 2-3,20 2-5,19 2 5,21-1-3,8-1 0,10-1-8,0-3-31,0-2 3,27-1 39,25 0 14,21 0 13,20-8-8,11-5 5,1 0-10,-10 2-2,-15 1 0,-18 2-7,-23 1-2,-16 1 1,-12 2 7,-8 0 13,-3 1 7,0 3-5,0 0-14,0 0-9,0 0-3,-15-2-5,-9 2 1,-3 0 4,3 0 0,6 0-5,4 0-4,5 0-12,1 0-34,3 0-28,3 0-61,2 0 24,-2 0-57,1 0-137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46:06.833"/>
    </inkml:context>
    <inkml:brush xml:id="br0">
      <inkml:brushProperty name="width" value="0.03528" units="cm"/>
      <inkml:brushProperty name="height" value="0.03528" units="cm"/>
      <inkml:brushProperty name="color" value="#EA700D"/>
      <inkml:brushProperty name="fitToCurve" value="1"/>
      <inkml:brushProperty name="ignorePressure" value="1"/>
    </inkml:brush>
  </inkml:definitions>
  <inkml:trace contextRef="#ctx0" brushRef="#br0">97 2 181,'0'0'50,"0"0"-5,0 0 25,0 0-8,0 0-15,0 0-7,-78 0-22,77 0 9,-2 0-12,-2 2-15,2-1 0,3 0-19,-4 1-34,2 1-60,1-3-68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46:07.389"/>
    </inkml:context>
    <inkml:brush xml:id="br0">
      <inkml:brushProperty name="width" value="0.03528" units="cm"/>
      <inkml:brushProperty name="height" value="0.03528" units="cm"/>
      <inkml:brushProperty name="color" value="#EA700D"/>
      <inkml:brushProperty name="fitToCurve" value="1"/>
      <inkml:brushProperty name="ignorePressure" value="1"/>
    </inkml:brush>
  </inkml:definitions>
  <inkml:trace contextRef="#ctx0" brushRef="#br0">25 156 326,'0'0'0,"0"0"0,0 0-1,0 0 1,0 0-1,0 0-4,-25-20 5,25 20 19,0 0 14,0 0-26,0 0 10,0-3 12,10-3 0,11-1-20,9-2-8,12 1-2,7-1 1,3 2 0,9-1-3,5-1 6,3 0-9,4-1 12,7-1-2,-2 1 8,-7 2-1,-6 0 3,-12 2 3,-11 2-17,-15 1 9,-18 2-9,-9 1-3,-8 0-47,-26 0 21,-13 11 25,-6 5-5,-1-5-41,7-1 15,8-3 17,11-1 17,5-2-1,7 0-15,3 0-40,5-1-125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46:09.503"/>
    </inkml:context>
    <inkml:brush xml:id="br0">
      <inkml:brushProperty name="width" value="0.03528" units="cm"/>
      <inkml:brushProperty name="height" value="0.03528" units="cm"/>
      <inkml:brushProperty name="color" value="#EA700D"/>
      <inkml:brushProperty name="fitToCurve" value="1"/>
      <inkml:brushProperty name="ignorePressure" value="1"/>
    </inkml:brush>
  </inkml:definitions>
  <inkml:trace contextRef="#ctx0" brushRef="#br0">263 1104 55,'0'0'20,"0"0"-20,0 0 1,0 0-1,0 0-15,0 0-4,0 0 7,30-19 12,-29 19 0,1-1 5,-2-1 35,0 2 66,0-1-44,0 1-17,0 0-8,0-2 3,0 1-5,0-2-3,0 0-1,0 2 26,0-2 44,0 3-90,0-1-5,0 1 18,0 0-2,0 0 38,0 0-41,0 0 5,0 0 20,0 0-16,0 0-15,0 0-4,12-2-4,15 1 11,19 0-8,13-1-2,9 2-4,8 0-2,1 0 0,8 0 1,0 2 0,-2 3-2,-3 1-3,-8-1 0,-7 1-1,-11 0-4,-17 0 4,-13-2-4,-15 0 5,-7-1 0,-2-2 1,0-1-40,-24 0-5,-16 0 4,-11 0 24,-12-2-3,-7-1 7,-6-2 8,-9 4 8,-6 1 2,-3 0-2,4 0-1,13 0-1,11 0 4,15 0-1,14 0 4,12 0-3,7 3-2,10-3 0,5 0-1,3 0 1,0 0 0,14 0 0,27 0 3,19-4 6,13-2-3,8-1 0,0 1-1,2 0 0,-1 2 4,-6 1-6,-10 2 7,-12 1-5,-14 0-4,-13 0 4,-13 0-4,-9 0 0,-5 0-2,-12 0-5,-28-3-3,-26-8 9,-22-3 0,-15-3 2,-7 0-1,-6 0-1,3 0 0,11 5 4,18 3 8,24 5-9,26 3 11,19 1-8,12 0-6,3 0-6,16 0-5,32 7 11,36 5 8,28 1 12,16-2-12,3 0 2,-5-2 1,-15-2-5,-12-1 3,-23-2-7,-19-1 7,-23 1-6,-21-1 7,-13-3-3,-11 0-7,-39 0-7,-35-10-19,-34-3 14,-14-3-19,2 2 5,20 3 25,31 4 1,28 4 2,19 2-2,15 1 0,13 0 0,5 0-2,2 0-5,31 0 7,22 1 36,24 8-8,22-1-12,7 0-7,2 1-4,-10-1 2,-23 0-5,-25-1-1,-22-2 3,-21-2 0,-9-3 3,-12 0-6,-30-5-1,-20-11-4,-20 0 2,-5 0 2,-1 3 0,7 2 1,12 5-1,8 3 2,12 3-5,11 0 4,16 0-2,16 0 0,6 0-23,0 0 4,21 0 19,24 7 1,19-1 20,12 1-12,9-3-2,0-1 0,-10 1 8,-12-4-12,-22 0 4,-20 0 1,-11 0-2,-10 0 12,0 0 2,-3 0-19,-19-8 0,-9-5-1,-5 2-3,2 1 4,7 4-14,11 0 13,6 4-14,4 0-24,2 1-41,-6 1 18,-4 0-24,-5-3-21,-5-3-60,6-5-167</inkml:trace>
  <inkml:trace contextRef="#ctx0" brushRef="#br0" timeOffset="1787">1288 272 176,'0'0'57,"0"0"-20,0 0 0,0 0 6,0 0-18,0 0 17,-30-59 179,29 53-194,-1 4-22,-1-3-3,-1 0-2,-2-4 5,-2 0-3,-2 0-1,-1-1-1,1 2 1,-5-2 0,-2-3 5,-5 2-12,0 1 12,-2 0-5,1 3 0,1 0-1,0 0-3,2 3 3,-1-2 0,-2 1 3,-4-3-1,-3 3 5,-4-2-6,-2 1 5,0 2-6,3-2 4,6 3 2,5-1-5,2 3-1,4-2 4,-2 3-3,-1 0 0,-2 0 0,-4 0-1,-5 0 1,-3 0-1,-3 0 0,-3 0 0,2 0-1,0 0 1,6 1 0,3-1 3,5 3-1,2 0-4,3-1 2,1 4-3,-2 3 4,3 4-2,-4 4 2,1 2-1,-1 5 0,4 0 1,1 0-2,3-1 0,-1-1 1,1 2 1,-1 1-1,2-2 0,0 3 0,1 1 2,3-1 4,-2 0-6,0-1 0,1 1 0,1 0 0,1 3 1,1-2 1,5-2 1,0 3-3,0 0 3,0 0 2,0 1 3,0-2-7,3-3 0,3-1 3,-1 1-5,1 1 3,1-2-2,5 3 5,0-2 5,4-1 11,1-4-15,-1-1-2,-2-1 4,2 1-5,1-3-3,-1 0 5,2 2-2,1-3-1,2 3 4,3-1 6,0 0-3,3-1-1,4 0 1,1-2 6,0 0-7,0 0-7,-4-3-1,-1-1 2,-2-2 0,0 2-1,4-1 5,2 2 1,3-3-5,1 2 10,-1-4-9,-2 1 6,-3-2-7,-2-1 2,-3-3-1,-3 0-3,1 0 2,2 0 15,0 0-16,-1-1 3,-3-3 1,1 1-4,-3 0 0,1-1-1,1 1 5,-4 0-2,2-1 6,-1-2-3,3 0 2,3 0-8,-2-1 6,0 2-2,1-3 3,-1-1 1,0 0 3,1-1-9,-2-2 14,-2 1-13,-3-2 0,-1-1-1,0 0-1,1 0 10,-2-2-3,2 1 4,-3-1-5,1 1 0,-1-1 9,0-1-10,2-1-5,-2-2-1,1 0 3,-2-2 3,-1-5-6,-1-1 9,-3-2-7,0-2 0,-3-1 3,0 1-4,-3-2 0,0 0 0,0 0 6,0-1-7,-14-2 0,-8-1-3,-6-1 1,-7-2-5,-10-2 4,-10-3-2,-12-1 3,-10 5-11,-13 2-19,-8 12-41,-13 12-55,-4 12-6,-6 4-26,4 0-379</inkml:trace>
  <inkml:trace contextRef="#ctx0" brushRef="#br0" timeOffset="5256">2104 323 55,'0'0'57,"0"0"10,0 0-22,0 0-24,0 0 1,0 0 4,0 0 5,31-32-10,-28 27-7,0 3 14,0-1-11,0-1 16,1 1-9,-3 0 6,2 0 6,-3 0-5,0 1 3,0 0-6,0 1-6,0 0-16,0-1-6,0 1 8,0-1-7,-9 2-1,-5 0-4,-3 0 4,-5 0 0,-1 0 5,-6 6-5,-1 1 8,2 1-8,1 1 3,4 0 3,-4 1 1,1 0-2,-1 2 0,0-1 2,4 3-6,-4 0 0,0 2 0,-1 1-1,4 1 1,0 2-1,2-1 3,-1 3-3,1 0 0,-2 2 0,0-1 1,4-4 0,1 1 1,7-2 0,0-6-2,3 1 0,3-5 4,-1-1-3,4-1 0,-1-1-1,-1 0 0,2-2-1,0 1 0,0-3 1,0 1-19,-3-2-20,-1 0-78,-5 0-23,0-3-72</inkml:trace>
  <inkml:trace contextRef="#ctx0" brushRef="#br0" timeOffset="5946">1661 349 18,'0'0'118,"0"0"-37,0 0-40,0 0-19,0 0-13,0 0-4,21-7 16,-21 7-5,1 0-11,1 0-3,-1 3 15,-1 8 20,0 1 4,0 4-19,0 2 12,-6 1-15,-7 0 7,-6 4-8,-1 0 0,-1 1-1,-3 0-2,1-2-4,-1-1 0,1 1 1,-1-4-2,2-1 3,2-2 2,6-2-11,2-2 0,1-2 1,4-1-5,2-2 1,4-3 0,1 0 0,0-2 1,0-1 10,0 0 21,12 0 10,16 0-17,11 0-11,7 0 0,6 0-13,1 0 4,2-6-6,-5 1 4,-8-1-4,-10 2 4,-13 1 0,-10 0-1,-6 2 0,-3-1 0,0 1 4,0 1-5,0-1-2,0-2-13,0-2-43,0-2-41,-7-1-35,-1-4-88,-2 0-25</inkml:trace>
  <inkml:trace contextRef="#ctx0" brushRef="#br0" timeOffset="6666">1949 74 250,'0'0'77,"0"0"16,0 0-25,0 0-15,0 0-12,0 0 2,6-19-11,-5 18-9,1 1-7,-2-2 5,1 2-2,1 0-8,-1 0 0,7 0-8,-1 0-1,4 0-3,8 0 2,8 0 5,7 5-4,4 3 6,3 2 0,1 0-8,-5 0 6,-7-3-4,-8-2-1,-8-1-1,-8 1 5,-1-4-5,-5 2 5,0-2 9,0 1-9,0-1-5,0 3 0,0 4-3,0 6-16,0 7 19,-5 10 1,-7 3 0,-6 2 10,0 1 2,-4 0 1,0-2-10,-2 2 5,-3 4-8,1 6-1,-2 4-51,0-2-67,-1-7-332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46:46.143"/>
    </inkml:context>
    <inkml:brush xml:id="br0">
      <inkml:brushProperty name="width" value="0.03528" units="cm"/>
      <inkml:brushProperty name="height" value="0.03528" units="cm"/>
      <inkml:brushProperty name="color" value="#EA700D"/>
      <inkml:brushProperty name="fitToCurve" value="1"/>
      <inkml:brushProperty name="ignorePressure" value="1"/>
    </inkml:brush>
  </inkml:definitions>
  <inkml:trace contextRef="#ctx0" brushRef="#br0">844 891 26,'0'0'302,"0"0"-297,0 0-4,0 0 3,0 0 0,0 0-3,19 39 35,-6-17 17,2 6 30,7 8-43,5 3-3,6 6-5,3 2-20,0-2 2,-2 0-7,-1-2-4,-6-4-1,-2-7-2,-4-4 0,-8-9-24,-4-9-90,-9-10-118</inkml:trace>
  <inkml:trace contextRef="#ctx0" brushRef="#br0" timeOffset="307">645 1154 281,'0'0'7,"0"0"7,0 0-14,0 0 49,0 0-10,107 64-1,-68-42 12,0 2-6,-3 2-20,-4-1-23,-2 0 3,0-2-4,1 1-4,4-2-48,3-5-86,1-3-170</inkml:trace>
  <inkml:trace contextRef="#ctx0" brushRef="#br0" timeOffset="1394">0 52 257,'0'0'61,"82"0"-55,-35 3-6,0 4 0,-3 2 0,-9-4 0,-11 1-3,-11-4-12,-10-2-56</inkml:trace>
  <inkml:trace contextRef="#ctx0" brushRef="#br0" timeOffset="1544">155 62 201,'0'0'2,"0"0"0,0 0 43,-1 75 18,1-43-25,1 5 12,4 1 1,-1-2-16,-4 1-8,0-4-19,0-4-5,0-3 3,0-6-6,-4-2 0,-2-4-2,-2-2 1,2-2-20,0-1-65,6-5-47</inkml:trace>
  <inkml:trace contextRef="#ctx0" brushRef="#br0" timeOffset="1830">345 265 384,'0'0'23,"0"0"-23,0 0-3,0 0 3,96 8 12,-60 9 14,-1 3 20,-5 4 8,-7 3-31,-9 0-13,-9 0-10,-5-2-7,0-3 6,-5-2-1,-7-4-4,0-6 5,3-6 1,3-2 0,1-2 5,0 0 34,2-5-13,0-9-11,3-6 0,0-1-7,7-3 7,13-1-2,5-4-11,5 3-2,3 2-3,-2 2 2,-1 10 1,-6 2 0,-5 4-5,-1 3-12,-1 3-37,-1 0-56,3 0-25,-1 2-195</inkml:trace>
  <inkml:trace contextRef="#ctx0" brushRef="#br0" timeOffset="2221">1010 279 162,'0'0'187,"0"0"-185,0 0 7,-80-24-4,48 24 6,3 9 0,0 4-3,8 4 5,6-1 8,8 0-20,5-5-1,2-1-6,0-3 6,2-3 12,12-3 4,5-1 0,6 0-3,0-7-8,-1-8 1,-6-2 1,-2 0-5,-7 4 6,-4 6 4,-2 3 1,-3 4 9,0 0-20,0 0-2,0 0-9,0 8 0,0 8 0,0 4 9,2 0 0,6-1-3,3 1-1,4-3-11,3 2 1,4-3-51,2-2-122</inkml:trace>
  <inkml:trace contextRef="#ctx0" brushRef="#br0" timeOffset="2648">1574 0 318,'0'0'10,"0"0"-2,0 0-2,0 0-6,0 0 4,0 0-3,-55 29 5,38-9 12,1 2-6,3 1 7,4 4-7,0 6 8,4 4 4,5 6 16,0 2-2,0 2-19,0 2 3,11 2-4,-4-3-2,-1-3-5,-3-4-10,-3-4 1,0-7 0,0-4-2,0-7-2,-7-7-13,-8-6-36,-8-6-29,-10 0 23,-8-21-85</inkml:trace>
  <inkml:trace contextRef="#ctx0" brushRef="#br0" timeOffset="2978">1246 346 211,'0'0'1,"92"-2"1,-45 2 8,3 0 16,1 0 5,0 0-26,-4 0 3,-5-4 6,-4-10 2,-4-5 6,-1-6-19,0-5-1,-1 2 5,-5 2-6,-7 8-1,-8 6 3,-7 5-2,-3 4 8,-2 2-9,0 1-6,-6 0-3,-12 0 9,-7 8 9,0 7 25,-1 5-12,7 6-8,1 3-14,7 9 4,5 6 3,6 4 6,0 7 25,20 3-20,7 1 11,-2-4-19,-3-4 1,-5-9-4,-7-7 0,-8-7-7,-2-7 1,0-9-1,0-5 0,-6-6-4,-8-1-4,-8 0 7,-8 0-12,-3-9-22,-1-5-97,0-6 18</inkml:trace>
  <inkml:trace contextRef="#ctx0" brushRef="#br0" timeOffset="3428">1584 522 271,'0'0'22,"0"0"-19,94-23 5,-58 19 25,-3 0 2,-3 1 16,-5 2 4,0 1-1,-2 0-32,3 0-18,-6 8-2,-3 8 3,-5 3-5,-8 7-4,-4 1 2,0 1 2,0-2 1,-1-3 4,-5-3-5,-2-4 0,1-4 0,-5-4-33,-4-3-89,2-5-38</inkml:trace>
  <inkml:trace contextRef="#ctx0" brushRef="#br0" timeOffset="3914">2305 458 330,'0'0'19,"0"0"34,0 0 1,0 0-34,0 0-9,0 0-11,-106-22 14,65 32 20,3 3-24,7 5-6,9 3-4,8 2 0,11 3 0,3 2 5,3-1 2,21-2 5,7-2 2,6-4 10,2-4-4,0-2-14,-2-6-1,-7-3-1,-9-4 3,-6 0 4,-11 0-5,-4 0-6,0-1-22,-19-6-75,-6-2-21,2 4-34,9-2-129</inkml:trace>
  <inkml:trace contextRef="#ctx0" brushRef="#br0" timeOffset="4749">2619 443 219,'0'0'90,"0"0"-37,0 0 31,0 0 2,0 0-17,0 0-14,-5-18-23,4 16-12,1 2 11,0 0 3,0 0 5,0 0 27,0-1-25,0-1-2,1 0-14,10-1-17,11 0-8,11 3 0,13 0 1,12 1 5,5 12-6,4 1 7,-3-2-6,-4 0-1,-12-4 3,-11-1-3,-18-4 1,-9-1-1,-5-2 2,-5 0 1,0 0-2,0 0 0,0 0-2,0 0 2,0 0-2,0 0 0,0 0-2,0 0-6,0 0 4,0 0-1,0 0-7,0 1-9,0 1-6,-7 0-5,-1 4-13,-2 1-18,-4 3-30,-4 0-23,-1-5-87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46:20.871"/>
    </inkml:context>
    <inkml:brush xml:id="br0">
      <inkml:brushProperty name="width" value="0.03528" units="cm"/>
      <inkml:brushProperty name="height" value="0.03528" units="cm"/>
      <inkml:brushProperty name="color" value="#EA700D"/>
      <inkml:brushProperty name="fitToCurve" value="1"/>
      <inkml:brushProperty name="ignorePressure" value="1"/>
    </inkml:brush>
  </inkml:definitions>
  <inkml:trace contextRef="#ctx0" brushRef="#br0">1 856 257,'0'0'62,"0"0"-35,0 0 25,0 0-17,0 0-10,0 0 35,0 0-2,6 6-24,-6-5-9,0-1-10,0 2 1,0-2-1,0 0-1,0 0-10,0 0-3,0 1 0,0-1-2,0 0 2,0 0 0,0 0-1,0 0 0,0 0 0,0 0 1,0 0-1,0 0 1,0 0 1,0 0-2,0 0 0,0 0 0,0 0 0,0 0-5,0 0-6,0 0-23,0 0-23,0 0-57,0 0-24,-7 0-18</inkml:trace>
  <inkml:trace contextRef="#ctx0" brushRef="#br0" timeOffset="31191">10693 0 98,'0'0'44,"0"0"-44,0 0-12,0 0-62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46:17.353"/>
    </inkml:context>
    <inkml:brush xml:id="br0">
      <inkml:brushProperty name="width" value="0.03528" units="cm"/>
      <inkml:brushProperty name="height" value="0.03528" units="cm"/>
      <inkml:brushProperty name="color" value="#EA700D"/>
      <inkml:brushProperty name="fitToCurve" value="1"/>
      <inkml:brushProperty name="ignorePressure" value="1"/>
    </inkml:brush>
  </inkml:definitions>
  <inkml:trace contextRef="#ctx0" brushRef="#br0">3 2552 97,'0'0'113,"0"0"-100,0 0 34,0 0-5,0 0-23,0 0 2,-1 4 2,1-2-22,0-1 4,-2 1-2,2-2-2,0 1 18,0-1 4,0 0-1,0 0 8,0 0 11,0 1 1,0-1-15,0 0 6,0 0-18,0 2-2,0-2 8,0 1-4,0 1 2,0-1 4,0 3-4,5 4 17,8-1 13,4 4-2,8-1-11,8 0-11,3 1-1,7-3 1,0 2-9,4-1-8,-3-4-7,-1 1 7,0-2-5,-1 1 7,3-3-4,1 1 8,0 0-4,-1 0 1,-3-2-9,-2 1 5,-1 1-6,-4 0-1,-1-1-1,0 2 1,5 2 1,3-2 1,3 0 2,1-1-4,-1 3 0,1-1 2,-6 0 0,-6-1-1,-2-1 0,-5-2 0,1 1-1,2 0 1,3-2-1,2 2 1,5-2 3,4 1-4,5-1 4,2 0-4,-1 3 1,-8-1-1,-7-1 1,-5 0-1,-5 1 4,2-2-2,-2 0-1,0 0 0,5 0-1,4 0 1,4 0-1,1 0-1,0 0 1,-4 0-1,-4 0 1,-2 0 2,-8 3-2,1 1-1,0 2-1,3-2 2,1 0 0,6 2 6,5-2-6,3-1 0,5 0 1,3-1-1,-2-2 1,2 0-1,-8 0 1,-2 0 0,-2 0 0,-3 0-1,3-2 0,3-4 2,0-1 0,4 1-2,0-1 0,2 2 2,-2 2-2,5-2 0,-5 3 0,2-3 1,1 1-1,-4-2 0,0 1 1,-6-1-1,-5 0-2,-1-2 0,-3 1 2,-5 1 0,1 1 2,-6 1-2,-3-1 4,-1 3-2,-4-1 2,0 1-3,-3 1-1,1-1 0,-2 2 0,-2 0-1,-1 0 0,-2 0 1,0-1 4,0 0-4,0-5-4,0-1-5,-17-5 3,-8 0 3,-11-2-2,-10 0 0,-9 1 4,-8 2 0,-12 1 0,-5 4-2,-5 5 1,-2 1 2,6 0 0,4 0-5,5 11 3,2-1-5,3 1 5,2 1 2,0-3 5,1 1-5,-1-2 1,-1-2-2,2-3 3,2-2 2,6-1-4,5 0-4,2 0 1,0 0 2,4 0 1,2 0-1,4-4-1,1 1 2,1 0-12,1 2 11,-4 1-8,1-1 0,-1 1 3,0 0-7,3-2-15,1 2 17,1 0 11,-1 0-14,1 0 11,-1 0-4,3 0-1,3 0 7,4 0-9,0 0 3,1 0 3,1 2 2,0-1 0,3-1-2,0 0 0,-1 0 4,0 0 4,-1 0-4,1 0 0,1 0-3,3 0 6,-1 0-3,2-1 0,-2-1 3,-1-1-2,1 1-1,-5 0 0,0 0 0,-1 0 1,4 1 0,1 1 0,4 0 0,4 0 0,3 0-1,2 0 0,-1 0-3,4 0 3,2 0-5,2 0 5,0 0-1,0 0-2,0 0-1,0 0-6,0 0-6,14 0 0,8 7 16,18 0 5,13 0 10,17 1-4,12 2 3,9-1-10,3 2 2,0-1-5,-6 0 4,-6-3-2,-7-2-2,-10-2 1,-2-1 0,-5-2 0,-1 0 3,-4 0-5,-5 0 0,-6 0 0,-11 0 3,-13 0-6,-6 0 5,-9 0-2,-3 0 0,0 0-3,0 0-5,0 0-3,0 0-5,-15 0 8,-13 0 8,-11 0 2,-15 0 1,-7 0-3,-7 0 5,-6-5-4,0-2 1,8 0-2,12 3 0,10 0 0,9 4 2,7 0-1,4 0-1,11 0 7,4 0-7,4 0-5,5 0 5,0 0-7,0 0-10,6 0-3,15 0 5,18 2 15,12 0 13,13 0-8,9-1-4,3 0 2,1 2 0,-6 1-1,-12 1 3,-15-3-5,-17 1 0,-11-3 0,-15 0 0,-1 0-3,0 0-9,-24 0-17,-14 0 17,-16-4-13,-15-6 17,-11 1 7,-13-4-1,-4-3-1,2 2-5,10 2 8,18 4 4,15 3-3,16 5-1,12 0 2,15 0-2,6 0 0,3 0-16,0 0-5,7 0-1,20 0 22,14 2 8,12 2-5,10-1-3,6 1 1,0-1 2,0 2 4,-9-1-2,-20 0-2,-16-1-2,-18-3-1,-6 0-4,0 0 1,0 0-6,0 0-2,0 0 4,-6 0-1,0 0 8,-1 0 5,1 0-5,0 1-8,-3 2-23,-3 0-22,-2-2-8,1 2 31,1 0 10,3 0-3,-3-2-14,5 1-61,2-2-111</inkml:trace>
  <inkml:trace contextRef="#ctx0" brushRef="#br0" timeOffset="4740">3875 2780 6,'0'0'239,"0"0"-226,0 0 30,0 0 2,0 0-32,0 0 3,-2 0 18,2 0 3,0 0-8,0 0-12,0 0 4,0 0-3,0 0 9,0 0 18,0 0-17,0 0 1,0 0-7,0 0-7,0 0-1,0 1 4,0-1-15,0 0 4,0 0-4,0 0-3,6 2 0,9-1 6,6 2-6,3-2 5,0 1-5,0-1 2,0 0-1,-1-1 5,1 0 5,-4 0 4,2 0-5,2 2-6,1-2-3,0 3 4,0-3-3,0 1-1,-1-1-1,1 0 3,-1 0 1,0 0 0,1 0 2,2 0 3,-2 0-7,1 0 3,-1 0-5,2 1 4,1 2-4,4-2 0,-1 2 4,4 0-2,1-2 5,0 2-7,-1 0 1,-4 0 0,-3-2 0,-5-1 5,-5 0-3,-1 0-1,2 0-2,3 0 2,0 0 2,2-1-2,0-3-2,-2 1 3,1 1-6,-4 0 3,1 0 0,-3 1 0,1-1 0,2 0 0,-1 0 0,4 1 0,0 0 0,1 1 0,-3 0 0,2-2 0,-4 1 0,-4-1 0,-3 1 0,-5 1 0,-1-1 1,-3-1-1,-1 2 0,-2 0 0,1 0 0,-1 0 2,2 0 0,-2 0-4,0 0 4,0 0-1,0 0 2,0 0-3,-2-3-4,-13 2-4,-12 0 2,-12-4 2,-8 3 3,-5-3 1,-1 2 5,0 2-2,-4 1-1,-3 0-4,-2 0 6,-4 0-11,0 0 6,2 0 1,1 1 1,-2-1 2,-5 0-3,1 0 0,2 0 1,9 0 0,9 0-2,11-1 2,10-2-3,7 3 2,5-1 0,4-1 1,0 2-1,1-1-3,1 1 3,0 0-2,4 0-1,3 0 2,1 0 1,2 0 0,0 0 0,0 0-5,0-2-5,12 0 10,13 0 0,10 1 0,11 1-1,10 0 0,12 0 2,13 0 2,6 0 1,3 1-4,1 5 1,-6-2-3,-3 0 4,-7-1-2,-11 0 3,-6-1-3,-8-1 2,-8-1 0,-7 0-2,-11 0-5,-12 0 5,-9 0-2,-3 0-4,0 0-14,-11-1-3,-19-1-5,-15 1 16,-13-2 4,-5 1-3,-6 0 10,-5-1-3,0 1 5,-5 2-1,2 0 0,-1 0 3,3 0 1,-1 0-4,7 0 0,8 0-3,6 0 3,3 0 0,4 2-1,0-1 1,6-1 5,11 2-5,10-1 0,9-1 1,6 0 1,5 0-2,-1 0-2,2 0 2,0 0 0,0 0 10,0 0 2,11 0-3,14 0-2,15 0-7,12 0 7,7 0-5,5 0-2,3 0 6,9 0-6,6 0 0,5 0 2,-2 0-1,-3 0 1,0 3-2,-4 4 0,-4 0 0,-16-1 0,-20-2 3,-18-1-3,-15-2-1,-5-1-3,0 0-10,-24 0-1,-15 0 13,-11 0 2,-10-1-5,-1-1 4,0-1 1,-8-1 1,-3 0 4,-7-2-5,3 2 0,2 0 2,9 0-2,12 1 0,15 1-1,15 2 1,12 0 0,8 0 0,3 0-7,0 0-9,8 0-3,23 0 19,18 0 6,14 2 8,7 1-7,2 1-4,-3-1 6,-7 1-3,-17 0-2,-14-2 7,-15 0-10,-10-2 1,-4 2 3,-2-2 5,0 0 1,0 0 6,0 0-11,0 0-6,0 0-1,-6 0-26,-9 0-7,-3 0-18,-9 0-17,-1 0-35,-2-7-29,-1-5-114</inkml:trace>
  <inkml:trace contextRef="#ctx0" brushRef="#br0" timeOffset="8880">3067 1845 249,'0'0'11,"0"0"35,0 0 29,0 0-16,0 0-10,0 0 6,0 0 3,-20-23-17,20 23-12,0 0 2,0 0 6,0 0-13,0 0-9,7-3-5,19 1-5,12 1 4,15 1-6,9 0 0,17 0 2,14 1-2,14 9-3,11 1 0,4 2 0,-7 0 5,-12-1-1,-16 0-3,-19-2-2,-19-3 3,-16-3-4,-15-3-7,-11-1 1,-7 0-1,0 0 6,0 0-23,-8 0-21,-9 0-52,-2-5 21,-2-4-21,0-2-45</inkml:trace>
  <inkml:trace contextRef="#ctx0" brushRef="#br0" timeOffset="9270">3914 1763 365,'0'0'91,"0"0"4,0 0-11,0 0-33,0 0-51,0 0-14,44-15 14,-5 29 7,4 2-7,3 5 0,-1 3 1,-4 1 3,-4 2-2,-10-3-2,-12-3 0,-8-1-5,-7-6-6,0 0 10,0-2-6,-10-4 3,-10-1 3,-4-3 2,-3-1-4,1 0-8,2-2-23,6 2-71,9-3-22,6 0-85</inkml:trace>
  <inkml:trace contextRef="#ctx0" brushRef="#br0" timeOffset="9796">3132 1603 245,'0'0'51,"0"0"3,0 0 9,0 0-2,0 0 0,0 0-8,-3-15-6,3 15 5,0 0-20,0 0-21,0 0-4,0 0-7,-14 6-4,-5 10 4,-5 4 5,-1-1-4,1-1 0,4 1 1,-1-2 2,4-1-1,3-1-3,-1-1 0,6-1 4,6-4-4,2 0-6,1 0 3,0 0-5,15 4 4,13 0 4,15 2 0,14 3 2,9 1-2,8 1-1,7 1-9,3 0-33,4 0-3,1-1-57,-9-4-91</inkml:trace>
  <inkml:trace contextRef="#ctx0" brushRef="#br0" timeOffset="10388">4133 1463 326,'0'0'23,"0"0"45,0 0 4,0 0-25,0 0-24,25-75-10,-6 73-8,4 0-2,2 2-2,4 0 15,2 0-14,6 4 1,3 9 16,-2 6-11,-5 4-8,-10 7 2,-10 3-3,-10 3 2,-3-1-1,-8-1 1,-16-4 1,-4-5-2,-6-5 0,-5-3 2,-2-6-2,0-1 9,8-4-3,8-3-1,11 0 3,8-2-7,6 0 4,0-1-5,0 0-1,18 0 1,17 0 2,7 0 5,6 0-4,0 0-3,-5 2 3,-1-2-2,-3 0 4,-3 1-3,-8-1 0,-6 0 0,-7 0 5,-4 0-3,-7 0-2,-2 0 8,-2 0-5,0 0-5,0 0-16,0 0-15,0 0-49,0 0-84,0-1 12</inkml:trace>
  <inkml:trace contextRef="#ctx0" brushRef="#br0" timeOffset="10959">4972 1466 274,'0'0'54,"0"0"37,0 0-34,0 0 9,0 0 2,0 0-16,16-51-22,-25 49-19,-15 2-8,-11 0 2,-9 5-2,-3 19-1,0 6 9,7 6-6,8 1 1,11 1-5,8 2-1,8-2-1,5-2 1,0-2 2,11-4 2,10-3 1,4-5-4,6-3 4,4-6 4,0-3 0,1-6 1,-3-4-6,-3 0 9,-6-4 0,-9-10 14,-6-2 15,-8-3-7,-1-2-21,-3-2-5,-18 2-8,-2 3 5,-4 4-4,2 4-2,2 4 0,-1 5-2,3 1-2,-1 0 0,2 0-37,0 7-45,3 3-8,2 0-58,9-3-103</inkml:trace>
  <inkml:trace contextRef="#ctx0" brushRef="#br0" timeOffset="12142">5657 1371 76,'0'0'94,"0"0"-6,0 0 1,0 0-2,0 0 19,0 0-22,0 0-30,0 2-25,0-2-6,0 0 1,0 0-5,2 0 2,22 0 4,15 0 4,14-4-29,16-1 2,9 2 9,14 2-11,11 1 1,3 0 0,4 0 7,-5 0 3,-16 0 10,-20 0-4,-23 0-15,-25 1 2,-9 1-4,-9-2-1,-3 0 0,0 0-6,0 0-5,0 0-31,0 1-34,-5 2 9,-12 3 20,-7 0 13,-6-2-63,-7-4-34,-2 0-54</inkml:trace>
  <inkml:trace contextRef="#ctx0" brushRef="#br0" timeOffset="12638">5884 1118 360,'0'0'23,"0"0"46,0 0-9,0 0 4,0 0-12,0 0-10,15-19-10,-15 19-28,0 0-4,0 1-19,-10 12 7,-8 8 12,-9 3 5,-6 5 2,-7 1 1,-8 3-3,-8-2-1,-7 0 0,3-4 5,10-2-3,14-5 8,16-3-12,8-6-2,9-3-2,3-2 1,0-2 1,0 4 0,18 0 8,6 1 5,9 1 6,0-2-10,-1 0 2,-3 1-11,-5-2 1,0 1-1,-2 1 1,-1-1-3,-5-1 2,2 0-1,-4 1-3,0-1-4,0 0 0,0 0-12,0 1 12,0 0-29,-2 1-10,-2-1-39,-2-2-48,-1-3-46</inkml:trace>
  <inkml:trace contextRef="#ctx0" brushRef="#br0" timeOffset="13814">7254 1243 214,'0'0'57,"0"0"10,0 0-5,0 0-7,0 0 3,0 0 16,23-72-16,-22 60 3,-1 0-17,0 1-23,-1-2-21,-16 0 0,-8 3-14,-5 5 7,1 5 5,3 0 2,3 7-10,5 13 2,2 3 4,4 3 2,4 1-5,7 1 2,1 0 3,1 2-13,21-5 12,3-5-1,3-5 1,2-5-4,-2-7-2,-1-3 9,-3-3-2,-4-14 2,-6-5 0,-6-2 2,-7 0 3,-1 4 16,0 4 1,0 8-3,0 2 9,0 5-7,0 1-21,0 0-8,-3 11-19,2 16 22,1 9 0,0 4 5,0 10-1,0 5 1,0 2-5,0 5-13,-2-5 3,-5-3 10,-5-6 2,-2-7 3,1-5-4,1-4 5,0-7-3,0-7-2,2-2 4,1-6 3,-3-3-3,1-6 0,-3-1 7,-1 0 1,-3-13 6,-2-9 1,1-6 2,4-3-13,3-1 8,6 3 1,6 1-5,0 3-8,0 3 8,15 0-4,4-1-5,5 2 1,4-2-2,4 2 2,5 1-3,5 2 3,6-1-7,0 1-6,2-1-5,-1-1 4,-5 0 12,-7-1-4,-7 1 5,-8 0 2,-8 0 0,-6 3-1,-3 5-3,-3 2 0,-2 4 1,0 5-4,0 1-6,0 0-1,0 0 5,0 1 4,-15 12-2,1 7 6,-1 2-3,2 4 1,5-1 2,2 2-3,6-1 0,0 0 1,0-4-2,2-3 4,8-5 0,3-5 0,1-5 4,1-4-1,6 0 1,3-18 5,6-11-7,1-3 2,-3-5 0,-1 2-3,-6 4 0,-4 4-1,-5 6 6,-5 4-1,-1 9 1,-5 3-4,-1 5 1,0 0-3,0 0-13,0 16-4,0 2 4,0 3 13,-7 2-3,4 1 3,2 1 1,1 1-1,0-1 0,0-4 0,3-3 0,4-3 2,0-5-2,1-2 0,4-2 0,0-2 0,4-1 2,7-3 0,2 0 0,2 0 4,-2-6 0,-4-7-5,-2-1 0,-1 0-1,-4-2 0,-2 3 3,-4-1-1,-1 1-2,-1 1 2,-2 2 1,-1 3 1,-1 4 4,-2 2 4,0 1-12,0 0 0,0 0-9,0 0 4,0 3-4,0 5 3,0 2 6,0 0 0,0-1-1,1-1-2,3 1 3,-1-4 0,-1 0-1,1-3 2,-2 0-2,2-2 2,-3 0 1,5 0 8,3 0 10,2-4-3,-3-8-15,-1 0 4,-3-5-5,-3 1-1,0-1-6,0 0 3,-9 2-3,-5 2-2,-2 2-7,-4 4-7,-3 2 1,-1 5 16,0 0-2,4 0 2,2 5 5,0 10-4,4 4-1,4 3 3,7 3 1,3 4 2,0-1 3,2 0 8,12-5-7,0-6 6,4-5-4,-2-3-4,3-5 9,5-4-1,0 0-5,2-7 1,-1-14 0,-3-5-7,-4-2 0,-4 2-6,-7 4 6,-2 8 0,-2 6 5,-3 5 4,0 3-5,0 0-4,0 0-12,0 0-11,-8 11 23,-4 3 0,6 3-2,0 2-3,5-1 5,1-1 0,0 0-2,0-1 2,1-4 0,17-1 1,1-2 3,7-4-1,2-5 1,4 0-2,-1-7 4,-4-14-6,-3-6 9,-5-4-8,-7 0 3,-4 2 1,-7 6-3,-1 6-2,0 9 22,0 3-8,0 5-12,0 0-2,0 0-8,0 7-44,0 9 28,10 4 17,-1 1 5,3 0 1,-2-3-5,-3-1 6,-4 0-2,-3-2-3,0 0 5,0 0-5,0 1 5,6 1-1,5 0 1,3-3-1,4-3 1,0-1 2,3-6-2,1-2 5,1-2 1,0 0 4,3-11-10,-6-9 4,-2-1 4,-3-1-7,-6 3 10,-4 1 6,-2-1-5,-3 3-12,0 2-4,-8 4-3,-11 5 1,-2 3 2,-4 2 4,2 0 0,4 0 3,5 4-7,4 8 3,1 3-5,8 4-8,1 5 3,0 0 5,16-2 4,5-3 1,1-4 1,5-5 0,4-3 2,4-5 3,-1-2-3,3-7 0,-4-16 1,-5-10 2,-5-6 9,-2-9 13,-8-3-17,-1-3-4,-6 4-2,-4 6 9,-1 9 8,-1 12-2,2 9-1,-2 7-9,0 5 1,0 2-10,0 0-7,0 0-6,0 13 5,-5 8 2,-7 8 5,-4 1 1,2 6 0,-2 1 1,4 4-1,0 1-1,2 3 1,-1-3 0,-1 1 1,2-5-1,1-6 5,-1-2-5,5-6-2,3-3-10,2 0-37,15-2-22,16-7-39,10-4-206</inkml:trace>
  <inkml:trace contextRef="#ctx0" brushRef="#br0" timeOffset="16626">9325 1267 269,'0'0'90,"0"0"11,0 0-17,0 0-38,0 0-25,-64-76 9,59 69 24,5 4-19,0 1-3,0 2-22,9-1-10,12 1-8,6 0 6,6 0 2,4 0 0,-3 0 9,2 0-9,-5 0 0,-7 0 0,-7 0 0,-9 0 6,-6 0-2,-2 0 13,0 0-4,0 0-7,0 0-5,0 0-1,0 0-8,-3 7-4,-7 13 7,-1 5 3,2 8 2,-3 3-4,2 5 3,-2 3 1,2 2 5,-2 1-5,-3-3 0,3-4 0,-1-8-5,0-7 3,3-9-7,-6-9-11,-3-7-11,-6 0 31,-3-1 0,3-14 0,2-2-1,10 0 2,5 2-1,4 2 8,4 4-6,0 3 10,0 0 0,3 0-1,12 1-3,7 0-5,8 1-2,7 0-1,5-2 0,1-2 3,-4-2-2,-5-3 1,-5 1 4,-2-2-5,-5-1 2,-2 3 5,-1-3-5,-6 4 3,-1 3-1,-6 4-4,-3 2 7,-3 2-6,0 0-2,0 0-1,0 2-18,0 13 1,0 6 17,0 2 1,0 2 4,0-2-4,2-4-1,2-1 1,1-4-5,2-6 4,-4-1 1,0-4 0,-2-2-1,7-1 1,4 0 18,6-4-7,2-8-6,2-1 2,-2 0-6,-2 2 0,-4 3-1,-5 4 3,-2 3 16,-4 1 22,-1 0-24,-2 0-17,0 0-16,0 8-7,0 8 16,0 1 7,-8 2 6,2-4-6,0-1-5,0 0-30,3-1-9,2 1-26,1-1-60,0-6-144</inkml:trace>
  <inkml:trace contextRef="#ctx0" brushRef="#br0" timeOffset="17752">10062 1089 137,'0'0'118,"0"0"-23,0 0 1,0 0-4,0 0-38,0 0-3,0-20-32,0 20-19,-2 9-6,-8 16-6,2 10 12,1 11 2,2 4 2,2 1 5,-1-2 5,1-3-7,0-7 1,-1-3-4,1-7-4,1-7 0,2-3 2,0-8-2,0-3 0,0-4 0,9-4 2,10 0 9,5 0 12,4-13-17,2-4 0,-5-4 1,-3 0-7,-6-2 0,-4 2 0,-4 1 1,-5 5-1,-3 4 0,0 4-1,0 2 1,-15 5 0,-6 0-7,-1 5 4,0 10 2,5 2-1,3 1-7,8-1 7,3-3-8,3 0 5,3-2-12,12-3 17,7 0 0,4-7 0,1-2 1,4 0 0,6-5 3,-1-10 3,1-8-3,-2-2 1,-1-5-6,-5 3 1,-10 5-6,-7 7 4,-8 8 2,2 3 9,-6 4-8,0 0-1,0 0-2,0 0-9,0 3-3,0 10 10,0 1 3,-3 0 1,-1 1-4,-1 1 4,2-1 0,0 1 0,3 0 0,0-1-1,0-2-1,0-2 0,0-1-4,3-2 6,12-1-3,5-2-7,3-5-105,1 0-137</inkml:trace>
  <inkml:trace contextRef="#ctx0" brushRef="#br0" timeOffset="18532">9847 1118 534,'0'0'1,"0"0"0,0 0 9,0 0-1,111-19-5,-72 18 7,3 1 5,2 0 9,0 0-15,-3 0-2,-8 0 1,-11 0 2,-10-3-4,-9 1-5,-3 2-2,0 0-15,0 0-104,0 0-35,-4 0 9</inkml:trace>
  <inkml:trace contextRef="#ctx0" brushRef="#br0" timeOffset="18961">11066 762 181,'0'0'145,"0"0"-39,0 0-26,0 0-26,0 0-40,0 0-7,6-1-7,-5 1-1,-1 7 1,2 9 2,-2 9 12,0 10 12,0 8 13,-6 10-14,-14 7-10,-6 13 7,-9 13-3,-2 8-18,-2 3 10,5-1 7,1-4-3,5-5 0,1-3 6,1-3 23,3-2-16,-3 0-9,3-3-1,-4-5-16,0-7 6,3-12-6,3-12 1,9-14-3,3-12 1,6-7-1,2-5 0,1-2 6,0 0 3,0 0 5,0 0 8,-2-5-2,-1-7-20,-4-5-4,-8-1-60,-6-1-97,-5 1-40,4-3-115</inkml:trace>
  <inkml:trace contextRef="#ctx0" brushRef="#br0" timeOffset="22722">11536 1020 79,'0'0'24,"0"0"52,0 0-38,0 0-26,0 0-3,0 0 16,0 0 14,0 0-2,57-41 14,-56 38-1,-1 1-1,0 1-16,0 0-1,0 1-20,0 0-12,-9 0-10,-15 0 8,-7 5 2,-2 7 5,0 3-5,4 3 0,2-2 1,4 2 7,4 2-6,4-1 8,3 1-3,3 1-6,4 2 0,5 3 11,0 0-12,0-1 7,17-1-1,7-3 7,4-3-5,5-4 2,3-3-10,0-5-15,1-3-26,-3-3-40,-1 0-58</inkml:trace>
  <inkml:trace contextRef="#ctx0" brushRef="#br0" timeOffset="23150">11783 1123 258,'0'0'34,"0"0"-7,0 0-8,0 0-17,0 0 30,-92 7-4,70 8 2,2 2 2,5 5-26,5-1-1,6 0 0,2-2-5,2-1 9,0-3 12,10 1 3,4-4 9,5-2 2,2-2-8,1-3-1,1-5-17,-2 0 2,1 0-3,-1-10-1,-6-4 0,-2-4 0,-4-4-3,-4-2-1,-4 0-3,-1 1-2,0 1 1,-12 7-2,-7 3-22,-2 5-25,-1 5-53,1 0-39,9-1-147</inkml:trace>
  <inkml:trace contextRef="#ctx0" brushRef="#br0" timeOffset="23562">11922 1140 359,'0'0'25,"0"0"0,0 0-7,0 0-17,0 0 8,85 27-6,-71-5 13,-4 5-11,-7 0-5,-3 0 2,0-2 1,0-3 3,0-2-3,0-3-3,-6-5 1,-1-4-1,4-5 9,1-3-7,2 0 0,0 0 35,0-3 53,0-15-63,5-6-22,14-3 2,3-4-6,4 1 1,-1 5-2,1 3 2,-7 7 3,-4 7-5,-3 3-1,-5 5 0,1 0 1,-2 0-5,-2 3-4,1 13 3,-2 7 5,-3 4-9,0 6 10,0-3 0,0-2 5,-5-4-5,-2-1 5,1-5-4,1-3-1,2-2-9,0-5-46,3-5-118,0-3-105</inkml:trace>
  <inkml:trace contextRef="#ctx0" brushRef="#br0" timeOffset="24110">12613 959 325,'0'0'44,"0"0"-29,0 0-15,0 0-1,0 0 1,0 75 14,-4-40 22,-5 2 0,-3-1-7,-2 1 9,2 0-18,2-3-1,-3-3-6,2-1-8,-1-4-1,3 1-4,5-3-16,-1-4-63,2-5-27,0-8-87</inkml:trace>
  <inkml:trace contextRef="#ctx0" brushRef="#br0" timeOffset="24388">12263 1116 485,'0'0'10,"0"0"48,0 0-22,0 0-36,83-23-2,-41 23 0,2 0 2,-2 6-5,-4-3-6,-5-2-62,-2-1-49,-3 0-10,-4 0-103</inkml:trace>
  <inkml:trace contextRef="#ctx0" brushRef="#br0" timeOffset="24537">12655 1079 214,'0'0'90,"0"0"-9,0 0-23,0 0-36,0 0-14,85 6 0,-63 7-8,1 4 2,-4 4 8,-1 7-2,-2 5 9,-4 1-9,0 3-8,-4-1 13,-7-6 10,-1-3-11,0-7-4,-6-6-8,-6-4 6,-1-6-6,4-2 11,0-2 0,6 0 4,0 0 19,3-7 10,0-6-20,2-4-1,14-3-15,5-1-5,4-1-1,1-4 0,0 4-4,0 4-7,2 6-27,0 8-22,-1 4-119,6 0-252</inkml:trace>
  <inkml:trace contextRef="#ctx0" brushRef="#br0" timeOffset="24920">13246 1217 283,'0'0'22,"0"0"33,-91-5-5,64 8-2,4 12-19,4 3-5,4 5 18,6-2-13,3 0-7,5-1-18,1-3-3,0-4 8,0-3 15,9-4 1,5-2-7,5-3 13,3-1-13,3 0-3,2-13-9,-6-8-3,-3-5 3,-5-4-3,-5-3-3,-7 2-21,-1 5-8,0 4-63,0 4-66,0 2-66</inkml:trace>
  <inkml:trace contextRef="#ctx0" brushRef="#br0" timeOffset="25272">13486 943 363,'0'0'58,"0"0"17,0 0-22,0 0-14,0 0-33,0 0 0,25 23-6,-23 5 4,-2 5 12,0 3 0,-18 4 4,-6 6-2,-2 13-2,-2 3-10,0 4 2,1 0 2,5-3-10,2-2 0,4 0-20,4-3-21,0-9-91,3-12-301</inkml:trace>
  <inkml:trace contextRef="#ctx0" brushRef="#br0" timeOffset="25850">11355 1837 62,'0'0'4,"0"0"74,0 0 4,0 0 9,0 0-1,0 0-10,60-37-9,-60 32-8,0 2-19,0 0-31,0 2-10,0 1-3,-7 0-2,-8 0-4,-8 7 6,-2 8 4,4 5-4,0 2-6,6 2 2,5 4 4,8-5-1,2 1 0,8-3-1,16-2 4,6-6 2,7-5 0,4-8 4,4 0 0,3-3-5,3-15 7,-1-9-6,3-8-3,-5-8 0,-4-5-1,-11 0-2,-8 5-2,-11 6 4,-7 10 21,-4 6 2,-3 7 4,0 7-16,0 3 0,0 4-11,0 0-6,-6 11-28,-10 10 28,-4 7 5,-2 4 1,6 1-3,1 1 3,6-1 0,3-3-1,1-3-2,0-3 3,2-3 5,0-7-5,0-4-7,1-4 6,2-5-1,0 1 2,0-2 0,0 0 2,0 0 18,11 0 17,9-6-31,7-4-6,0 2 4,-3 1-3,-6 3-1,-6 2 0,-6 2-2,-3 0 0,0 0 1,-2 0-17,4 13 13,-1 4 2,3 1-3,-1 2 6,5-2 2,2-2-1,5-4 0,5-2-1,0-4 2,3-4-2,-2-2 4,3 0-4,-2-8 0,2-7 0,1-5-2,-1-1-7,-3-2-9,-5 3 16,-5 3 1,-7 4-12,-5 1 11,-2 3-4,0 0 4,-11 3-6,-10 4 8,-6 2 0,-1 0 0,3 4 0,4 7-6,7 0 4,7 1-3,4-1-5,3-2 7,0 0 3,1 0 3,13-5-2,5-1 5,5-2 0,-1-1-5,0 0-2,-3 0 2,-7 0-1,-4 0 0,-3 0 0,-4 0 0,-2 0 0,0 0-1,1 0-6,2 2-2,3 6 9,3 2 3,6-1-3,2-1 1,2-4 4,0-1-2,-1-3 5,0 0-3,-6 0-3,-1 0 3,-3 0-4,-3 0 2,-4 0-3,1 0-2,1 0 2,3 0 0,4 0 1,1 0-4,2 3 0,5 1 3,1 0 0,1-1 0,1-2 4,-3-1-3,3 0-1,-2 0 6,0 0 0,4-1-6,-1-3-5,0-2 4,-5 2 2,-4 1 0,-5 2 1,-5-1-2,-3 1 7,0 1 10,0 0-2,0 0-13,0 0-2,4 0-6,5 0 4,7 4 0,5 6 4,0 0-2,3-3 5,0-3-4,-4-1-1,3-3 8,0 0 7,0 0-15,0-14 7,-2-2-1,0-5-5,-3-1 6,-2-1 1,-1 3-4,-3 2 20,-3 3-3,0 0-18,-2 4 4,-2 2 8,-2 5-11,-2 1-1,-1 3-2,0 0-1,0 0-6,0 0-11,0 2-7,-15 12 4,-4 7 20,-2 3 5,2 3-5,4 1 0,4-1 0,5-3-5,6-4 4,0-3 1,4-3-3,16-4 3,7-5 4,4-5 3,5 0 8,-1-6-8,-1-12-3,-2-2 1,-4 1-1,-3-1-3,-6 3 0,-7 4-1,-3 6 8,-6 4-1,-3 3-3,0 0-4,0 0-9,0 2-32,0 14 6,-9 3 30,-1 8 5,1 3 0,0 4 0,6 2 0,3 3 1,0-2-1,0-1 0,0-5 3,0-6-3,-5-5 0,-1-7 1,0-3-3,-7-6-6,-8-4-8,-18 0-12,-10-7-19,-8-12-116,-1-1-92</inkml:trace>
  <inkml:trace contextRef="#ctx0" brushRef="#br0" timeOffset="27784">11922 2233 398,'0'0'103,"0"0"65,0 0-58,0 0-28,99-2-74,-22 2 3,13 12-3,2 8-4,2 1 1,-1 3-3,-7 0 1,-8-2-3,-11-7 4,-18-4-3,-16-5 2,-19-5-3,-9-1 9,-5 0-4,0 0-5,0 0-19,-11 0-31,-9-7-44,-7-3 21,-3-2-20,2-2-74,6-3-194</inkml:trace>
  <inkml:trace contextRef="#ctx0" brushRef="#br0" timeOffset="29322">12089 0 155,'0'0'304,"0"0"-210,0 0-4,0 0-48,0 0-42,0 0-8,3-9-7,-17 32 15,-2 5 0,-1 2 0,0-1 0,-1 0 1,-1-3 2,-4-1-3,-3 0-16,-4-1-57,3-9-95</inkml:trace>
  <inkml:trace contextRef="#ctx0" brushRef="#br0" timeOffset="34882">13517 1768 242,'0'0'44,"0"0"20,0 0 16,0 0-11,0 0-7,0 0-31,-3-7-8,3 7 12,17 0-3,11 5-17,9 7-3,5 2-7,0 1-3,1 1 0,-1-2-1,1 0-1,-1-1 2,-5-3 4,-9-3-6,-11-3 0,-8-3 6,-9-1-6,0 0 8,-5 0-8,-19-10-11,-11-4 6,-13-3-1,-4 2 6,-1 2 0,-2 1 0,-1 0 2,5 2-2,9 3 3,9 3-3,11 2 2,10 2-2,7 0-1,5 0-1,0 0-7,0 0 7,8 0 2,20 3 11,16 7 7,11 3-2,4-2-6,1 1-10,-8-2 0,-7-3 2,-10-2 0,-13-2-1,-10-3 3,-9 0-3,-3 0-1,-8 0-2,-21-13-24,-18-6 13,-10-3 13,-5 0-9,2 1 9,5 0 0,7 4 3,7 4-1,15 4 6,13 6-4,8 3 1,5 0-5,0 0-8,5 0 4,18 12 4,15 5 39,8 3-29,6-1 6,2-2-16,-6-3 3,-1 0-3,-8-2 0,-10-2 0,-13-6 5,-12-3-5,-4-1-14,-6 0-5,-25 0-20,-21-15 39,-9-4 3,-2-2 8,11 3-6,16 4-4,15 6 2,12 5 9,9 3-4,0 0-8,5 0-5,20 11 5,10 4 9,3 1 0,-1-2-5,-4-4-2,-9-2-2,-4-2 2,-8-3 1,-5-2 0,-7-1-1,0 0 5,0 0-6,0 0 0,0 0-1,0 0-5,0 0 3,-2 0 4,1 0 3,1 0-3,0 0-1,-2 0 2,2 0-3,0 0 0,0 0-1,0 0 1,0 0-8,0 0-8,0 0 1,0 0 11,0 0-1,0 0 4,0 0-2,0 0 6,0 0-9,0 0 8,0 0-4,0 0-5,0 0-7,0 0-12,0 0-25,-4 0-44,1 0-54,-1 0 69,1 0-207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0-08-19T09:46:49.863"/>
    </inkml:context>
    <inkml:brush xml:id="br0">
      <inkml:brushProperty name="width" value="0.03528" units="cm"/>
      <inkml:brushProperty name="height" value="0.03528" units="cm"/>
      <inkml:brushProperty name="color" value="#EA700D"/>
      <inkml:brushProperty name="fitToCurve" value="1"/>
      <inkml:brushProperty name="ignorePressure" value="1"/>
    </inkml:brush>
  </inkml:definitions>
  <inkml:trace contextRef="#ctx0" brushRef="#br0">0 0 459,'0'0'21,"0"0"18,0 0-39,0 0-24,0 0-122,0 0-106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BC47-E849-4216-9E42-1AA53BD381B0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9B19B-8AF3-4592-A775-CA7B839B7D9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BC47-E849-4216-9E42-1AA53BD381B0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9B19B-8AF3-4592-A775-CA7B839B7D9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BC47-E849-4216-9E42-1AA53BD381B0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9B19B-8AF3-4592-A775-CA7B839B7D9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BC47-E849-4216-9E42-1AA53BD381B0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9B19B-8AF3-4592-A775-CA7B839B7D9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BC47-E849-4216-9E42-1AA53BD381B0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9B19B-8AF3-4592-A775-CA7B839B7D9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BC47-E849-4216-9E42-1AA53BD381B0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9B19B-8AF3-4592-A775-CA7B839B7D9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BC47-E849-4216-9E42-1AA53BD381B0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9B19B-8AF3-4592-A775-CA7B839B7D9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BC47-E849-4216-9E42-1AA53BD381B0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9B19B-8AF3-4592-A775-CA7B839B7D9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BC47-E849-4216-9E42-1AA53BD381B0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9B19B-8AF3-4592-A775-CA7B839B7D9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BC47-E849-4216-9E42-1AA53BD381B0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9B19B-8AF3-4592-A775-CA7B839B7D9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BC47-E849-4216-9E42-1AA53BD381B0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9B19B-8AF3-4592-A775-CA7B839B7D9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B1BC47-E849-4216-9E42-1AA53BD381B0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C9B19B-8AF3-4592-A775-CA7B839B7D9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emf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19.emf"/><Relationship Id="rId21" Type="http://schemas.openxmlformats.org/officeDocument/2006/relationships/image" Target="../media/image10.emf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7" Type="http://schemas.openxmlformats.org/officeDocument/2006/relationships/image" Target="../media/image3.emf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4.emf"/><Relationship Id="rId41" Type="http://schemas.openxmlformats.org/officeDocument/2006/relationships/image" Target="../media/image20.emf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image" Target="../media/image5.emf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emf"/><Relationship Id="rId40" Type="http://schemas.openxmlformats.org/officeDocument/2006/relationships/customXml" Target="../ink/ink20.xml"/><Relationship Id="rId5" Type="http://schemas.openxmlformats.org/officeDocument/2006/relationships/image" Target="../media/image2.emf"/><Relationship Id="rId15" Type="http://schemas.openxmlformats.org/officeDocument/2006/relationships/image" Target="../media/image7.emf"/><Relationship Id="rId23" Type="http://schemas.openxmlformats.org/officeDocument/2006/relationships/image" Target="../media/image11.emf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10" Type="http://schemas.openxmlformats.org/officeDocument/2006/relationships/customXml" Target="../ink/ink5.xml"/><Relationship Id="rId19" Type="http://schemas.openxmlformats.org/officeDocument/2006/relationships/image" Target="../media/image9.emf"/><Relationship Id="rId31" Type="http://schemas.openxmlformats.org/officeDocument/2006/relationships/image" Target="../media/image15.emf"/><Relationship Id="rId4" Type="http://schemas.openxmlformats.org/officeDocument/2006/relationships/customXml" Target="../ink/ink2.xml"/><Relationship Id="rId9" Type="http://schemas.openxmlformats.org/officeDocument/2006/relationships/image" Target="../media/image4.emf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emf"/><Relationship Id="rId30" Type="http://schemas.openxmlformats.org/officeDocument/2006/relationships/customXml" Target="../ink/ink15.xml"/><Relationship Id="rId35" Type="http://schemas.openxmlformats.org/officeDocument/2006/relationships/image" Target="../media/image17.emf"/><Relationship Id="rId43" Type="http://schemas.openxmlformats.org/officeDocument/2006/relationships/image" Target="../media/image21.emf"/><Relationship Id="rId8" Type="http://schemas.openxmlformats.org/officeDocument/2006/relationships/customXml" Target="../ink/ink4.xml"/><Relationship Id="rId3" Type="http://schemas.openxmlformats.org/officeDocument/2006/relationships/image" Target="../media/image1.emf"/><Relationship Id="rId12" Type="http://schemas.openxmlformats.org/officeDocument/2006/relationships/customXml" Target="../ink/ink6.xml"/><Relationship Id="rId17" Type="http://schemas.openxmlformats.org/officeDocument/2006/relationships/image" Target="../media/image8.emf"/><Relationship Id="rId25" Type="http://schemas.openxmlformats.org/officeDocument/2006/relationships/image" Target="../media/image12.emf"/><Relationship Id="rId33" Type="http://schemas.openxmlformats.org/officeDocument/2006/relationships/image" Target="../media/image16.emf"/><Relationship Id="rId38" Type="http://schemas.openxmlformats.org/officeDocument/2006/relationships/customXml" Target="../ink/ink19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7.xml"/><Relationship Id="rId18" Type="http://schemas.openxmlformats.org/officeDocument/2006/relationships/image" Target="../media/image30.emf"/><Relationship Id="rId26" Type="http://schemas.openxmlformats.org/officeDocument/2006/relationships/image" Target="../media/image34.emf"/><Relationship Id="rId39" Type="http://schemas.openxmlformats.org/officeDocument/2006/relationships/customXml" Target="../ink/ink40.xml"/><Relationship Id="rId21" Type="http://schemas.openxmlformats.org/officeDocument/2006/relationships/customXml" Target="../ink/ink31.xml"/><Relationship Id="rId34" Type="http://schemas.openxmlformats.org/officeDocument/2006/relationships/image" Target="../media/image38.emf"/><Relationship Id="rId42" Type="http://schemas.openxmlformats.org/officeDocument/2006/relationships/image" Target="../media/image42.emf"/><Relationship Id="rId7" Type="http://schemas.openxmlformats.org/officeDocument/2006/relationships/customXml" Target="../ink/ink24.xml"/><Relationship Id="rId2" Type="http://schemas.openxmlformats.org/officeDocument/2006/relationships/image" Target="../media/image22.png"/><Relationship Id="rId16" Type="http://schemas.openxmlformats.org/officeDocument/2006/relationships/image" Target="../media/image29.emf"/><Relationship Id="rId20" Type="http://schemas.openxmlformats.org/officeDocument/2006/relationships/image" Target="../media/image31.emf"/><Relationship Id="rId29" Type="http://schemas.openxmlformats.org/officeDocument/2006/relationships/customXml" Target="../ink/ink35.xml"/><Relationship Id="rId41" Type="http://schemas.openxmlformats.org/officeDocument/2006/relationships/customXml" Target="../ink/ink4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emf"/><Relationship Id="rId11" Type="http://schemas.openxmlformats.org/officeDocument/2006/relationships/customXml" Target="../ink/ink26.xml"/><Relationship Id="rId24" Type="http://schemas.openxmlformats.org/officeDocument/2006/relationships/image" Target="../media/image33.emf"/><Relationship Id="rId32" Type="http://schemas.openxmlformats.org/officeDocument/2006/relationships/image" Target="../media/image37.emf"/><Relationship Id="rId37" Type="http://schemas.openxmlformats.org/officeDocument/2006/relationships/customXml" Target="../ink/ink39.xml"/><Relationship Id="rId40" Type="http://schemas.openxmlformats.org/officeDocument/2006/relationships/image" Target="../media/image41.emf"/><Relationship Id="rId5" Type="http://schemas.openxmlformats.org/officeDocument/2006/relationships/customXml" Target="../ink/ink23.xml"/><Relationship Id="rId15" Type="http://schemas.openxmlformats.org/officeDocument/2006/relationships/customXml" Target="../ink/ink28.xml"/><Relationship Id="rId23" Type="http://schemas.openxmlformats.org/officeDocument/2006/relationships/customXml" Target="../ink/ink32.xml"/><Relationship Id="rId28" Type="http://schemas.openxmlformats.org/officeDocument/2006/relationships/image" Target="../media/image35.emf"/><Relationship Id="rId36" Type="http://schemas.openxmlformats.org/officeDocument/2006/relationships/image" Target="../media/image39.emf"/><Relationship Id="rId10" Type="http://schemas.openxmlformats.org/officeDocument/2006/relationships/image" Target="../media/image26.emf"/><Relationship Id="rId19" Type="http://schemas.openxmlformats.org/officeDocument/2006/relationships/customXml" Target="../ink/ink30.xml"/><Relationship Id="rId31" Type="http://schemas.openxmlformats.org/officeDocument/2006/relationships/customXml" Target="../ink/ink36.xml"/><Relationship Id="rId4" Type="http://schemas.openxmlformats.org/officeDocument/2006/relationships/image" Target="../media/image23.emf"/><Relationship Id="rId9" Type="http://schemas.openxmlformats.org/officeDocument/2006/relationships/customXml" Target="../ink/ink25.xml"/><Relationship Id="rId14" Type="http://schemas.openxmlformats.org/officeDocument/2006/relationships/image" Target="../media/image28.emf"/><Relationship Id="rId22" Type="http://schemas.openxmlformats.org/officeDocument/2006/relationships/image" Target="../media/image32.emf"/><Relationship Id="rId27" Type="http://schemas.openxmlformats.org/officeDocument/2006/relationships/customXml" Target="../ink/ink34.xml"/><Relationship Id="rId30" Type="http://schemas.openxmlformats.org/officeDocument/2006/relationships/image" Target="../media/image36.emf"/><Relationship Id="rId35" Type="http://schemas.openxmlformats.org/officeDocument/2006/relationships/customXml" Target="../ink/ink38.xml"/><Relationship Id="rId8" Type="http://schemas.openxmlformats.org/officeDocument/2006/relationships/image" Target="../media/image25.emf"/><Relationship Id="rId3" Type="http://schemas.openxmlformats.org/officeDocument/2006/relationships/customXml" Target="../ink/ink22.xml"/><Relationship Id="rId12" Type="http://schemas.openxmlformats.org/officeDocument/2006/relationships/image" Target="../media/image27.emf"/><Relationship Id="rId17" Type="http://schemas.openxmlformats.org/officeDocument/2006/relationships/customXml" Target="../ink/ink29.xml"/><Relationship Id="rId25" Type="http://schemas.openxmlformats.org/officeDocument/2006/relationships/customXml" Target="../ink/ink33.xml"/><Relationship Id="rId33" Type="http://schemas.openxmlformats.org/officeDocument/2006/relationships/customXml" Target="../ink/ink37.xml"/><Relationship Id="rId38" Type="http://schemas.openxmlformats.org/officeDocument/2006/relationships/image" Target="../media/image40.emf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5.emf"/><Relationship Id="rId21" Type="http://schemas.openxmlformats.org/officeDocument/2006/relationships/customXml" Target="../ink/ink51.xml"/><Relationship Id="rId42" Type="http://schemas.openxmlformats.org/officeDocument/2006/relationships/image" Target="../media/image63.emf"/><Relationship Id="rId47" Type="http://schemas.openxmlformats.org/officeDocument/2006/relationships/customXml" Target="../ink/ink64.xml"/><Relationship Id="rId63" Type="http://schemas.openxmlformats.org/officeDocument/2006/relationships/customXml" Target="../ink/ink72.xml"/><Relationship Id="rId68" Type="http://schemas.openxmlformats.org/officeDocument/2006/relationships/image" Target="../media/image76.emf"/><Relationship Id="rId2" Type="http://schemas.openxmlformats.org/officeDocument/2006/relationships/image" Target="../media/image43.png"/><Relationship Id="rId16" Type="http://schemas.openxmlformats.org/officeDocument/2006/relationships/image" Target="../media/image50.emf"/><Relationship Id="rId29" Type="http://schemas.openxmlformats.org/officeDocument/2006/relationships/customXml" Target="../ink/ink55.xml"/><Relationship Id="rId11" Type="http://schemas.openxmlformats.org/officeDocument/2006/relationships/customXml" Target="../ink/ink46.xml"/><Relationship Id="rId24" Type="http://schemas.openxmlformats.org/officeDocument/2006/relationships/image" Target="../media/image54.emf"/><Relationship Id="rId32" Type="http://schemas.openxmlformats.org/officeDocument/2006/relationships/image" Target="../media/image58.emf"/><Relationship Id="rId37" Type="http://schemas.openxmlformats.org/officeDocument/2006/relationships/customXml" Target="../ink/ink59.xml"/><Relationship Id="rId40" Type="http://schemas.openxmlformats.org/officeDocument/2006/relationships/image" Target="../media/image62.emf"/><Relationship Id="rId45" Type="http://schemas.openxmlformats.org/officeDocument/2006/relationships/customXml" Target="../ink/ink63.xml"/><Relationship Id="rId53" Type="http://schemas.openxmlformats.org/officeDocument/2006/relationships/customXml" Target="../ink/ink67.xml"/><Relationship Id="rId58" Type="http://schemas.openxmlformats.org/officeDocument/2006/relationships/image" Target="../media/image71.emf"/><Relationship Id="rId66" Type="http://schemas.openxmlformats.org/officeDocument/2006/relationships/image" Target="../media/image75.emf"/><Relationship Id="rId74" Type="http://schemas.openxmlformats.org/officeDocument/2006/relationships/image" Target="../media/image79.emf"/><Relationship Id="rId5" Type="http://schemas.openxmlformats.org/officeDocument/2006/relationships/customXml" Target="../ink/ink43.xml"/><Relationship Id="rId61" Type="http://schemas.openxmlformats.org/officeDocument/2006/relationships/customXml" Target="../ink/ink71.xml"/><Relationship Id="rId19" Type="http://schemas.openxmlformats.org/officeDocument/2006/relationships/customXml" Target="../ink/ink50.xml"/><Relationship Id="rId14" Type="http://schemas.openxmlformats.org/officeDocument/2006/relationships/image" Target="../media/image49.emf"/><Relationship Id="rId22" Type="http://schemas.openxmlformats.org/officeDocument/2006/relationships/image" Target="../media/image53.emf"/><Relationship Id="rId27" Type="http://schemas.openxmlformats.org/officeDocument/2006/relationships/customXml" Target="../ink/ink54.xml"/><Relationship Id="rId30" Type="http://schemas.openxmlformats.org/officeDocument/2006/relationships/image" Target="../media/image57.emf"/><Relationship Id="rId35" Type="http://schemas.openxmlformats.org/officeDocument/2006/relationships/customXml" Target="../ink/ink58.xml"/><Relationship Id="rId43" Type="http://schemas.openxmlformats.org/officeDocument/2006/relationships/customXml" Target="../ink/ink62.xml"/><Relationship Id="rId48" Type="http://schemas.openxmlformats.org/officeDocument/2006/relationships/image" Target="../media/image66.emf"/><Relationship Id="rId56" Type="http://schemas.openxmlformats.org/officeDocument/2006/relationships/image" Target="../media/image70.emf"/><Relationship Id="rId64" Type="http://schemas.openxmlformats.org/officeDocument/2006/relationships/image" Target="../media/image74.emf"/><Relationship Id="rId69" Type="http://schemas.openxmlformats.org/officeDocument/2006/relationships/customXml" Target="../ink/ink75.xml"/><Relationship Id="rId8" Type="http://schemas.openxmlformats.org/officeDocument/2006/relationships/image" Target="../media/image46.emf"/><Relationship Id="rId51" Type="http://schemas.openxmlformats.org/officeDocument/2006/relationships/customXml" Target="../ink/ink66.xml"/><Relationship Id="rId72" Type="http://schemas.openxmlformats.org/officeDocument/2006/relationships/image" Target="../media/image78.emf"/><Relationship Id="rId3" Type="http://schemas.openxmlformats.org/officeDocument/2006/relationships/customXml" Target="../ink/ink42.xml"/><Relationship Id="rId12" Type="http://schemas.openxmlformats.org/officeDocument/2006/relationships/image" Target="../media/image48.emf"/><Relationship Id="rId17" Type="http://schemas.openxmlformats.org/officeDocument/2006/relationships/customXml" Target="../ink/ink49.xml"/><Relationship Id="rId25" Type="http://schemas.openxmlformats.org/officeDocument/2006/relationships/customXml" Target="../ink/ink53.xml"/><Relationship Id="rId33" Type="http://schemas.openxmlformats.org/officeDocument/2006/relationships/customXml" Target="../ink/ink57.xml"/><Relationship Id="rId38" Type="http://schemas.openxmlformats.org/officeDocument/2006/relationships/image" Target="../media/image61.emf"/><Relationship Id="rId46" Type="http://schemas.openxmlformats.org/officeDocument/2006/relationships/image" Target="../media/image65.emf"/><Relationship Id="rId59" Type="http://schemas.openxmlformats.org/officeDocument/2006/relationships/customXml" Target="../ink/ink70.xml"/><Relationship Id="rId67" Type="http://schemas.openxmlformats.org/officeDocument/2006/relationships/customXml" Target="../ink/ink74.xml"/><Relationship Id="rId20" Type="http://schemas.openxmlformats.org/officeDocument/2006/relationships/image" Target="../media/image52.emf"/><Relationship Id="rId41" Type="http://schemas.openxmlformats.org/officeDocument/2006/relationships/customXml" Target="../ink/ink61.xml"/><Relationship Id="rId54" Type="http://schemas.openxmlformats.org/officeDocument/2006/relationships/image" Target="../media/image69.emf"/><Relationship Id="rId62" Type="http://schemas.openxmlformats.org/officeDocument/2006/relationships/image" Target="../media/image73.emf"/><Relationship Id="rId70" Type="http://schemas.openxmlformats.org/officeDocument/2006/relationships/image" Target="../media/image77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emf"/><Relationship Id="rId15" Type="http://schemas.openxmlformats.org/officeDocument/2006/relationships/customXml" Target="../ink/ink48.xml"/><Relationship Id="rId23" Type="http://schemas.openxmlformats.org/officeDocument/2006/relationships/customXml" Target="../ink/ink52.xml"/><Relationship Id="rId28" Type="http://schemas.openxmlformats.org/officeDocument/2006/relationships/image" Target="../media/image56.emf"/><Relationship Id="rId36" Type="http://schemas.openxmlformats.org/officeDocument/2006/relationships/image" Target="../media/image60.emf"/><Relationship Id="rId49" Type="http://schemas.openxmlformats.org/officeDocument/2006/relationships/customXml" Target="../ink/ink65.xml"/><Relationship Id="rId57" Type="http://schemas.openxmlformats.org/officeDocument/2006/relationships/customXml" Target="../ink/ink69.xml"/><Relationship Id="rId10" Type="http://schemas.openxmlformats.org/officeDocument/2006/relationships/image" Target="../media/image47.emf"/><Relationship Id="rId31" Type="http://schemas.openxmlformats.org/officeDocument/2006/relationships/customXml" Target="../ink/ink56.xml"/><Relationship Id="rId44" Type="http://schemas.openxmlformats.org/officeDocument/2006/relationships/image" Target="../media/image64.emf"/><Relationship Id="rId52" Type="http://schemas.openxmlformats.org/officeDocument/2006/relationships/image" Target="../media/image68.emf"/><Relationship Id="rId60" Type="http://schemas.openxmlformats.org/officeDocument/2006/relationships/image" Target="../media/image72.emf"/><Relationship Id="rId65" Type="http://schemas.openxmlformats.org/officeDocument/2006/relationships/customXml" Target="../ink/ink73.xml"/><Relationship Id="rId73" Type="http://schemas.openxmlformats.org/officeDocument/2006/relationships/customXml" Target="../ink/ink77.xml"/><Relationship Id="rId4" Type="http://schemas.openxmlformats.org/officeDocument/2006/relationships/image" Target="../media/image44.emf"/><Relationship Id="rId9" Type="http://schemas.openxmlformats.org/officeDocument/2006/relationships/customXml" Target="../ink/ink45.xml"/><Relationship Id="rId13" Type="http://schemas.openxmlformats.org/officeDocument/2006/relationships/customXml" Target="../ink/ink47.xml"/><Relationship Id="rId18" Type="http://schemas.openxmlformats.org/officeDocument/2006/relationships/image" Target="../media/image51.emf"/><Relationship Id="rId39" Type="http://schemas.openxmlformats.org/officeDocument/2006/relationships/customXml" Target="../ink/ink60.xml"/><Relationship Id="rId34" Type="http://schemas.openxmlformats.org/officeDocument/2006/relationships/image" Target="../media/image59.emf"/><Relationship Id="rId50" Type="http://schemas.openxmlformats.org/officeDocument/2006/relationships/image" Target="../media/image67.emf"/><Relationship Id="rId55" Type="http://schemas.openxmlformats.org/officeDocument/2006/relationships/customXml" Target="../ink/ink68.xml"/><Relationship Id="rId7" Type="http://schemas.openxmlformats.org/officeDocument/2006/relationships/customXml" Target="../ink/ink44.xml"/><Relationship Id="rId71" Type="http://schemas.openxmlformats.org/officeDocument/2006/relationships/customXml" Target="../ink/ink76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0.xml"/><Relationship Id="rId21" Type="http://schemas.openxmlformats.org/officeDocument/2006/relationships/image" Target="../media/image89.emf"/><Relationship Id="rId42" Type="http://schemas.openxmlformats.org/officeDocument/2006/relationships/customXml" Target="../ink/ink98.xml"/><Relationship Id="rId47" Type="http://schemas.openxmlformats.org/officeDocument/2006/relationships/image" Target="../media/image102.emf"/><Relationship Id="rId63" Type="http://schemas.openxmlformats.org/officeDocument/2006/relationships/image" Target="../media/image110.emf"/><Relationship Id="rId68" Type="http://schemas.openxmlformats.org/officeDocument/2006/relationships/customXml" Target="../ink/ink111.xml"/><Relationship Id="rId16" Type="http://schemas.openxmlformats.org/officeDocument/2006/relationships/customXml" Target="../ink/ink85.xml"/><Relationship Id="rId11" Type="http://schemas.openxmlformats.org/officeDocument/2006/relationships/image" Target="../media/image84.emf"/><Relationship Id="rId32" Type="http://schemas.openxmlformats.org/officeDocument/2006/relationships/customXml" Target="../ink/ink93.xml"/><Relationship Id="rId37" Type="http://schemas.openxmlformats.org/officeDocument/2006/relationships/image" Target="../media/image97.emf"/><Relationship Id="rId53" Type="http://schemas.openxmlformats.org/officeDocument/2006/relationships/image" Target="../media/image105.emf"/><Relationship Id="rId58" Type="http://schemas.openxmlformats.org/officeDocument/2006/relationships/customXml" Target="../ink/ink106.xml"/><Relationship Id="rId74" Type="http://schemas.openxmlformats.org/officeDocument/2006/relationships/customXml" Target="../ink/ink114.xml"/><Relationship Id="rId79" Type="http://schemas.openxmlformats.org/officeDocument/2006/relationships/image" Target="../media/image118.emf"/><Relationship Id="rId5" Type="http://schemas.openxmlformats.org/officeDocument/2006/relationships/image" Target="../media/image81.emf"/><Relationship Id="rId61" Type="http://schemas.openxmlformats.org/officeDocument/2006/relationships/image" Target="../media/image109.emf"/><Relationship Id="rId82" Type="http://schemas.openxmlformats.org/officeDocument/2006/relationships/customXml" Target="../ink/ink118.xml"/><Relationship Id="rId19" Type="http://schemas.openxmlformats.org/officeDocument/2006/relationships/image" Target="../media/image88.emf"/><Relationship Id="rId14" Type="http://schemas.openxmlformats.org/officeDocument/2006/relationships/customXml" Target="../ink/ink84.xml"/><Relationship Id="rId22" Type="http://schemas.openxmlformats.org/officeDocument/2006/relationships/customXml" Target="../ink/ink88.xml"/><Relationship Id="rId27" Type="http://schemas.openxmlformats.org/officeDocument/2006/relationships/image" Target="../media/image92.emf"/><Relationship Id="rId30" Type="http://schemas.openxmlformats.org/officeDocument/2006/relationships/customXml" Target="../ink/ink92.xml"/><Relationship Id="rId35" Type="http://schemas.openxmlformats.org/officeDocument/2006/relationships/image" Target="../media/image96.emf"/><Relationship Id="rId43" Type="http://schemas.openxmlformats.org/officeDocument/2006/relationships/image" Target="../media/image100.emf"/><Relationship Id="rId48" Type="http://schemas.openxmlformats.org/officeDocument/2006/relationships/customXml" Target="../ink/ink101.xml"/><Relationship Id="rId56" Type="http://schemas.openxmlformats.org/officeDocument/2006/relationships/customXml" Target="../ink/ink105.xml"/><Relationship Id="rId64" Type="http://schemas.openxmlformats.org/officeDocument/2006/relationships/customXml" Target="../ink/ink109.xml"/><Relationship Id="rId69" Type="http://schemas.openxmlformats.org/officeDocument/2006/relationships/image" Target="../media/image113.emf"/><Relationship Id="rId77" Type="http://schemas.openxmlformats.org/officeDocument/2006/relationships/image" Target="../media/image117.emf"/><Relationship Id="rId8" Type="http://schemas.openxmlformats.org/officeDocument/2006/relationships/customXml" Target="../ink/ink81.xml"/><Relationship Id="rId51" Type="http://schemas.openxmlformats.org/officeDocument/2006/relationships/image" Target="../media/image104.emf"/><Relationship Id="rId72" Type="http://schemas.openxmlformats.org/officeDocument/2006/relationships/customXml" Target="../ink/ink113.xml"/><Relationship Id="rId80" Type="http://schemas.openxmlformats.org/officeDocument/2006/relationships/customXml" Target="../ink/ink117.xml"/><Relationship Id="rId3" Type="http://schemas.openxmlformats.org/officeDocument/2006/relationships/image" Target="../media/image80.emf"/><Relationship Id="rId12" Type="http://schemas.openxmlformats.org/officeDocument/2006/relationships/customXml" Target="../ink/ink83.xml"/><Relationship Id="rId17" Type="http://schemas.openxmlformats.org/officeDocument/2006/relationships/image" Target="../media/image87.emf"/><Relationship Id="rId25" Type="http://schemas.openxmlformats.org/officeDocument/2006/relationships/image" Target="../media/image91.emf"/><Relationship Id="rId33" Type="http://schemas.openxmlformats.org/officeDocument/2006/relationships/image" Target="../media/image95.emf"/><Relationship Id="rId38" Type="http://schemas.openxmlformats.org/officeDocument/2006/relationships/customXml" Target="../ink/ink96.xml"/><Relationship Id="rId46" Type="http://schemas.openxmlformats.org/officeDocument/2006/relationships/customXml" Target="../ink/ink100.xml"/><Relationship Id="rId59" Type="http://schemas.openxmlformats.org/officeDocument/2006/relationships/image" Target="../media/image108.emf"/><Relationship Id="rId67" Type="http://schemas.openxmlformats.org/officeDocument/2006/relationships/image" Target="../media/image112.emf"/><Relationship Id="rId20" Type="http://schemas.openxmlformats.org/officeDocument/2006/relationships/customXml" Target="../ink/ink87.xml"/><Relationship Id="rId41" Type="http://schemas.openxmlformats.org/officeDocument/2006/relationships/image" Target="../media/image99.emf"/><Relationship Id="rId54" Type="http://schemas.openxmlformats.org/officeDocument/2006/relationships/customXml" Target="../ink/ink104.xml"/><Relationship Id="rId62" Type="http://schemas.openxmlformats.org/officeDocument/2006/relationships/customXml" Target="../ink/ink108.xml"/><Relationship Id="rId70" Type="http://schemas.openxmlformats.org/officeDocument/2006/relationships/customXml" Target="../ink/ink112.xml"/><Relationship Id="rId75" Type="http://schemas.openxmlformats.org/officeDocument/2006/relationships/image" Target="../media/image116.emf"/><Relationship Id="rId83" Type="http://schemas.openxmlformats.org/officeDocument/2006/relationships/image" Target="../media/image120.emf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0.xml"/><Relationship Id="rId15" Type="http://schemas.openxmlformats.org/officeDocument/2006/relationships/image" Target="../media/image86.emf"/><Relationship Id="rId23" Type="http://schemas.openxmlformats.org/officeDocument/2006/relationships/image" Target="../media/image90.emf"/><Relationship Id="rId28" Type="http://schemas.openxmlformats.org/officeDocument/2006/relationships/customXml" Target="../ink/ink91.xml"/><Relationship Id="rId36" Type="http://schemas.openxmlformats.org/officeDocument/2006/relationships/customXml" Target="../ink/ink95.xml"/><Relationship Id="rId49" Type="http://schemas.openxmlformats.org/officeDocument/2006/relationships/image" Target="../media/image103.emf"/><Relationship Id="rId57" Type="http://schemas.openxmlformats.org/officeDocument/2006/relationships/image" Target="../media/image107.emf"/><Relationship Id="rId10" Type="http://schemas.openxmlformats.org/officeDocument/2006/relationships/customXml" Target="../ink/ink82.xml"/><Relationship Id="rId31" Type="http://schemas.openxmlformats.org/officeDocument/2006/relationships/image" Target="../media/image94.emf"/><Relationship Id="rId44" Type="http://schemas.openxmlformats.org/officeDocument/2006/relationships/customXml" Target="../ink/ink99.xml"/><Relationship Id="rId52" Type="http://schemas.openxmlformats.org/officeDocument/2006/relationships/customXml" Target="../ink/ink103.xml"/><Relationship Id="rId60" Type="http://schemas.openxmlformats.org/officeDocument/2006/relationships/customXml" Target="../ink/ink107.xml"/><Relationship Id="rId65" Type="http://schemas.openxmlformats.org/officeDocument/2006/relationships/image" Target="../media/image111.emf"/><Relationship Id="rId73" Type="http://schemas.openxmlformats.org/officeDocument/2006/relationships/image" Target="../media/image115.emf"/><Relationship Id="rId78" Type="http://schemas.openxmlformats.org/officeDocument/2006/relationships/customXml" Target="../ink/ink116.xml"/><Relationship Id="rId81" Type="http://schemas.openxmlformats.org/officeDocument/2006/relationships/image" Target="../media/image119.emf"/><Relationship Id="rId4" Type="http://schemas.openxmlformats.org/officeDocument/2006/relationships/customXml" Target="../ink/ink79.xml"/><Relationship Id="rId9" Type="http://schemas.openxmlformats.org/officeDocument/2006/relationships/image" Target="../media/image83.emf"/><Relationship Id="rId13" Type="http://schemas.openxmlformats.org/officeDocument/2006/relationships/image" Target="../media/image85.emf"/><Relationship Id="rId18" Type="http://schemas.openxmlformats.org/officeDocument/2006/relationships/customXml" Target="../ink/ink86.xml"/><Relationship Id="rId39" Type="http://schemas.openxmlformats.org/officeDocument/2006/relationships/image" Target="../media/image98.emf"/><Relationship Id="rId34" Type="http://schemas.openxmlformats.org/officeDocument/2006/relationships/customXml" Target="../ink/ink94.xml"/><Relationship Id="rId50" Type="http://schemas.openxmlformats.org/officeDocument/2006/relationships/customXml" Target="../ink/ink102.xml"/><Relationship Id="rId55" Type="http://schemas.openxmlformats.org/officeDocument/2006/relationships/image" Target="../media/image106.emf"/><Relationship Id="rId76" Type="http://schemas.openxmlformats.org/officeDocument/2006/relationships/customXml" Target="../ink/ink115.xml"/><Relationship Id="rId7" Type="http://schemas.openxmlformats.org/officeDocument/2006/relationships/image" Target="../media/image82.emf"/><Relationship Id="rId71" Type="http://schemas.openxmlformats.org/officeDocument/2006/relationships/image" Target="../media/image114.emf"/><Relationship Id="rId2" Type="http://schemas.openxmlformats.org/officeDocument/2006/relationships/customXml" Target="../ink/ink78.xml"/><Relationship Id="rId29" Type="http://schemas.openxmlformats.org/officeDocument/2006/relationships/image" Target="../media/image93.emf"/><Relationship Id="rId24" Type="http://schemas.openxmlformats.org/officeDocument/2006/relationships/customXml" Target="../ink/ink89.xml"/><Relationship Id="rId40" Type="http://schemas.openxmlformats.org/officeDocument/2006/relationships/customXml" Target="../ink/ink97.xml"/><Relationship Id="rId45" Type="http://schemas.openxmlformats.org/officeDocument/2006/relationships/image" Target="../media/image101.emf"/><Relationship Id="rId66" Type="http://schemas.openxmlformats.org/officeDocument/2006/relationships/customXml" Target="../ink/ink11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emf"/><Relationship Id="rId13" Type="http://schemas.openxmlformats.org/officeDocument/2006/relationships/customXml" Target="../ink/ink124.xml"/><Relationship Id="rId18" Type="http://schemas.openxmlformats.org/officeDocument/2006/relationships/image" Target="../media/image129.emf"/><Relationship Id="rId26" Type="http://schemas.openxmlformats.org/officeDocument/2006/relationships/image" Target="../media/image133.emf"/><Relationship Id="rId3" Type="http://schemas.openxmlformats.org/officeDocument/2006/relationships/customXml" Target="../ink/ink119.xml"/><Relationship Id="rId21" Type="http://schemas.openxmlformats.org/officeDocument/2006/relationships/customXml" Target="../ink/ink128.xml"/><Relationship Id="rId7" Type="http://schemas.openxmlformats.org/officeDocument/2006/relationships/customXml" Target="../ink/ink121.xml"/><Relationship Id="rId12" Type="http://schemas.openxmlformats.org/officeDocument/2006/relationships/image" Target="../media/image126.emf"/><Relationship Id="rId17" Type="http://schemas.openxmlformats.org/officeDocument/2006/relationships/customXml" Target="../ink/ink126.xml"/><Relationship Id="rId25" Type="http://schemas.openxmlformats.org/officeDocument/2006/relationships/customXml" Target="../ink/ink130.xml"/><Relationship Id="rId2" Type="http://schemas.openxmlformats.org/officeDocument/2006/relationships/image" Target="../media/image121.png"/><Relationship Id="rId16" Type="http://schemas.openxmlformats.org/officeDocument/2006/relationships/image" Target="../media/image128.emf"/><Relationship Id="rId20" Type="http://schemas.openxmlformats.org/officeDocument/2006/relationships/image" Target="../media/image130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3.emf"/><Relationship Id="rId11" Type="http://schemas.openxmlformats.org/officeDocument/2006/relationships/customXml" Target="../ink/ink123.xml"/><Relationship Id="rId24" Type="http://schemas.openxmlformats.org/officeDocument/2006/relationships/image" Target="../media/image132.emf"/><Relationship Id="rId5" Type="http://schemas.openxmlformats.org/officeDocument/2006/relationships/customXml" Target="../ink/ink120.xml"/><Relationship Id="rId15" Type="http://schemas.openxmlformats.org/officeDocument/2006/relationships/customXml" Target="../ink/ink125.xml"/><Relationship Id="rId23" Type="http://schemas.openxmlformats.org/officeDocument/2006/relationships/customXml" Target="../ink/ink129.xml"/><Relationship Id="rId10" Type="http://schemas.openxmlformats.org/officeDocument/2006/relationships/image" Target="../media/image125.emf"/><Relationship Id="rId19" Type="http://schemas.openxmlformats.org/officeDocument/2006/relationships/customXml" Target="../ink/ink127.xml"/><Relationship Id="rId4" Type="http://schemas.openxmlformats.org/officeDocument/2006/relationships/image" Target="../media/image122.emf"/><Relationship Id="rId9" Type="http://schemas.openxmlformats.org/officeDocument/2006/relationships/customXml" Target="../ink/ink122.xml"/><Relationship Id="rId14" Type="http://schemas.openxmlformats.org/officeDocument/2006/relationships/image" Target="../media/image127.emf"/><Relationship Id="rId22" Type="http://schemas.openxmlformats.org/officeDocument/2006/relationships/image" Target="../media/image131.emf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36.xml"/><Relationship Id="rId18" Type="http://schemas.openxmlformats.org/officeDocument/2006/relationships/image" Target="../media/image142.emf"/><Relationship Id="rId26" Type="http://schemas.openxmlformats.org/officeDocument/2006/relationships/image" Target="../media/image146.emf"/><Relationship Id="rId39" Type="http://schemas.openxmlformats.org/officeDocument/2006/relationships/customXml" Target="../ink/ink149.xml"/><Relationship Id="rId21" Type="http://schemas.openxmlformats.org/officeDocument/2006/relationships/customXml" Target="../ink/ink140.xml"/><Relationship Id="rId34" Type="http://schemas.openxmlformats.org/officeDocument/2006/relationships/image" Target="../media/image150.emf"/><Relationship Id="rId42" Type="http://schemas.openxmlformats.org/officeDocument/2006/relationships/image" Target="../media/image154.emf"/><Relationship Id="rId47" Type="http://schemas.openxmlformats.org/officeDocument/2006/relationships/customXml" Target="../ink/ink153.xml"/><Relationship Id="rId50" Type="http://schemas.openxmlformats.org/officeDocument/2006/relationships/image" Target="../media/image158.emf"/><Relationship Id="rId55" Type="http://schemas.openxmlformats.org/officeDocument/2006/relationships/customXml" Target="../ink/ink157.xml"/><Relationship Id="rId7" Type="http://schemas.openxmlformats.org/officeDocument/2006/relationships/customXml" Target="../ink/ink133.xml"/><Relationship Id="rId2" Type="http://schemas.openxmlformats.org/officeDocument/2006/relationships/image" Target="../media/image134.png"/><Relationship Id="rId16" Type="http://schemas.openxmlformats.org/officeDocument/2006/relationships/image" Target="../media/image141.emf"/><Relationship Id="rId29" Type="http://schemas.openxmlformats.org/officeDocument/2006/relationships/customXml" Target="../ink/ink144.xml"/><Relationship Id="rId11" Type="http://schemas.openxmlformats.org/officeDocument/2006/relationships/customXml" Target="../ink/ink135.xml"/><Relationship Id="rId24" Type="http://schemas.openxmlformats.org/officeDocument/2006/relationships/image" Target="../media/image145.emf"/><Relationship Id="rId32" Type="http://schemas.openxmlformats.org/officeDocument/2006/relationships/image" Target="../media/image149.emf"/><Relationship Id="rId37" Type="http://schemas.openxmlformats.org/officeDocument/2006/relationships/customXml" Target="../ink/ink148.xml"/><Relationship Id="rId40" Type="http://schemas.openxmlformats.org/officeDocument/2006/relationships/image" Target="../media/image153.emf"/><Relationship Id="rId45" Type="http://schemas.openxmlformats.org/officeDocument/2006/relationships/customXml" Target="../ink/ink152.xml"/><Relationship Id="rId53" Type="http://schemas.openxmlformats.org/officeDocument/2006/relationships/customXml" Target="../ink/ink156.xml"/><Relationship Id="rId5" Type="http://schemas.openxmlformats.org/officeDocument/2006/relationships/customXml" Target="../ink/ink132.xml"/><Relationship Id="rId10" Type="http://schemas.openxmlformats.org/officeDocument/2006/relationships/image" Target="../media/image138.emf"/><Relationship Id="rId19" Type="http://schemas.openxmlformats.org/officeDocument/2006/relationships/customXml" Target="../ink/ink139.xml"/><Relationship Id="rId31" Type="http://schemas.openxmlformats.org/officeDocument/2006/relationships/customXml" Target="../ink/ink145.xml"/><Relationship Id="rId44" Type="http://schemas.openxmlformats.org/officeDocument/2006/relationships/image" Target="../media/image155.emf"/><Relationship Id="rId52" Type="http://schemas.openxmlformats.org/officeDocument/2006/relationships/image" Target="../media/image159.emf"/><Relationship Id="rId4" Type="http://schemas.openxmlformats.org/officeDocument/2006/relationships/image" Target="../media/image135.emf"/><Relationship Id="rId9" Type="http://schemas.openxmlformats.org/officeDocument/2006/relationships/customXml" Target="../ink/ink134.xml"/><Relationship Id="rId14" Type="http://schemas.openxmlformats.org/officeDocument/2006/relationships/image" Target="../media/image140.emf"/><Relationship Id="rId22" Type="http://schemas.openxmlformats.org/officeDocument/2006/relationships/image" Target="../media/image144.emf"/><Relationship Id="rId27" Type="http://schemas.openxmlformats.org/officeDocument/2006/relationships/customXml" Target="../ink/ink143.xml"/><Relationship Id="rId30" Type="http://schemas.openxmlformats.org/officeDocument/2006/relationships/image" Target="../media/image148.emf"/><Relationship Id="rId35" Type="http://schemas.openxmlformats.org/officeDocument/2006/relationships/customXml" Target="../ink/ink147.xml"/><Relationship Id="rId43" Type="http://schemas.openxmlformats.org/officeDocument/2006/relationships/customXml" Target="../ink/ink151.xml"/><Relationship Id="rId48" Type="http://schemas.openxmlformats.org/officeDocument/2006/relationships/image" Target="../media/image157.emf"/><Relationship Id="rId56" Type="http://schemas.openxmlformats.org/officeDocument/2006/relationships/image" Target="../media/image161.emf"/><Relationship Id="rId8" Type="http://schemas.openxmlformats.org/officeDocument/2006/relationships/image" Target="../media/image137.emf"/><Relationship Id="rId51" Type="http://schemas.openxmlformats.org/officeDocument/2006/relationships/customXml" Target="../ink/ink155.xml"/><Relationship Id="rId3" Type="http://schemas.openxmlformats.org/officeDocument/2006/relationships/customXml" Target="../ink/ink131.xml"/><Relationship Id="rId12" Type="http://schemas.openxmlformats.org/officeDocument/2006/relationships/image" Target="../media/image139.emf"/><Relationship Id="rId17" Type="http://schemas.openxmlformats.org/officeDocument/2006/relationships/customXml" Target="../ink/ink138.xml"/><Relationship Id="rId25" Type="http://schemas.openxmlformats.org/officeDocument/2006/relationships/customXml" Target="../ink/ink142.xml"/><Relationship Id="rId33" Type="http://schemas.openxmlformats.org/officeDocument/2006/relationships/customXml" Target="../ink/ink146.xml"/><Relationship Id="rId38" Type="http://schemas.openxmlformats.org/officeDocument/2006/relationships/image" Target="../media/image152.emf"/><Relationship Id="rId46" Type="http://schemas.openxmlformats.org/officeDocument/2006/relationships/image" Target="../media/image156.emf"/><Relationship Id="rId20" Type="http://schemas.openxmlformats.org/officeDocument/2006/relationships/image" Target="../media/image143.emf"/><Relationship Id="rId41" Type="http://schemas.openxmlformats.org/officeDocument/2006/relationships/customXml" Target="../ink/ink150.xml"/><Relationship Id="rId54" Type="http://schemas.openxmlformats.org/officeDocument/2006/relationships/image" Target="../media/image160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6.emf"/><Relationship Id="rId15" Type="http://schemas.openxmlformats.org/officeDocument/2006/relationships/customXml" Target="../ink/ink137.xml"/><Relationship Id="rId23" Type="http://schemas.openxmlformats.org/officeDocument/2006/relationships/customXml" Target="../ink/ink141.xml"/><Relationship Id="rId28" Type="http://schemas.openxmlformats.org/officeDocument/2006/relationships/image" Target="../media/image147.emf"/><Relationship Id="rId36" Type="http://schemas.openxmlformats.org/officeDocument/2006/relationships/image" Target="../media/image151.emf"/><Relationship Id="rId49" Type="http://schemas.openxmlformats.org/officeDocument/2006/relationships/customXml" Target="../ink/ink154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74.emf"/><Relationship Id="rId21" Type="http://schemas.openxmlformats.org/officeDocument/2006/relationships/customXml" Target="../ink/ink167.xml"/><Relationship Id="rId34" Type="http://schemas.openxmlformats.org/officeDocument/2006/relationships/image" Target="../media/image178.emf"/><Relationship Id="rId42" Type="http://schemas.openxmlformats.org/officeDocument/2006/relationships/image" Target="../media/image182.emf"/><Relationship Id="rId47" Type="http://schemas.openxmlformats.org/officeDocument/2006/relationships/customXml" Target="../ink/ink180.xml"/><Relationship Id="rId50" Type="http://schemas.openxmlformats.org/officeDocument/2006/relationships/image" Target="../media/image186.emf"/><Relationship Id="rId55" Type="http://schemas.openxmlformats.org/officeDocument/2006/relationships/customXml" Target="../ink/ink184.xml"/><Relationship Id="rId63" Type="http://schemas.openxmlformats.org/officeDocument/2006/relationships/customXml" Target="../ink/ink188.xml"/><Relationship Id="rId68" Type="http://schemas.openxmlformats.org/officeDocument/2006/relationships/image" Target="../media/image195.emf"/><Relationship Id="rId7" Type="http://schemas.openxmlformats.org/officeDocument/2006/relationships/customXml" Target="../ink/ink160.xml"/><Relationship Id="rId2" Type="http://schemas.openxmlformats.org/officeDocument/2006/relationships/image" Target="../media/image162.png"/><Relationship Id="rId16" Type="http://schemas.openxmlformats.org/officeDocument/2006/relationships/image" Target="../media/image169.emf"/><Relationship Id="rId29" Type="http://schemas.openxmlformats.org/officeDocument/2006/relationships/customXml" Target="../ink/ink171.xml"/><Relationship Id="rId11" Type="http://schemas.openxmlformats.org/officeDocument/2006/relationships/customXml" Target="../ink/ink162.xml"/><Relationship Id="rId24" Type="http://schemas.openxmlformats.org/officeDocument/2006/relationships/image" Target="../media/image173.emf"/><Relationship Id="rId32" Type="http://schemas.openxmlformats.org/officeDocument/2006/relationships/image" Target="../media/image177.emf"/><Relationship Id="rId37" Type="http://schemas.openxmlformats.org/officeDocument/2006/relationships/customXml" Target="../ink/ink175.xml"/><Relationship Id="rId40" Type="http://schemas.openxmlformats.org/officeDocument/2006/relationships/image" Target="../media/image181.emf"/><Relationship Id="rId45" Type="http://schemas.openxmlformats.org/officeDocument/2006/relationships/customXml" Target="../ink/ink179.xml"/><Relationship Id="rId53" Type="http://schemas.openxmlformats.org/officeDocument/2006/relationships/customXml" Target="../ink/ink183.xml"/><Relationship Id="rId58" Type="http://schemas.openxmlformats.org/officeDocument/2006/relationships/image" Target="../media/image190.emf"/><Relationship Id="rId66" Type="http://schemas.openxmlformats.org/officeDocument/2006/relationships/image" Target="../media/image194.emf"/><Relationship Id="rId5" Type="http://schemas.openxmlformats.org/officeDocument/2006/relationships/customXml" Target="../ink/ink159.xml"/><Relationship Id="rId61" Type="http://schemas.openxmlformats.org/officeDocument/2006/relationships/customXml" Target="../ink/ink187.xml"/><Relationship Id="rId19" Type="http://schemas.openxmlformats.org/officeDocument/2006/relationships/customXml" Target="../ink/ink166.xml"/><Relationship Id="rId14" Type="http://schemas.openxmlformats.org/officeDocument/2006/relationships/image" Target="../media/image168.emf"/><Relationship Id="rId22" Type="http://schemas.openxmlformats.org/officeDocument/2006/relationships/image" Target="../media/image172.emf"/><Relationship Id="rId27" Type="http://schemas.openxmlformats.org/officeDocument/2006/relationships/customXml" Target="../ink/ink170.xml"/><Relationship Id="rId30" Type="http://schemas.openxmlformats.org/officeDocument/2006/relationships/image" Target="../media/image176.emf"/><Relationship Id="rId35" Type="http://schemas.openxmlformats.org/officeDocument/2006/relationships/customXml" Target="../ink/ink174.xml"/><Relationship Id="rId43" Type="http://schemas.openxmlformats.org/officeDocument/2006/relationships/customXml" Target="../ink/ink178.xml"/><Relationship Id="rId48" Type="http://schemas.openxmlformats.org/officeDocument/2006/relationships/image" Target="../media/image185.emf"/><Relationship Id="rId56" Type="http://schemas.openxmlformats.org/officeDocument/2006/relationships/image" Target="../media/image189.emf"/><Relationship Id="rId64" Type="http://schemas.openxmlformats.org/officeDocument/2006/relationships/image" Target="../media/image193.emf"/><Relationship Id="rId8" Type="http://schemas.openxmlformats.org/officeDocument/2006/relationships/image" Target="../media/image165.emf"/><Relationship Id="rId51" Type="http://schemas.openxmlformats.org/officeDocument/2006/relationships/customXml" Target="../ink/ink182.xml"/><Relationship Id="rId3" Type="http://schemas.openxmlformats.org/officeDocument/2006/relationships/customXml" Target="../ink/ink158.xml"/><Relationship Id="rId12" Type="http://schemas.openxmlformats.org/officeDocument/2006/relationships/image" Target="../media/image167.emf"/><Relationship Id="rId17" Type="http://schemas.openxmlformats.org/officeDocument/2006/relationships/customXml" Target="../ink/ink165.xml"/><Relationship Id="rId25" Type="http://schemas.openxmlformats.org/officeDocument/2006/relationships/customXml" Target="../ink/ink169.xml"/><Relationship Id="rId33" Type="http://schemas.openxmlformats.org/officeDocument/2006/relationships/customXml" Target="../ink/ink173.xml"/><Relationship Id="rId38" Type="http://schemas.openxmlformats.org/officeDocument/2006/relationships/image" Target="../media/image180.emf"/><Relationship Id="rId46" Type="http://schemas.openxmlformats.org/officeDocument/2006/relationships/image" Target="../media/image184.emf"/><Relationship Id="rId59" Type="http://schemas.openxmlformats.org/officeDocument/2006/relationships/customXml" Target="../ink/ink186.xml"/><Relationship Id="rId67" Type="http://schemas.openxmlformats.org/officeDocument/2006/relationships/customXml" Target="../ink/ink190.xml"/><Relationship Id="rId20" Type="http://schemas.openxmlformats.org/officeDocument/2006/relationships/image" Target="../media/image171.emf"/><Relationship Id="rId41" Type="http://schemas.openxmlformats.org/officeDocument/2006/relationships/customXml" Target="../ink/ink177.xml"/><Relationship Id="rId54" Type="http://schemas.openxmlformats.org/officeDocument/2006/relationships/image" Target="../media/image188.emf"/><Relationship Id="rId62" Type="http://schemas.openxmlformats.org/officeDocument/2006/relationships/image" Target="../media/image19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4.emf"/><Relationship Id="rId15" Type="http://schemas.openxmlformats.org/officeDocument/2006/relationships/customXml" Target="../ink/ink164.xml"/><Relationship Id="rId23" Type="http://schemas.openxmlformats.org/officeDocument/2006/relationships/customXml" Target="../ink/ink168.xml"/><Relationship Id="rId28" Type="http://schemas.openxmlformats.org/officeDocument/2006/relationships/image" Target="../media/image175.emf"/><Relationship Id="rId36" Type="http://schemas.openxmlformats.org/officeDocument/2006/relationships/image" Target="../media/image179.emf"/><Relationship Id="rId49" Type="http://schemas.openxmlformats.org/officeDocument/2006/relationships/customXml" Target="../ink/ink181.xml"/><Relationship Id="rId57" Type="http://schemas.openxmlformats.org/officeDocument/2006/relationships/customXml" Target="../ink/ink185.xml"/><Relationship Id="rId10" Type="http://schemas.openxmlformats.org/officeDocument/2006/relationships/image" Target="../media/image166.emf"/><Relationship Id="rId31" Type="http://schemas.openxmlformats.org/officeDocument/2006/relationships/customXml" Target="../ink/ink172.xml"/><Relationship Id="rId44" Type="http://schemas.openxmlformats.org/officeDocument/2006/relationships/image" Target="../media/image183.emf"/><Relationship Id="rId52" Type="http://schemas.openxmlformats.org/officeDocument/2006/relationships/image" Target="../media/image187.emf"/><Relationship Id="rId60" Type="http://schemas.openxmlformats.org/officeDocument/2006/relationships/image" Target="../media/image191.emf"/><Relationship Id="rId65" Type="http://schemas.openxmlformats.org/officeDocument/2006/relationships/customXml" Target="../ink/ink189.xml"/><Relationship Id="rId4" Type="http://schemas.openxmlformats.org/officeDocument/2006/relationships/image" Target="../media/image163.emf"/><Relationship Id="rId9" Type="http://schemas.openxmlformats.org/officeDocument/2006/relationships/customXml" Target="../ink/ink161.xml"/><Relationship Id="rId13" Type="http://schemas.openxmlformats.org/officeDocument/2006/relationships/customXml" Target="../ink/ink163.xml"/><Relationship Id="rId18" Type="http://schemas.openxmlformats.org/officeDocument/2006/relationships/image" Target="../media/image170.emf"/><Relationship Id="rId39" Type="http://schemas.openxmlformats.org/officeDocument/2006/relationships/customXml" Target="../ink/ink176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48.xml"/><Relationship Id="rId21" Type="http://schemas.openxmlformats.org/officeDocument/2006/relationships/customXml" Target="../ink/ink200.xml"/><Relationship Id="rId42" Type="http://schemas.openxmlformats.org/officeDocument/2006/relationships/image" Target="../media/image215.emf"/><Relationship Id="rId63" Type="http://schemas.openxmlformats.org/officeDocument/2006/relationships/customXml" Target="../ink/ink221.xml"/><Relationship Id="rId84" Type="http://schemas.openxmlformats.org/officeDocument/2006/relationships/image" Target="../media/image235.emf"/><Relationship Id="rId138" Type="http://schemas.openxmlformats.org/officeDocument/2006/relationships/image" Target="../media/image262.emf"/><Relationship Id="rId107" Type="http://schemas.openxmlformats.org/officeDocument/2006/relationships/customXml" Target="../ink/ink243.xml"/><Relationship Id="rId11" Type="http://schemas.openxmlformats.org/officeDocument/2006/relationships/customXml" Target="../ink/ink195.xml"/><Relationship Id="rId32" Type="http://schemas.openxmlformats.org/officeDocument/2006/relationships/image" Target="../media/image210.emf"/><Relationship Id="rId37" Type="http://schemas.openxmlformats.org/officeDocument/2006/relationships/customXml" Target="../ink/ink208.xml"/><Relationship Id="rId53" Type="http://schemas.openxmlformats.org/officeDocument/2006/relationships/customXml" Target="../ink/ink216.xml"/><Relationship Id="rId58" Type="http://schemas.openxmlformats.org/officeDocument/2006/relationships/image" Target="../media/image223.emf"/><Relationship Id="rId74" Type="http://schemas.openxmlformats.org/officeDocument/2006/relationships/image" Target="../media/image230.emf"/><Relationship Id="rId79" Type="http://schemas.openxmlformats.org/officeDocument/2006/relationships/customXml" Target="../ink/ink229.xml"/><Relationship Id="rId102" Type="http://schemas.openxmlformats.org/officeDocument/2006/relationships/image" Target="../media/image244.emf"/><Relationship Id="rId123" Type="http://schemas.openxmlformats.org/officeDocument/2006/relationships/customXml" Target="../ink/ink251.xml"/><Relationship Id="rId128" Type="http://schemas.openxmlformats.org/officeDocument/2006/relationships/image" Target="../media/image257.emf"/><Relationship Id="rId5" Type="http://schemas.openxmlformats.org/officeDocument/2006/relationships/customXml" Target="../ink/ink192.xml"/><Relationship Id="rId90" Type="http://schemas.openxmlformats.org/officeDocument/2006/relationships/image" Target="../media/image238.emf"/><Relationship Id="rId95" Type="http://schemas.openxmlformats.org/officeDocument/2006/relationships/customXml" Target="../ink/ink237.xml"/><Relationship Id="rId22" Type="http://schemas.openxmlformats.org/officeDocument/2006/relationships/image" Target="../media/image205.emf"/><Relationship Id="rId27" Type="http://schemas.openxmlformats.org/officeDocument/2006/relationships/customXml" Target="../ink/ink203.xml"/><Relationship Id="rId43" Type="http://schemas.openxmlformats.org/officeDocument/2006/relationships/customXml" Target="../ink/ink211.xml"/><Relationship Id="rId48" Type="http://schemas.openxmlformats.org/officeDocument/2006/relationships/image" Target="../media/image218.emf"/><Relationship Id="rId64" Type="http://schemas.openxmlformats.org/officeDocument/2006/relationships/image" Target="../media/image226.emf"/><Relationship Id="rId69" Type="http://schemas.openxmlformats.org/officeDocument/2006/relationships/customXml" Target="../ink/ink224.xml"/><Relationship Id="rId113" Type="http://schemas.openxmlformats.org/officeDocument/2006/relationships/customXml" Target="../ink/ink246.xml"/><Relationship Id="rId118" Type="http://schemas.openxmlformats.org/officeDocument/2006/relationships/image" Target="../media/image252.emf"/><Relationship Id="rId134" Type="http://schemas.openxmlformats.org/officeDocument/2006/relationships/image" Target="../media/image260.emf"/><Relationship Id="rId139" Type="http://schemas.openxmlformats.org/officeDocument/2006/relationships/customXml" Target="../ink/ink259.xml"/><Relationship Id="rId80" Type="http://schemas.openxmlformats.org/officeDocument/2006/relationships/image" Target="../media/image233.emf"/><Relationship Id="rId85" Type="http://schemas.openxmlformats.org/officeDocument/2006/relationships/customXml" Target="../ink/ink232.xml"/><Relationship Id="rId12" Type="http://schemas.openxmlformats.org/officeDocument/2006/relationships/image" Target="../media/image200.emf"/><Relationship Id="rId17" Type="http://schemas.openxmlformats.org/officeDocument/2006/relationships/customXml" Target="../ink/ink198.xml"/><Relationship Id="rId33" Type="http://schemas.openxmlformats.org/officeDocument/2006/relationships/customXml" Target="../ink/ink206.xml"/><Relationship Id="rId38" Type="http://schemas.openxmlformats.org/officeDocument/2006/relationships/image" Target="../media/image213.emf"/><Relationship Id="rId59" Type="http://schemas.openxmlformats.org/officeDocument/2006/relationships/customXml" Target="../ink/ink219.xml"/><Relationship Id="rId103" Type="http://schemas.openxmlformats.org/officeDocument/2006/relationships/customXml" Target="../ink/ink241.xml"/><Relationship Id="rId108" Type="http://schemas.openxmlformats.org/officeDocument/2006/relationships/image" Target="../media/image247.emf"/><Relationship Id="rId124" Type="http://schemas.openxmlformats.org/officeDocument/2006/relationships/image" Target="../media/image255.emf"/><Relationship Id="rId129" Type="http://schemas.openxmlformats.org/officeDocument/2006/relationships/customXml" Target="../ink/ink254.xml"/><Relationship Id="rId54" Type="http://schemas.openxmlformats.org/officeDocument/2006/relationships/image" Target="../media/image221.emf"/><Relationship Id="rId70" Type="http://schemas.openxmlformats.org/officeDocument/2006/relationships/image" Target="../media/image228.emf"/><Relationship Id="rId75" Type="http://schemas.openxmlformats.org/officeDocument/2006/relationships/customXml" Target="../ink/ink227.xml"/><Relationship Id="rId91" Type="http://schemas.openxmlformats.org/officeDocument/2006/relationships/customXml" Target="../ink/ink235.xml"/><Relationship Id="rId96" Type="http://schemas.openxmlformats.org/officeDocument/2006/relationships/image" Target="../media/image241.emf"/><Relationship Id="rId140" Type="http://schemas.openxmlformats.org/officeDocument/2006/relationships/image" Target="../media/image263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7.emf"/><Relationship Id="rId23" Type="http://schemas.openxmlformats.org/officeDocument/2006/relationships/customXml" Target="../ink/ink201.xml"/><Relationship Id="rId28" Type="http://schemas.openxmlformats.org/officeDocument/2006/relationships/image" Target="../media/image208.emf"/><Relationship Id="rId49" Type="http://schemas.openxmlformats.org/officeDocument/2006/relationships/customXml" Target="../ink/ink214.xml"/><Relationship Id="rId114" Type="http://schemas.openxmlformats.org/officeDocument/2006/relationships/image" Target="../media/image250.emf"/><Relationship Id="rId119" Type="http://schemas.openxmlformats.org/officeDocument/2006/relationships/customXml" Target="../ink/ink249.xml"/><Relationship Id="rId44" Type="http://schemas.openxmlformats.org/officeDocument/2006/relationships/image" Target="../media/image216.emf"/><Relationship Id="rId60" Type="http://schemas.openxmlformats.org/officeDocument/2006/relationships/image" Target="../media/image224.emf"/><Relationship Id="rId65" Type="http://schemas.openxmlformats.org/officeDocument/2006/relationships/customXml" Target="../ink/ink222.xml"/><Relationship Id="rId81" Type="http://schemas.openxmlformats.org/officeDocument/2006/relationships/customXml" Target="../ink/ink230.xml"/><Relationship Id="rId86" Type="http://schemas.openxmlformats.org/officeDocument/2006/relationships/image" Target="../media/image236.emf"/><Relationship Id="rId130" Type="http://schemas.openxmlformats.org/officeDocument/2006/relationships/image" Target="../media/image258.emf"/><Relationship Id="rId135" Type="http://schemas.openxmlformats.org/officeDocument/2006/relationships/customXml" Target="../ink/ink257.xml"/><Relationship Id="rId13" Type="http://schemas.openxmlformats.org/officeDocument/2006/relationships/customXml" Target="../ink/ink196.xml"/><Relationship Id="rId18" Type="http://schemas.openxmlformats.org/officeDocument/2006/relationships/image" Target="../media/image203.emf"/><Relationship Id="rId39" Type="http://schemas.openxmlformats.org/officeDocument/2006/relationships/customXml" Target="../ink/ink209.xml"/><Relationship Id="rId109" Type="http://schemas.openxmlformats.org/officeDocument/2006/relationships/customXml" Target="../ink/ink244.xml"/><Relationship Id="rId34" Type="http://schemas.openxmlformats.org/officeDocument/2006/relationships/image" Target="../media/image211.emf"/><Relationship Id="rId50" Type="http://schemas.openxmlformats.org/officeDocument/2006/relationships/image" Target="../media/image219.emf"/><Relationship Id="rId55" Type="http://schemas.openxmlformats.org/officeDocument/2006/relationships/customXml" Target="../ink/ink217.xml"/><Relationship Id="rId76" Type="http://schemas.openxmlformats.org/officeDocument/2006/relationships/image" Target="../media/image231.emf"/><Relationship Id="rId97" Type="http://schemas.openxmlformats.org/officeDocument/2006/relationships/customXml" Target="../ink/ink238.xml"/><Relationship Id="rId104" Type="http://schemas.openxmlformats.org/officeDocument/2006/relationships/image" Target="../media/image245.emf"/><Relationship Id="rId120" Type="http://schemas.openxmlformats.org/officeDocument/2006/relationships/image" Target="../media/image253.emf"/><Relationship Id="rId125" Type="http://schemas.openxmlformats.org/officeDocument/2006/relationships/customXml" Target="../ink/ink252.xml"/><Relationship Id="rId141" Type="http://schemas.openxmlformats.org/officeDocument/2006/relationships/customXml" Target="../ink/ink260.xml"/><Relationship Id="rId7" Type="http://schemas.openxmlformats.org/officeDocument/2006/relationships/customXml" Target="../ink/ink193.xml"/><Relationship Id="rId71" Type="http://schemas.openxmlformats.org/officeDocument/2006/relationships/customXml" Target="../ink/ink225.xml"/><Relationship Id="rId92" Type="http://schemas.openxmlformats.org/officeDocument/2006/relationships/image" Target="../media/image239.emf"/><Relationship Id="rId2" Type="http://schemas.openxmlformats.org/officeDocument/2006/relationships/image" Target="../media/image22.png"/><Relationship Id="rId29" Type="http://schemas.openxmlformats.org/officeDocument/2006/relationships/customXml" Target="../ink/ink204.xml"/><Relationship Id="rId24" Type="http://schemas.openxmlformats.org/officeDocument/2006/relationships/image" Target="../media/image206.emf"/><Relationship Id="rId40" Type="http://schemas.openxmlformats.org/officeDocument/2006/relationships/image" Target="../media/image214.emf"/><Relationship Id="rId45" Type="http://schemas.openxmlformats.org/officeDocument/2006/relationships/customXml" Target="../ink/ink212.xml"/><Relationship Id="rId66" Type="http://schemas.openxmlformats.org/officeDocument/2006/relationships/image" Target="../media/image136.emf"/><Relationship Id="rId87" Type="http://schemas.openxmlformats.org/officeDocument/2006/relationships/customXml" Target="../ink/ink233.xml"/><Relationship Id="rId110" Type="http://schemas.openxmlformats.org/officeDocument/2006/relationships/image" Target="../media/image248.emf"/><Relationship Id="rId115" Type="http://schemas.openxmlformats.org/officeDocument/2006/relationships/customXml" Target="../ink/ink247.xml"/><Relationship Id="rId131" Type="http://schemas.openxmlformats.org/officeDocument/2006/relationships/customXml" Target="../ink/ink255.xml"/><Relationship Id="rId136" Type="http://schemas.openxmlformats.org/officeDocument/2006/relationships/image" Target="../media/image261.emf"/><Relationship Id="rId61" Type="http://schemas.openxmlformats.org/officeDocument/2006/relationships/customXml" Target="../ink/ink220.xml"/><Relationship Id="rId82" Type="http://schemas.openxmlformats.org/officeDocument/2006/relationships/image" Target="../media/image234.emf"/><Relationship Id="rId19" Type="http://schemas.openxmlformats.org/officeDocument/2006/relationships/customXml" Target="../ink/ink199.xml"/><Relationship Id="rId14" Type="http://schemas.openxmlformats.org/officeDocument/2006/relationships/image" Target="../media/image201.emf"/><Relationship Id="rId30" Type="http://schemas.openxmlformats.org/officeDocument/2006/relationships/image" Target="../media/image209.emf"/><Relationship Id="rId35" Type="http://schemas.openxmlformats.org/officeDocument/2006/relationships/customXml" Target="../ink/ink207.xml"/><Relationship Id="rId56" Type="http://schemas.openxmlformats.org/officeDocument/2006/relationships/image" Target="../media/image222.emf"/><Relationship Id="rId77" Type="http://schemas.openxmlformats.org/officeDocument/2006/relationships/customXml" Target="../ink/ink228.xml"/><Relationship Id="rId100" Type="http://schemas.openxmlformats.org/officeDocument/2006/relationships/image" Target="../media/image243.emf"/><Relationship Id="rId105" Type="http://schemas.openxmlformats.org/officeDocument/2006/relationships/customXml" Target="../ink/ink242.xml"/><Relationship Id="rId126" Type="http://schemas.openxmlformats.org/officeDocument/2006/relationships/image" Target="../media/image256.emf"/><Relationship Id="rId8" Type="http://schemas.openxmlformats.org/officeDocument/2006/relationships/image" Target="../media/image198.emf"/><Relationship Id="rId51" Type="http://schemas.openxmlformats.org/officeDocument/2006/relationships/customXml" Target="../ink/ink215.xml"/><Relationship Id="rId72" Type="http://schemas.openxmlformats.org/officeDocument/2006/relationships/image" Target="../media/image229.emf"/><Relationship Id="rId93" Type="http://schemas.openxmlformats.org/officeDocument/2006/relationships/customXml" Target="../ink/ink236.xml"/><Relationship Id="rId98" Type="http://schemas.openxmlformats.org/officeDocument/2006/relationships/image" Target="../media/image242.emf"/><Relationship Id="rId121" Type="http://schemas.openxmlformats.org/officeDocument/2006/relationships/customXml" Target="../ink/ink250.xml"/><Relationship Id="rId142" Type="http://schemas.openxmlformats.org/officeDocument/2006/relationships/image" Target="../media/image264.emf"/><Relationship Id="rId3" Type="http://schemas.openxmlformats.org/officeDocument/2006/relationships/customXml" Target="../ink/ink191.xml"/><Relationship Id="rId25" Type="http://schemas.openxmlformats.org/officeDocument/2006/relationships/customXml" Target="../ink/ink202.xml"/><Relationship Id="rId46" Type="http://schemas.openxmlformats.org/officeDocument/2006/relationships/image" Target="../media/image217.emf"/><Relationship Id="rId67" Type="http://schemas.openxmlformats.org/officeDocument/2006/relationships/customXml" Target="../ink/ink223.xml"/><Relationship Id="rId116" Type="http://schemas.openxmlformats.org/officeDocument/2006/relationships/image" Target="../media/image251.emf"/><Relationship Id="rId137" Type="http://schemas.openxmlformats.org/officeDocument/2006/relationships/customXml" Target="../ink/ink258.xml"/><Relationship Id="rId20" Type="http://schemas.openxmlformats.org/officeDocument/2006/relationships/image" Target="../media/image204.emf"/><Relationship Id="rId41" Type="http://schemas.openxmlformats.org/officeDocument/2006/relationships/customXml" Target="../ink/ink210.xml"/><Relationship Id="rId62" Type="http://schemas.openxmlformats.org/officeDocument/2006/relationships/image" Target="../media/image225.emf"/><Relationship Id="rId83" Type="http://schemas.openxmlformats.org/officeDocument/2006/relationships/customXml" Target="../ink/ink231.xml"/><Relationship Id="rId88" Type="http://schemas.openxmlformats.org/officeDocument/2006/relationships/image" Target="../media/image237.emf"/><Relationship Id="rId111" Type="http://schemas.openxmlformats.org/officeDocument/2006/relationships/customXml" Target="../ink/ink245.xml"/><Relationship Id="rId132" Type="http://schemas.openxmlformats.org/officeDocument/2006/relationships/image" Target="../media/image259.emf"/><Relationship Id="rId15" Type="http://schemas.openxmlformats.org/officeDocument/2006/relationships/customXml" Target="../ink/ink197.xml"/><Relationship Id="rId36" Type="http://schemas.openxmlformats.org/officeDocument/2006/relationships/image" Target="../media/image212.emf"/><Relationship Id="rId57" Type="http://schemas.openxmlformats.org/officeDocument/2006/relationships/customXml" Target="../ink/ink218.xml"/><Relationship Id="rId106" Type="http://schemas.openxmlformats.org/officeDocument/2006/relationships/image" Target="../media/image246.emf"/><Relationship Id="rId127" Type="http://schemas.openxmlformats.org/officeDocument/2006/relationships/customXml" Target="../ink/ink253.xml"/><Relationship Id="rId10" Type="http://schemas.openxmlformats.org/officeDocument/2006/relationships/image" Target="../media/image199.emf"/><Relationship Id="rId31" Type="http://schemas.openxmlformats.org/officeDocument/2006/relationships/customXml" Target="../ink/ink205.xml"/><Relationship Id="rId52" Type="http://schemas.openxmlformats.org/officeDocument/2006/relationships/image" Target="../media/image220.emf"/><Relationship Id="rId73" Type="http://schemas.openxmlformats.org/officeDocument/2006/relationships/customXml" Target="../ink/ink226.xml"/><Relationship Id="rId78" Type="http://schemas.openxmlformats.org/officeDocument/2006/relationships/image" Target="../media/image232.emf"/><Relationship Id="rId94" Type="http://schemas.openxmlformats.org/officeDocument/2006/relationships/image" Target="../media/image240.emf"/><Relationship Id="rId99" Type="http://schemas.openxmlformats.org/officeDocument/2006/relationships/customXml" Target="../ink/ink239.xml"/><Relationship Id="rId101" Type="http://schemas.openxmlformats.org/officeDocument/2006/relationships/customXml" Target="../ink/ink240.xml"/><Relationship Id="rId122" Type="http://schemas.openxmlformats.org/officeDocument/2006/relationships/image" Target="../media/image254.emf"/><Relationship Id="rId4" Type="http://schemas.openxmlformats.org/officeDocument/2006/relationships/image" Target="../media/image196.emf"/><Relationship Id="rId9" Type="http://schemas.openxmlformats.org/officeDocument/2006/relationships/customXml" Target="../ink/ink194.xml"/><Relationship Id="rId26" Type="http://schemas.openxmlformats.org/officeDocument/2006/relationships/image" Target="../media/image207.emf"/><Relationship Id="rId47" Type="http://schemas.openxmlformats.org/officeDocument/2006/relationships/customXml" Target="../ink/ink213.xml"/><Relationship Id="rId68" Type="http://schemas.openxmlformats.org/officeDocument/2006/relationships/image" Target="../media/image227.emf"/><Relationship Id="rId89" Type="http://schemas.openxmlformats.org/officeDocument/2006/relationships/customXml" Target="../ink/ink234.xml"/><Relationship Id="rId112" Type="http://schemas.openxmlformats.org/officeDocument/2006/relationships/image" Target="../media/image249.emf"/><Relationship Id="rId133" Type="http://schemas.openxmlformats.org/officeDocument/2006/relationships/customXml" Target="../ink/ink256.xml"/><Relationship Id="rId16" Type="http://schemas.openxmlformats.org/officeDocument/2006/relationships/image" Target="../media/image202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7.emf"/><Relationship Id="rId13" Type="http://schemas.openxmlformats.org/officeDocument/2006/relationships/customXml" Target="../ink/ink266.xml"/><Relationship Id="rId18" Type="http://schemas.openxmlformats.org/officeDocument/2006/relationships/image" Target="../media/image272.emf"/><Relationship Id="rId3" Type="http://schemas.openxmlformats.org/officeDocument/2006/relationships/customXml" Target="../ink/ink261.xml"/><Relationship Id="rId7" Type="http://schemas.openxmlformats.org/officeDocument/2006/relationships/customXml" Target="../ink/ink263.xml"/><Relationship Id="rId12" Type="http://schemas.openxmlformats.org/officeDocument/2006/relationships/image" Target="../media/image269.emf"/><Relationship Id="rId17" Type="http://schemas.openxmlformats.org/officeDocument/2006/relationships/customXml" Target="../ink/ink268.xml"/><Relationship Id="rId2" Type="http://schemas.openxmlformats.org/officeDocument/2006/relationships/image" Target="../media/image22.png"/><Relationship Id="rId16" Type="http://schemas.openxmlformats.org/officeDocument/2006/relationships/image" Target="../media/image27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6.emf"/><Relationship Id="rId11" Type="http://schemas.openxmlformats.org/officeDocument/2006/relationships/customXml" Target="../ink/ink265.xml"/><Relationship Id="rId5" Type="http://schemas.openxmlformats.org/officeDocument/2006/relationships/customXml" Target="../ink/ink262.xml"/><Relationship Id="rId15" Type="http://schemas.openxmlformats.org/officeDocument/2006/relationships/customXml" Target="../ink/ink267.xml"/><Relationship Id="rId10" Type="http://schemas.openxmlformats.org/officeDocument/2006/relationships/image" Target="../media/image268.emf"/><Relationship Id="rId4" Type="http://schemas.openxmlformats.org/officeDocument/2006/relationships/image" Target="../media/image265.emf"/><Relationship Id="rId9" Type="http://schemas.openxmlformats.org/officeDocument/2006/relationships/customXml" Target="../ink/ink264.xml"/><Relationship Id="rId14" Type="http://schemas.openxmlformats.org/officeDocument/2006/relationships/image" Target="../media/image270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5686425" y="5075636"/>
            <a:ext cx="1200150" cy="205978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charset="0"/>
              </a:defRPr>
            </a:lvl1pPr>
            <a:lvl2pPr marL="417910" indent="-160735">
              <a:spcBef>
                <a:spcPct val="20000"/>
              </a:spcBef>
              <a:buChar char="–"/>
              <a:defRPr sz="1575">
                <a:solidFill>
                  <a:schemeClr val="tx1"/>
                </a:solidFill>
                <a:latin typeface="Arial" charset="0"/>
              </a:defRPr>
            </a:lvl2pPr>
            <a:lvl3pPr marL="642938" indent="-128588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900113" indent="-128588">
              <a:spcBef>
                <a:spcPct val="20000"/>
              </a:spcBef>
              <a:buChar char="–"/>
              <a:defRPr sz="1125">
                <a:solidFill>
                  <a:schemeClr val="tx1"/>
                </a:solidFill>
                <a:latin typeface="Arial" charset="0"/>
              </a:defRPr>
            </a:lvl4pPr>
            <a:lvl5pPr marL="1157288" indent="-128588">
              <a:spcBef>
                <a:spcPct val="20000"/>
              </a:spcBef>
              <a:buChar char="»"/>
              <a:defRPr sz="1125">
                <a:solidFill>
                  <a:schemeClr val="tx1"/>
                </a:solidFill>
                <a:latin typeface="Arial" charset="0"/>
              </a:defRPr>
            </a:lvl5pPr>
            <a:lvl6pPr marL="1500188" indent="-1285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25">
                <a:solidFill>
                  <a:schemeClr val="tx1"/>
                </a:solidFill>
                <a:latin typeface="Arial" charset="0"/>
              </a:defRPr>
            </a:lvl6pPr>
            <a:lvl7pPr marL="1843088" indent="-1285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25">
                <a:solidFill>
                  <a:schemeClr val="tx1"/>
                </a:solidFill>
                <a:latin typeface="Arial" charset="0"/>
              </a:defRPr>
            </a:lvl7pPr>
            <a:lvl8pPr marL="2185988" indent="-1285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25">
                <a:solidFill>
                  <a:schemeClr val="tx1"/>
                </a:solidFill>
                <a:latin typeface="Arial" charset="0"/>
              </a:defRPr>
            </a:lvl8pPr>
            <a:lvl9pPr marL="2528888" indent="-1285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25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DA2316-809F-4484-8675-B1A5134D60BD}" type="slidenum">
              <a:rPr lang="en-US" altLang="en-US" sz="75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75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85800" y="1412090"/>
            <a:ext cx="7772400" cy="1102519"/>
          </a:xfrm>
        </p:spPr>
        <p:txBody>
          <a:bodyPr>
            <a:normAutofit/>
          </a:bodyPr>
          <a:lstStyle/>
          <a:p>
            <a:pPr algn="ctr"/>
            <a:r>
              <a:rPr lang="en-US" sz="2700" b="1" dirty="0">
                <a:solidFill>
                  <a:srgbClr val="000099"/>
                </a:solidFill>
                <a:latin typeface="Cambria" pitchFamily="18" charset="0"/>
                <a:ea typeface="Cambria" pitchFamily="18" charset="0"/>
              </a:rPr>
              <a:t>5G WIRELESS </a:t>
            </a:r>
            <a:r>
              <a:rPr lang="en-US" sz="2700" b="1" dirty="0">
                <a:solidFill>
                  <a:srgbClr val="000099"/>
                </a:solidFill>
                <a:latin typeface="Cambria" pitchFamily="18" charset="0"/>
                <a:ea typeface="Cambria" pitchFamily="18" charset="0"/>
              </a:rPr>
              <a:t>COMMUNICATION </a:t>
            </a:r>
            <a:br>
              <a:rPr lang="en-US" sz="2700" b="1" dirty="0">
                <a:solidFill>
                  <a:srgbClr val="000099"/>
                </a:solidFill>
                <a:latin typeface="Cambria" pitchFamily="18" charset="0"/>
                <a:ea typeface="Cambria" pitchFamily="18" charset="0"/>
              </a:rPr>
            </a:br>
            <a:r>
              <a:rPr lang="en-US" sz="2700" b="1" dirty="0">
                <a:solidFill>
                  <a:srgbClr val="000099"/>
                </a:solidFill>
                <a:latin typeface="Cambria" pitchFamily="18" charset="0"/>
                <a:ea typeface="Cambria" pitchFamily="18" charset="0"/>
              </a:rPr>
              <a:t>(UEC 719) </a:t>
            </a:r>
            <a:endParaRPr lang="en-US" sz="2700" b="1" dirty="0">
              <a:solidFill>
                <a:srgbClr val="000099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7" name="Slide Number Placeholder 14"/>
          <p:cNvSpPr txBox="1">
            <a:spLocks/>
          </p:cNvSpPr>
          <p:nvPr/>
        </p:nvSpPr>
        <p:spPr>
          <a:xfrm>
            <a:off x="6553200" y="5624521"/>
            <a:ext cx="2133600" cy="207749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46ABB7-46DB-4F16-AB8B-BFEDDDD52D19}" type="slidenum">
              <a:rPr lang="en-US" sz="900">
                <a:latin typeface="Cambria" pitchFamily="18" charset="0"/>
                <a:ea typeface="Cambria" pitchFamily="18" charset="0"/>
              </a:rPr>
              <a:pPr/>
              <a:t>1</a:t>
            </a:fld>
            <a:endParaRPr lang="en-US" sz="90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7504" y="4343400"/>
            <a:ext cx="21864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Dr</a:t>
            </a:r>
            <a:r>
              <a:rPr lang="en-US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. </a:t>
            </a:r>
            <a:r>
              <a:rPr lang="en-US" dirty="0" err="1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Amit</a:t>
            </a:r>
            <a:r>
              <a:rPr lang="en-US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 Mishra</a:t>
            </a:r>
            <a:endParaRPr lang="en-US" dirty="0">
              <a:solidFill>
                <a:srgbClr val="002060"/>
              </a:solidFill>
              <a:latin typeface="Cambria" pitchFamily="18" charset="0"/>
              <a:ea typeface="Cambria" pitchFamily="18" charset="0"/>
              <a:cs typeface="+mj-cs"/>
            </a:endParaRPr>
          </a:p>
          <a:p>
            <a:pPr algn="ctr"/>
            <a:r>
              <a:rPr lang="en-US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Associate Professor, </a:t>
            </a:r>
          </a:p>
          <a:p>
            <a:pPr algn="ctr"/>
            <a:r>
              <a:rPr lang="en-US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TIET, Patiala</a:t>
            </a:r>
            <a:endParaRPr lang="en-IN" dirty="0">
              <a:solidFill>
                <a:srgbClr val="002060"/>
              </a:solidFill>
              <a:latin typeface="Cambria" pitchFamily="18" charset="0"/>
              <a:ea typeface="Cambria" pitchFamily="18" charset="0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75254" y="4343399"/>
            <a:ext cx="21864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Dr</a:t>
            </a:r>
            <a:r>
              <a:rPr lang="en-US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. </a:t>
            </a:r>
            <a:r>
              <a:rPr lang="en-US" dirty="0" err="1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Surbhi</a:t>
            </a:r>
            <a:r>
              <a:rPr lang="en-US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 Sharma</a:t>
            </a:r>
            <a:endParaRPr lang="en-US" dirty="0">
              <a:solidFill>
                <a:srgbClr val="002060"/>
              </a:solidFill>
              <a:latin typeface="Cambria" pitchFamily="18" charset="0"/>
              <a:ea typeface="Cambria" pitchFamily="18" charset="0"/>
              <a:cs typeface="+mj-cs"/>
            </a:endParaRPr>
          </a:p>
          <a:p>
            <a:pPr algn="ctr"/>
            <a:r>
              <a:rPr lang="en-US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Associate Professor, </a:t>
            </a:r>
          </a:p>
          <a:p>
            <a:pPr algn="ctr"/>
            <a:r>
              <a:rPr lang="en-US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TIET, Patiala</a:t>
            </a:r>
            <a:endParaRPr lang="en-IN" dirty="0">
              <a:solidFill>
                <a:srgbClr val="002060"/>
              </a:solidFill>
              <a:latin typeface="Cambria" pitchFamily="18" charset="0"/>
              <a:ea typeface="Cambria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53374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C00000"/>
                </a:solidFill>
              </a:rPr>
              <a:t>Topics covered in previous modules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76400"/>
            <a:ext cx="8229600" cy="259080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GSM –Overview</a:t>
            </a:r>
          </a:p>
          <a:p>
            <a:r>
              <a:rPr lang="en-US" sz="2000" dirty="0" smtClean="0"/>
              <a:t>GSM –Services</a:t>
            </a:r>
          </a:p>
          <a:p>
            <a:r>
              <a:rPr lang="en-US" sz="2000" dirty="0" smtClean="0"/>
              <a:t>GSM- Architecture</a:t>
            </a:r>
          </a:p>
          <a:p>
            <a:r>
              <a:rPr lang="en-US" sz="2000" dirty="0" smtClean="0"/>
              <a:t>Multiplexing techniques </a:t>
            </a:r>
          </a:p>
          <a:p>
            <a:endParaRPr lang="en-US" sz="2000" dirty="0"/>
          </a:p>
        </p:txBody>
      </p:sp>
      <p:grpSp>
        <p:nvGrpSpPr>
          <p:cNvPr id="4" name="Group 3"/>
          <p:cNvGrpSpPr/>
          <p:nvPr/>
        </p:nvGrpSpPr>
        <p:grpSpPr>
          <a:xfrm>
            <a:off x="76200" y="65325"/>
            <a:ext cx="8991600" cy="6158741"/>
            <a:chOff x="0" y="65325"/>
            <a:chExt cx="8991600" cy="6158741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6" name="Group 4"/>
            <p:cNvGrpSpPr/>
            <p:nvPr/>
          </p:nvGrpSpPr>
          <p:grpSpPr>
            <a:xfrm>
              <a:off x="333635" y="685800"/>
              <a:ext cx="8505563" cy="5538266"/>
              <a:chOff x="211286" y="1131023"/>
              <a:chExt cx="13623320" cy="6982618"/>
            </a:xfrm>
          </p:grpSpPr>
          <p:grpSp>
            <p:nvGrpSpPr>
              <p:cNvPr id="7" name="Group 44"/>
              <p:cNvGrpSpPr/>
              <p:nvPr/>
            </p:nvGrpSpPr>
            <p:grpSpPr>
              <a:xfrm>
                <a:off x="211286" y="1586248"/>
                <a:ext cx="13623320" cy="6527393"/>
                <a:chOff x="211286" y="1586248"/>
                <a:chExt cx="13623320" cy="6527393"/>
              </a:xfrm>
            </p:grpSpPr>
            <p:sp>
              <p:nvSpPr>
                <p:cNvPr id="9" name="Half Frame 8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16200000">
                  <a:off x="272317" y="6175105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720674" y="6616438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8991600" cy="6792675"/>
            <a:chOff x="0" y="65325"/>
            <a:chExt cx="89916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685800"/>
              <a:ext cx="8839200" cy="6172200"/>
              <a:chOff x="-323094" y="1131023"/>
              <a:chExt cx="14157700" cy="7781879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586248"/>
                <a:ext cx="14157700" cy="7326654"/>
                <a:chOff x="-323094" y="1586248"/>
                <a:chExt cx="14157700" cy="7326654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6" name="Rectangle 15"/>
          <p:cNvSpPr/>
          <p:nvPr/>
        </p:nvSpPr>
        <p:spPr>
          <a:xfrm>
            <a:off x="609600" y="685800"/>
            <a:ext cx="69610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ea typeface="+mj-ea"/>
                <a:cs typeface="+mj-cs"/>
              </a:rPr>
              <a:t>Topics </a:t>
            </a:r>
            <a:r>
              <a:rPr lang="en-US" sz="3600" dirty="0" smtClean="0">
                <a:solidFill>
                  <a:srgbClr val="C00000"/>
                </a:solidFill>
                <a:ea typeface="+mj-ea"/>
                <a:cs typeface="+mj-cs"/>
              </a:rPr>
              <a:t>to be covered </a:t>
            </a:r>
            <a:r>
              <a:rPr lang="en-US" sz="3600" dirty="0">
                <a:solidFill>
                  <a:srgbClr val="C00000"/>
                </a:solidFill>
                <a:ea typeface="+mj-ea"/>
                <a:cs typeface="+mj-cs"/>
              </a:rPr>
              <a:t>in </a:t>
            </a:r>
            <a:r>
              <a:rPr lang="en-US" sz="3600" dirty="0" smtClean="0">
                <a:solidFill>
                  <a:srgbClr val="C00000"/>
                </a:solidFill>
                <a:ea typeface="+mj-ea"/>
                <a:cs typeface="+mj-cs"/>
              </a:rPr>
              <a:t>this </a:t>
            </a:r>
            <a:r>
              <a:rPr lang="en-US" sz="3600" dirty="0">
                <a:solidFill>
                  <a:srgbClr val="C00000"/>
                </a:solidFill>
                <a:ea typeface="+mj-ea"/>
                <a:cs typeface="+mj-cs"/>
              </a:rPr>
              <a:t>modules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838200" y="1828800"/>
            <a:ext cx="426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85750">
              <a:buFont typeface="Arial" pitchFamily="34" charset="0"/>
              <a:buChar char="•"/>
            </a:pPr>
            <a:r>
              <a:rPr lang="en-US" sz="2000" dirty="0" smtClean="0"/>
              <a:t>GSM Frame structure-1 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8991600" cy="6792675"/>
            <a:chOff x="0" y="65325"/>
            <a:chExt cx="89916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685800"/>
              <a:ext cx="8839200" cy="6172200"/>
              <a:chOff x="-323094" y="1131023"/>
              <a:chExt cx="14157700" cy="7781879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586248"/>
                <a:ext cx="14157700" cy="7326654"/>
                <a:chOff x="-323094" y="1586248"/>
                <a:chExt cx="14157700" cy="7326654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5" name="Rectangle 14"/>
          <p:cNvSpPr/>
          <p:nvPr/>
        </p:nvSpPr>
        <p:spPr>
          <a:xfrm>
            <a:off x="3048000" y="685800"/>
            <a:ext cx="32063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800" b="1" dirty="0" smtClean="0">
                <a:solidFill>
                  <a:srgbClr val="C00000"/>
                </a:solidFill>
                <a:latin typeface="Times New Roman" pitchFamily="18" charset="0"/>
              </a:rPr>
              <a:t>GSM Specifications</a:t>
            </a:r>
            <a:endParaRPr lang="en-US" sz="2800" b="1" dirty="0">
              <a:solidFill>
                <a:srgbClr val="C00000"/>
              </a:solidFill>
              <a:latin typeface="Times New Roman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28600" y="1295400"/>
            <a:ext cx="82296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b="1" dirty="0" smtClean="0"/>
              <a:t>GSM 900</a:t>
            </a:r>
          </a:p>
          <a:p>
            <a:pPr marL="400050" indent="-57150">
              <a:lnSpc>
                <a:spcPct val="150000"/>
              </a:lnSpc>
              <a:buClr>
                <a:schemeClr val="tx1"/>
              </a:buClr>
              <a:buFont typeface="Arial" pitchFamily="34" charset="0"/>
              <a:buChar char="•"/>
            </a:pPr>
            <a:r>
              <a:rPr lang="en-US" dirty="0" smtClean="0"/>
              <a:t>    Mobile to BTS (uplink)       :    890-915 </a:t>
            </a:r>
            <a:r>
              <a:rPr lang="en-US" dirty="0" err="1" smtClean="0"/>
              <a:t>Mhz</a:t>
            </a:r>
            <a:endParaRPr lang="en-US" dirty="0" smtClean="0"/>
          </a:p>
          <a:p>
            <a:pPr marL="400050" indent="-57150">
              <a:lnSpc>
                <a:spcPct val="150000"/>
              </a:lnSpc>
              <a:buClr>
                <a:schemeClr val="tx1"/>
              </a:buClr>
              <a:buFont typeface="Arial" pitchFamily="34" charset="0"/>
              <a:buChar char="•"/>
            </a:pPr>
            <a:r>
              <a:rPr lang="en-US" dirty="0" smtClean="0"/>
              <a:t>    BTS to Mobile(downlink)   :   935-960 </a:t>
            </a:r>
            <a:r>
              <a:rPr lang="en-US" dirty="0" err="1" smtClean="0"/>
              <a:t>Mhz</a:t>
            </a:r>
            <a:endParaRPr lang="en-US" dirty="0" smtClean="0"/>
          </a:p>
          <a:p>
            <a:pPr marL="400050" indent="-57150">
              <a:lnSpc>
                <a:spcPct val="150000"/>
              </a:lnSpc>
              <a:buClr>
                <a:schemeClr val="tx1"/>
              </a:buClr>
              <a:buFont typeface="Arial" pitchFamily="34" charset="0"/>
              <a:buChar char="•"/>
            </a:pPr>
            <a:r>
              <a:rPr lang="en-US" b="1" dirty="0" smtClean="0"/>
              <a:t>    </a:t>
            </a:r>
            <a:r>
              <a:rPr lang="en-US" dirty="0" smtClean="0"/>
              <a:t>Bandwidth                           :   2 * 25 </a:t>
            </a:r>
            <a:r>
              <a:rPr lang="en-US" dirty="0" err="1" smtClean="0"/>
              <a:t>Mhz</a:t>
            </a:r>
            <a:r>
              <a:rPr lang="en-US" dirty="0" smtClean="0"/>
              <a:t>    </a:t>
            </a:r>
          </a:p>
          <a:p>
            <a:pPr marL="342900" indent="171450">
              <a:lnSpc>
                <a:spcPct val="150000"/>
              </a:lnSpc>
              <a:buClr>
                <a:schemeClr val="tx1"/>
              </a:buClr>
              <a:buFont typeface="Arial" pitchFamily="34" charset="0"/>
              <a:buChar char="•"/>
            </a:pPr>
            <a:r>
              <a:rPr lang="en-US" dirty="0" smtClean="0"/>
              <a:t>Access Method                      : TDMA/FDMA</a:t>
            </a:r>
          </a:p>
          <a:p>
            <a:pPr marL="342900" indent="171450">
              <a:lnSpc>
                <a:spcPct val="150000"/>
              </a:lnSpc>
              <a:buClr>
                <a:schemeClr val="tx1"/>
              </a:buClr>
              <a:buFont typeface="Arial" pitchFamily="34" charset="0"/>
              <a:buChar char="•"/>
            </a:pPr>
            <a:r>
              <a:rPr lang="en-US" dirty="0" smtClean="0"/>
              <a:t>Carrier Separation                :   200 </a:t>
            </a:r>
            <a:r>
              <a:rPr lang="en-US" dirty="0" err="1" smtClean="0"/>
              <a:t>Khz</a:t>
            </a:r>
            <a:endParaRPr lang="en-US" dirty="0" smtClean="0"/>
          </a:p>
          <a:p>
            <a:pPr marL="342900" indent="171450">
              <a:lnSpc>
                <a:spcPct val="150000"/>
              </a:lnSpc>
              <a:buClr>
                <a:schemeClr val="tx1"/>
              </a:buClr>
              <a:buFont typeface="Arial" pitchFamily="34" charset="0"/>
              <a:buChar char="•"/>
            </a:pPr>
            <a:r>
              <a:rPr lang="en-US" dirty="0" smtClean="0"/>
              <a:t>Modulation data rate           : 270.833 Kbps</a:t>
            </a:r>
          </a:p>
          <a:p>
            <a:pPr marL="628650">
              <a:lnSpc>
                <a:spcPct val="150000"/>
              </a:lnSpc>
              <a:buClr>
                <a:schemeClr val="tx1"/>
              </a:buClr>
              <a:buFont typeface="Arial" pitchFamily="34" charset="0"/>
              <a:buChar char="•"/>
            </a:pPr>
            <a:endParaRPr lang="en-US" b="1" dirty="0" smtClean="0"/>
          </a:p>
        </p:txBody>
      </p:sp>
      <p:grpSp>
        <p:nvGrpSpPr>
          <p:cNvPr id="20" name="Group 19"/>
          <p:cNvGrpSpPr/>
          <p:nvPr/>
        </p:nvGrpSpPr>
        <p:grpSpPr>
          <a:xfrm>
            <a:off x="4419600" y="2590800"/>
            <a:ext cx="4724400" cy="2031325"/>
            <a:chOff x="4495800" y="2590800"/>
            <a:chExt cx="4724400" cy="2031325"/>
          </a:xfrm>
        </p:grpSpPr>
        <p:sp>
          <p:nvSpPr>
            <p:cNvPr id="17" name="Rectangle 16"/>
            <p:cNvSpPr/>
            <p:nvPr/>
          </p:nvSpPr>
          <p:spPr>
            <a:xfrm>
              <a:off x="5257800" y="2590800"/>
              <a:ext cx="3962400" cy="20313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en-US" sz="1400" dirty="0" smtClean="0"/>
                <a:t>The available forward and reverse frequency bands are divided into 200 kHz wide channels called ARFCNs (Absolute Radio Frequency Channel Numbers).</a:t>
              </a:r>
            </a:p>
            <a:p>
              <a:pPr lvl="0" algn="just"/>
              <a:r>
                <a:rPr lang="en-US" sz="1400" dirty="0" smtClean="0"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The </a:t>
              </a:r>
              <a:r>
                <a:rPr lang="en-US" sz="1400" i="1" dirty="0" smtClean="0"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ARFCN </a:t>
              </a:r>
              <a:r>
                <a:rPr lang="en-US" sz="1400" dirty="0" smtClean="0"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denotes a forward and reverse channel pair which is separated in frequency by 45 MHz and each channel is time shared between as many as eight subscribers using TDMA.</a:t>
              </a:r>
              <a:endParaRPr lang="en-US" sz="2400" dirty="0" smtClean="0">
                <a:latin typeface="Arial" pitchFamily="34" charset="0"/>
                <a:cs typeface="Arial" pitchFamily="34" charset="0"/>
              </a:endParaRPr>
            </a:p>
            <a:p>
              <a:pPr algn="just"/>
              <a:endParaRPr lang="en-US" sz="1400" dirty="0"/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 rot="10800000">
              <a:off x="4495800" y="3581400"/>
              <a:ext cx="7620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026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733675" y="1630363"/>
              <a:ext cx="36513" cy="9525"/>
            </p14:xfrm>
          </p:contentPart>
        </mc:Choice>
        <mc:Fallback>
          <p:pic>
            <p:nvPicPr>
              <p:cNvPr id="1026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27294" y="1623219"/>
                <a:ext cx="49275" cy="238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27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846888" y="3595688"/>
              <a:ext cx="1958975" cy="466725"/>
            </p14:xfrm>
          </p:contentPart>
        </mc:Choice>
        <mc:Fallback>
          <p:pic>
            <p:nvPicPr>
              <p:cNvPr id="1027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40414" y="3589221"/>
                <a:ext cx="1971922" cy="4796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28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494338" y="806450"/>
              <a:ext cx="2424112" cy="1800225"/>
            </p14:xfrm>
          </p:contentPart>
        </mc:Choice>
        <mc:Fallback>
          <p:pic>
            <p:nvPicPr>
              <p:cNvPr id="1028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87858" y="799970"/>
                <a:ext cx="2437071" cy="18131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29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297488" y="1731963"/>
              <a:ext cx="1587" cy="3175"/>
            </p14:xfrm>
          </p:contentPart>
        </mc:Choice>
        <mc:Fallback>
          <p:pic>
            <p:nvPicPr>
              <p:cNvPr id="1029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292727" y="1724819"/>
                <a:ext cx="11109" cy="174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30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210050" y="1535113"/>
              <a:ext cx="336550" cy="255587"/>
            </p14:xfrm>
          </p:contentPart>
        </mc:Choice>
        <mc:Fallback>
          <p:pic>
            <p:nvPicPr>
              <p:cNvPr id="1030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03578" y="1528597"/>
                <a:ext cx="349494" cy="2686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31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130800" y="1125538"/>
              <a:ext cx="1824038" cy="835025"/>
            </p14:xfrm>
          </p:contentPart>
        </mc:Choice>
        <mc:Fallback>
          <p:pic>
            <p:nvPicPr>
              <p:cNvPr id="1031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24319" y="1119065"/>
                <a:ext cx="1837000" cy="8479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32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843463" y="1552575"/>
              <a:ext cx="674687" cy="1030288"/>
            </p14:xfrm>
          </p:contentPart>
        </mc:Choice>
        <mc:Fallback>
          <p:pic>
            <p:nvPicPr>
              <p:cNvPr id="1032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837020" y="1546100"/>
                <a:ext cx="687572" cy="10432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033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649913" y="2994025"/>
              <a:ext cx="7937" cy="12700"/>
            </p14:xfrm>
          </p:contentPart>
        </mc:Choice>
        <mc:Fallback>
          <p:pic>
            <p:nvPicPr>
              <p:cNvPr id="1033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643701" y="2987847"/>
                <a:ext cx="20360" cy="250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34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260975" y="3395663"/>
              <a:ext cx="596900" cy="257175"/>
            </p14:xfrm>
          </p:contentPart>
        </mc:Choice>
        <mc:Fallback>
          <p:pic>
            <p:nvPicPr>
              <p:cNvPr id="1034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254499" y="3389161"/>
                <a:ext cx="609853" cy="2701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035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592263" y="1893888"/>
              <a:ext cx="5521325" cy="3646487"/>
            </p14:xfrm>
          </p:contentPart>
        </mc:Choice>
        <mc:Fallback>
          <p:pic>
            <p:nvPicPr>
              <p:cNvPr id="1035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585783" y="1887417"/>
                <a:ext cx="5534284" cy="36594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036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368925" y="2100263"/>
              <a:ext cx="917575" cy="582612"/>
            </p14:xfrm>
          </p:contentPart>
        </mc:Choice>
        <mc:Fallback>
          <p:pic>
            <p:nvPicPr>
              <p:cNvPr id="1036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362445" y="2093774"/>
                <a:ext cx="930534" cy="5955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037" name="Ink 1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455988" y="2084388"/>
              <a:ext cx="1236662" cy="430212"/>
            </p14:xfrm>
          </p:contentPart>
        </mc:Choice>
        <mc:Fallback>
          <p:pic>
            <p:nvPicPr>
              <p:cNvPr id="1037" name="Ink 1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449515" y="2077967"/>
                <a:ext cx="1249608" cy="4430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038" name="Ink 1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475038" y="2932113"/>
              <a:ext cx="996950" cy="68262"/>
            </p14:xfrm>
          </p:contentPart>
        </mc:Choice>
        <mc:Fallback>
          <p:pic>
            <p:nvPicPr>
              <p:cNvPr id="1038" name="Ink 1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468548" y="2925435"/>
                <a:ext cx="1009930" cy="816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039" name="Ink 1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451225" y="3360738"/>
              <a:ext cx="969963" cy="412750"/>
            </p14:xfrm>
          </p:contentPart>
        </mc:Choice>
        <mc:Fallback>
          <p:pic>
            <p:nvPicPr>
              <p:cNvPr id="1039" name="Ink 1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444749" y="3354249"/>
                <a:ext cx="982915" cy="4257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040" name="Ink 1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057400" y="4210050"/>
              <a:ext cx="2271713" cy="439738"/>
            </p14:xfrm>
          </p:contentPart>
        </mc:Choice>
        <mc:Fallback>
          <p:pic>
            <p:nvPicPr>
              <p:cNvPr id="1040" name="Ink 1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050919" y="4203567"/>
                <a:ext cx="2284676" cy="4527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041" name="Ink 1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658938" y="4714875"/>
              <a:ext cx="4760912" cy="817563"/>
            </p14:xfrm>
          </p:contentPart>
        </mc:Choice>
        <mc:Fallback>
          <p:pic>
            <p:nvPicPr>
              <p:cNvPr id="1041" name="Ink 1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652458" y="4708343"/>
                <a:ext cx="4773872" cy="8306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042" name="Ink 1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779588" y="1290638"/>
              <a:ext cx="6459537" cy="2552700"/>
            </p14:xfrm>
          </p:contentPart>
        </mc:Choice>
        <mc:Fallback>
          <p:pic>
            <p:nvPicPr>
              <p:cNvPr id="1042" name="Ink 1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773109" y="1284158"/>
                <a:ext cx="6472496" cy="25656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043" name="Ink 1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125913" y="3416300"/>
              <a:ext cx="173037" cy="79375"/>
            </p14:xfrm>
          </p:contentPart>
        </mc:Choice>
        <mc:Fallback>
          <p:pic>
            <p:nvPicPr>
              <p:cNvPr id="1043" name="Ink 1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119438" y="3409806"/>
                <a:ext cx="185988" cy="923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044" name="Ink 2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173663" y="2760663"/>
              <a:ext cx="1420812" cy="577850"/>
            </p14:xfrm>
          </p:contentPart>
        </mc:Choice>
        <mc:Fallback>
          <p:pic>
            <p:nvPicPr>
              <p:cNvPr id="1044" name="Ink 2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167180" y="2754235"/>
                <a:ext cx="1433778" cy="5907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045" name="Ink 2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986588" y="3249613"/>
              <a:ext cx="1054100" cy="26987"/>
            </p14:xfrm>
          </p:contentPart>
        </mc:Choice>
        <mc:Fallback>
          <p:pic>
            <p:nvPicPr>
              <p:cNvPr id="1045" name="Ink 2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980106" y="3243221"/>
                <a:ext cx="1067065" cy="397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046" name="Ink 2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439150" y="3311525"/>
              <a:ext cx="309563" cy="15875"/>
            </p14:xfrm>
          </p:contentPart>
        </mc:Choice>
        <mc:Fallback>
          <p:pic>
            <p:nvPicPr>
              <p:cNvPr id="1046" name="Ink 2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432686" y="3304880"/>
                <a:ext cx="322491" cy="29166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8991600" cy="6792675"/>
            <a:chOff x="0" y="65325"/>
            <a:chExt cx="89916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685800"/>
              <a:ext cx="8839200" cy="6172200"/>
              <a:chOff x="-323094" y="1131023"/>
              <a:chExt cx="14157700" cy="7781879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586248"/>
                <a:ext cx="14157700" cy="7326654"/>
                <a:chOff x="-323094" y="1586248"/>
                <a:chExt cx="14157700" cy="7326654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914400"/>
            <a:ext cx="5172075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Rectangle 14"/>
          <p:cNvSpPr/>
          <p:nvPr/>
        </p:nvSpPr>
        <p:spPr>
          <a:xfrm>
            <a:off x="304800" y="2901077"/>
            <a:ext cx="86868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" indent="285750">
              <a:buFont typeface="Arial" pitchFamily="34" charset="0"/>
              <a:buChar char="•"/>
            </a:pPr>
            <a:r>
              <a:rPr lang="en-US" dirty="0" smtClean="0"/>
              <a:t>Each of the eight subscribers uses the same ARFCN and occupies a unique timeslot (TS) </a:t>
            </a:r>
          </a:p>
          <a:p>
            <a:pPr marL="57150" indent="285750"/>
            <a:r>
              <a:rPr lang="en-US" dirty="0" smtClean="0"/>
              <a:t>per frame</a:t>
            </a:r>
          </a:p>
          <a:p>
            <a:pPr marL="57150" indent="285750">
              <a:buFont typeface="Arial" pitchFamily="34" charset="0"/>
              <a:buChar char="•"/>
            </a:pPr>
            <a:r>
              <a:rPr lang="en-US" dirty="0" smtClean="0"/>
              <a:t>Each TS has an equivalent time allocation of 156.25 channel bits, but of this, 8.25 bits of    </a:t>
            </a:r>
          </a:p>
          <a:p>
            <a:pPr marL="57150" indent="285750"/>
            <a:r>
              <a:rPr lang="en-US" dirty="0" smtClean="0"/>
              <a:t>guard time and six total start and stop bits are provided to prevent overlap with </a:t>
            </a:r>
          </a:p>
          <a:p>
            <a:pPr marL="57150" indent="285750"/>
            <a:r>
              <a:rPr lang="en-US" dirty="0" smtClean="0"/>
              <a:t>adjacent time slots. </a:t>
            </a:r>
          </a:p>
          <a:p>
            <a:pPr marL="57150" indent="285750">
              <a:buFont typeface="Arial" pitchFamily="34" charset="0"/>
              <a:buChar char="•"/>
            </a:pPr>
            <a:r>
              <a:rPr lang="en-US" dirty="0" smtClean="0"/>
              <a:t>Therefore 148 bits has been actually used for data transmission.</a:t>
            </a:r>
          </a:p>
          <a:p>
            <a:pPr marL="57150" indent="285750">
              <a:buFont typeface="Arial" pitchFamily="34" charset="0"/>
              <a:buChar char="•"/>
            </a:pPr>
            <a:r>
              <a:rPr lang="en-US" dirty="0" smtClean="0"/>
              <a:t>The combination of a TS number and an ARFCN constitutes </a:t>
            </a:r>
            <a:r>
              <a:rPr lang="en-US" b="1" dirty="0" smtClean="0"/>
              <a:t>a </a:t>
            </a:r>
            <a:r>
              <a:rPr lang="en-US" b="1" i="1" dirty="0" smtClean="0"/>
              <a:t>physical channel </a:t>
            </a:r>
            <a:r>
              <a:rPr lang="en-US" i="1" dirty="0" smtClean="0"/>
              <a:t>for both    </a:t>
            </a:r>
          </a:p>
          <a:p>
            <a:pPr marL="57150" indent="285750"/>
            <a:r>
              <a:rPr lang="en-US" i="1" dirty="0" smtClean="0"/>
              <a:t>the </a:t>
            </a:r>
            <a:r>
              <a:rPr lang="en-US" dirty="0" smtClean="0"/>
              <a:t>forward and reverse link. Each physical channel in a GSM system can be mapped   </a:t>
            </a:r>
          </a:p>
          <a:p>
            <a:pPr marL="57150" indent="285750"/>
            <a:r>
              <a:rPr lang="en-US" dirty="0" smtClean="0"/>
              <a:t>into different </a:t>
            </a:r>
            <a:r>
              <a:rPr lang="en-US" b="1" i="1" dirty="0" smtClean="0"/>
              <a:t>logical channels </a:t>
            </a:r>
            <a:r>
              <a:rPr lang="en-US" dirty="0" smtClean="0"/>
              <a:t>at different times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050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144713" y="1322388"/>
              <a:ext cx="5872162" cy="2876550"/>
            </p14:xfrm>
          </p:contentPart>
        </mc:Choice>
        <mc:Fallback>
          <p:pic>
            <p:nvPicPr>
              <p:cNvPr id="205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38232" y="1315908"/>
                <a:ext cx="5885123" cy="28895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051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19538" y="2116138"/>
              <a:ext cx="4392612" cy="939800"/>
            </p14:xfrm>
          </p:contentPart>
        </mc:Choice>
        <mc:Fallback>
          <p:pic>
            <p:nvPicPr>
              <p:cNvPr id="205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13058" y="2109674"/>
                <a:ext cx="4405573" cy="9527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052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678238" y="706438"/>
              <a:ext cx="2387600" cy="1077912"/>
            </p14:xfrm>
          </p:contentPart>
        </mc:Choice>
        <mc:Fallback>
          <p:pic>
            <p:nvPicPr>
              <p:cNvPr id="205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71758" y="699975"/>
                <a:ext cx="2400560" cy="10908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053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971675" y="695325"/>
              <a:ext cx="1049338" cy="1531938"/>
            </p14:xfrm>
          </p:contentPart>
        </mc:Choice>
        <mc:Fallback>
          <p:pic>
            <p:nvPicPr>
              <p:cNvPr id="205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65202" y="688846"/>
                <a:ext cx="1062284" cy="15448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054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481888" y="1792288"/>
              <a:ext cx="423862" cy="150812"/>
            </p14:xfrm>
          </p:contentPart>
        </mc:Choice>
        <mc:Fallback>
          <p:pic>
            <p:nvPicPr>
              <p:cNvPr id="2054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475400" y="1785794"/>
                <a:ext cx="436837" cy="1638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055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156575" y="1908175"/>
              <a:ext cx="98425" cy="9525"/>
            </p14:xfrm>
          </p:contentPart>
        </mc:Choice>
        <mc:Fallback>
          <p:pic>
            <p:nvPicPr>
              <p:cNvPr id="2055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150109" y="1901825"/>
                <a:ext cx="111357" cy="222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056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443913" y="1841500"/>
              <a:ext cx="182562" cy="207963"/>
            </p14:xfrm>
          </p:contentPart>
        </mc:Choice>
        <mc:Fallback>
          <p:pic>
            <p:nvPicPr>
              <p:cNvPr id="2056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437444" y="1835046"/>
                <a:ext cx="195499" cy="2208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057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485900" y="4141788"/>
              <a:ext cx="1482725" cy="628650"/>
            </p14:xfrm>
          </p:contentPart>
        </mc:Choice>
        <mc:Fallback>
          <p:pic>
            <p:nvPicPr>
              <p:cNvPr id="2057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479430" y="4135311"/>
                <a:ext cx="1495665" cy="6416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058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875213" y="4387850"/>
              <a:ext cx="1884362" cy="338138"/>
            </p14:xfrm>
          </p:contentPart>
        </mc:Choice>
        <mc:Fallback>
          <p:pic>
            <p:nvPicPr>
              <p:cNvPr id="2058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868726" y="4381389"/>
                <a:ext cx="1897335" cy="3510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059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11175" y="3597275"/>
              <a:ext cx="36513" cy="23813"/>
            </p14:xfrm>
          </p:contentPart>
        </mc:Choice>
        <mc:Fallback>
          <p:pic>
            <p:nvPicPr>
              <p:cNvPr id="2059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04668" y="3590681"/>
                <a:ext cx="49528" cy="370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060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44475" y="4430713"/>
              <a:ext cx="3752850" cy="763587"/>
            </p14:xfrm>
          </p:contentPart>
        </mc:Choice>
        <mc:Fallback>
          <p:pic>
            <p:nvPicPr>
              <p:cNvPr id="2060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37995" y="4424227"/>
                <a:ext cx="3765809" cy="77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061" name="Ink 1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112963" y="3243263"/>
              <a:ext cx="6350" cy="9525"/>
            </p14:xfrm>
          </p:contentPart>
        </mc:Choice>
        <mc:Fallback>
          <p:pic>
            <p:nvPicPr>
              <p:cNvPr id="2061" name="Ink 1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105343" y="3236913"/>
                <a:ext cx="21590" cy="222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062" name="Ink 1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302125" y="1095375"/>
              <a:ext cx="1765300" cy="74613"/>
            </p14:xfrm>
          </p:contentPart>
        </mc:Choice>
        <mc:Fallback>
          <p:pic>
            <p:nvPicPr>
              <p:cNvPr id="2062" name="Ink 1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295646" y="1089186"/>
                <a:ext cx="1778259" cy="869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063" name="Ink 1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6363" y="4837113"/>
              <a:ext cx="593725" cy="257175"/>
            </p14:xfrm>
          </p:contentPart>
        </mc:Choice>
        <mc:Fallback>
          <p:pic>
            <p:nvPicPr>
              <p:cNvPr id="2063" name="Ink 1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9878" y="4830611"/>
                <a:ext cx="606695" cy="2701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064" name="Ink 1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33400" y="4808538"/>
              <a:ext cx="138113" cy="177800"/>
            </p14:xfrm>
          </p:contentPart>
        </mc:Choice>
        <mc:Fallback>
          <p:pic>
            <p:nvPicPr>
              <p:cNvPr id="2064" name="Ink 1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27009" y="4802150"/>
                <a:ext cx="150895" cy="1905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065" name="Ink 1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0013" y="4416425"/>
              <a:ext cx="96837" cy="158750"/>
            </p14:xfrm>
          </p:contentPart>
        </mc:Choice>
        <mc:Fallback>
          <p:pic>
            <p:nvPicPr>
              <p:cNvPr id="2065" name="Ink 1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3509" y="4409931"/>
                <a:ext cx="109845" cy="1717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066" name="Ink 1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-34925" y="4657725"/>
              <a:ext cx="458788" cy="293688"/>
            </p14:xfrm>
          </p:contentPart>
        </mc:Choice>
        <mc:Fallback>
          <p:pic>
            <p:nvPicPr>
              <p:cNvPr id="2066" name="Ink 1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-41372" y="4651247"/>
                <a:ext cx="471681" cy="3066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067" name="Ink 1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0488" y="4892675"/>
              <a:ext cx="303212" cy="85725"/>
            </p14:xfrm>
          </p:contentPart>
        </mc:Choice>
        <mc:Fallback>
          <p:pic>
            <p:nvPicPr>
              <p:cNvPr id="2067" name="Ink 1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4006" y="4886246"/>
                <a:ext cx="316176" cy="985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068" name="Ink 2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4138" y="4930775"/>
              <a:ext cx="273050" cy="119063"/>
            </p14:xfrm>
          </p:contentPart>
        </mc:Choice>
        <mc:Fallback>
          <p:pic>
            <p:nvPicPr>
              <p:cNvPr id="2068" name="Ink 2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7680" y="4924281"/>
                <a:ext cx="285967" cy="1320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069" name="Ink 2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705225" y="4911725"/>
              <a:ext cx="1760538" cy="334963"/>
            </p14:xfrm>
          </p:contentPart>
        </mc:Choice>
        <mc:Fallback>
          <p:pic>
            <p:nvPicPr>
              <p:cNvPr id="2069" name="Ink 2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698744" y="4905249"/>
                <a:ext cx="1773499" cy="347915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609600"/>
              <a:ext cx="9144000" cy="6248400"/>
              <a:chOff x="-323094" y="1034950"/>
              <a:chExt cx="14645896" cy="7877952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490175"/>
                <a:ext cx="14645896" cy="7422727"/>
                <a:chOff x="-323094" y="1490175"/>
                <a:chExt cx="14645896" cy="7422727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429144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926794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81075" y="965314"/>
            <a:ext cx="7248525" cy="5892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Rectangle 14"/>
          <p:cNvSpPr/>
          <p:nvPr/>
        </p:nvSpPr>
        <p:spPr>
          <a:xfrm>
            <a:off x="2819400" y="609600"/>
            <a:ext cx="36679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800" b="1" dirty="0" smtClean="0">
                <a:solidFill>
                  <a:srgbClr val="C00000"/>
                </a:solidFill>
                <a:latin typeface="Times New Roman" pitchFamily="18" charset="0"/>
              </a:rPr>
              <a:t>GSM Frame Structure</a:t>
            </a:r>
            <a:endParaRPr lang="en-US" sz="2800" b="1" dirty="0">
              <a:solidFill>
                <a:srgbClr val="C00000"/>
              </a:solidFill>
              <a:latin typeface="Times New Roman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074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409825" y="1773238"/>
              <a:ext cx="7938" cy="9525"/>
            </p14:xfrm>
          </p:contentPart>
        </mc:Choice>
        <mc:Fallback>
          <p:pic>
            <p:nvPicPr>
              <p:cNvPr id="3074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04110" y="1766094"/>
                <a:ext cx="19369" cy="238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075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657475" y="1962150"/>
              <a:ext cx="1588" cy="9525"/>
            </p14:xfrm>
          </p:contentPart>
        </mc:Choice>
        <mc:Fallback>
          <p:pic>
            <p:nvPicPr>
              <p:cNvPr id="3075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50329" y="1954696"/>
                <a:ext cx="15880" cy="244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076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370513" y="1797050"/>
              <a:ext cx="371475" cy="122238"/>
            </p14:xfrm>
          </p:contentPart>
        </mc:Choice>
        <mc:Fallback>
          <p:pic>
            <p:nvPicPr>
              <p:cNvPr id="3076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363983" y="1790559"/>
                <a:ext cx="384535" cy="1352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077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054600" y="2741613"/>
              <a:ext cx="501650" cy="179387"/>
            </p14:xfrm>
          </p:contentPart>
        </mc:Choice>
        <mc:Fallback>
          <p:pic>
            <p:nvPicPr>
              <p:cNvPr id="3077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048108" y="2735129"/>
                <a:ext cx="514633" cy="1923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078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743700" y="1919288"/>
              <a:ext cx="498475" cy="63500"/>
            </p14:xfrm>
          </p:contentPart>
        </mc:Choice>
        <mc:Fallback>
          <p:pic>
            <p:nvPicPr>
              <p:cNvPr id="3078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737203" y="1912794"/>
                <a:ext cx="511469" cy="764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079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6838" y="3330575"/>
              <a:ext cx="1050925" cy="1189038"/>
            </p14:xfrm>
          </p:contentPart>
        </mc:Choice>
        <mc:Fallback>
          <p:pic>
            <p:nvPicPr>
              <p:cNvPr id="3079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0355" y="3324097"/>
                <a:ext cx="1063890" cy="12019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080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38200" y="4032250"/>
              <a:ext cx="4763" cy="7938"/>
            </p14:xfrm>
          </p:contentPart>
        </mc:Choice>
        <mc:Fallback>
          <p:pic>
            <p:nvPicPr>
              <p:cNvPr id="3080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29627" y="4026296"/>
                <a:ext cx="21910" cy="198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081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69925" y="4537075"/>
              <a:ext cx="1157288" cy="742950"/>
            </p14:xfrm>
          </p:contentPart>
        </mc:Choice>
        <mc:Fallback>
          <p:pic>
            <p:nvPicPr>
              <p:cNvPr id="3081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63444" y="4530605"/>
                <a:ext cx="1170251" cy="7558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3082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77800" y="4719638"/>
              <a:ext cx="1501775" cy="1150937"/>
            </p14:xfrm>
          </p:contentPart>
        </mc:Choice>
        <mc:Fallback>
          <p:pic>
            <p:nvPicPr>
              <p:cNvPr id="3082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71314" y="4713158"/>
                <a:ext cx="1514746" cy="11638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3083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205038" y="3741738"/>
              <a:ext cx="5681662" cy="2917825"/>
            </p14:xfrm>
          </p:contentPart>
        </mc:Choice>
        <mc:Fallback>
          <p:pic>
            <p:nvPicPr>
              <p:cNvPr id="3083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198559" y="3735259"/>
                <a:ext cx="5694621" cy="29307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3084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74713" y="4262438"/>
              <a:ext cx="501650" cy="227012"/>
            </p14:xfrm>
          </p:contentPart>
        </mc:Choice>
        <mc:Fallback>
          <p:pic>
            <p:nvPicPr>
              <p:cNvPr id="3084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68231" y="4255879"/>
                <a:ext cx="514614" cy="2401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3085" name="Ink 1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813050" y="3867150"/>
              <a:ext cx="757238" cy="746125"/>
            </p14:xfrm>
          </p:contentPart>
        </mc:Choice>
        <mc:Fallback>
          <p:pic>
            <p:nvPicPr>
              <p:cNvPr id="3085" name="Ink 1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806581" y="3860678"/>
                <a:ext cx="770176" cy="7590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3086" name="Ink 1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061200" y="4678363"/>
              <a:ext cx="1179513" cy="338137"/>
            </p14:xfrm>
          </p:contentPart>
        </mc:Choice>
        <mc:Fallback>
          <p:pic>
            <p:nvPicPr>
              <p:cNvPr id="3086" name="Ink 1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054721" y="4671881"/>
                <a:ext cx="1192471" cy="3511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3087" name="Ink 1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118350" y="6380163"/>
              <a:ext cx="757238" cy="338137"/>
            </p14:xfrm>
          </p:contentPart>
        </mc:Choice>
        <mc:Fallback>
          <p:pic>
            <p:nvPicPr>
              <p:cNvPr id="3087" name="Ink 1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111893" y="6373688"/>
                <a:ext cx="770152" cy="3510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3088" name="Ink 1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027738" y="6138863"/>
              <a:ext cx="496887" cy="200025"/>
            </p14:xfrm>
          </p:contentPart>
        </mc:Choice>
        <mc:Fallback>
          <p:pic>
            <p:nvPicPr>
              <p:cNvPr id="3088" name="Ink 1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021266" y="6132352"/>
                <a:ext cx="509831" cy="2130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3089" name="Ink 1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304925" y="2552700"/>
              <a:ext cx="5913438" cy="4135438"/>
            </p14:xfrm>
          </p:contentPart>
        </mc:Choice>
        <mc:Fallback>
          <p:pic>
            <p:nvPicPr>
              <p:cNvPr id="3089" name="Ink 1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298445" y="2546218"/>
                <a:ext cx="5926398" cy="41484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3090" name="Ink 1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90500" y="703263"/>
              <a:ext cx="1209675" cy="495300"/>
            </p14:xfrm>
          </p:contentPart>
        </mc:Choice>
        <mc:Fallback>
          <p:pic>
            <p:nvPicPr>
              <p:cNvPr id="3090" name="Ink 1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84022" y="696793"/>
                <a:ext cx="1222632" cy="5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3091" name="Ink 1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03275" y="584200"/>
              <a:ext cx="1022350" cy="368300"/>
            </p14:xfrm>
          </p:contentPart>
        </mc:Choice>
        <mc:Fallback>
          <p:pic>
            <p:nvPicPr>
              <p:cNvPr id="3091" name="Ink 1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96788" y="577739"/>
                <a:ext cx="1035323" cy="3812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3092" name="Ink 2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8738" y="1450975"/>
              <a:ext cx="274637" cy="238125"/>
            </p14:xfrm>
          </p:contentPart>
        </mc:Choice>
        <mc:Fallback>
          <p:pic>
            <p:nvPicPr>
              <p:cNvPr id="3092" name="Ink 2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2267" y="1444520"/>
                <a:ext cx="287578" cy="2510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3093" name="Ink 2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57200" y="685800"/>
              <a:ext cx="2301875" cy="863600"/>
            </p14:xfrm>
          </p:contentPart>
        </mc:Choice>
        <mc:Fallback>
          <p:pic>
            <p:nvPicPr>
              <p:cNvPr id="3093" name="Ink 2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50727" y="679320"/>
                <a:ext cx="2314821" cy="8765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3094" name="Ink 2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33350" y="1071563"/>
              <a:ext cx="1843088" cy="1063625"/>
            </p14:xfrm>
          </p:contentPart>
        </mc:Choice>
        <mc:Fallback>
          <p:pic>
            <p:nvPicPr>
              <p:cNvPr id="3094" name="Ink 2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26868" y="1065077"/>
                <a:ext cx="1856052" cy="10765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3095" name="Ink 2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66763" y="1452563"/>
              <a:ext cx="962025" cy="269875"/>
            </p14:xfrm>
          </p:contentPart>
        </mc:Choice>
        <mc:Fallback>
          <p:pic>
            <p:nvPicPr>
              <p:cNvPr id="3095" name="Ink 2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60277" y="1446077"/>
                <a:ext cx="974996" cy="2828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3096" name="Ink 2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836738" y="1285875"/>
              <a:ext cx="290512" cy="190500"/>
            </p14:xfrm>
          </p:contentPart>
        </mc:Choice>
        <mc:Fallback>
          <p:pic>
            <p:nvPicPr>
              <p:cNvPr id="3096" name="Ink 2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830282" y="1279381"/>
                <a:ext cx="303424" cy="2034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3097" name="Ink 2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46050" y="1928813"/>
              <a:ext cx="1009650" cy="646112"/>
            </p14:xfrm>
          </p:contentPart>
        </mc:Choice>
        <mc:Fallback>
          <p:pic>
            <p:nvPicPr>
              <p:cNvPr id="3097" name="Ink 2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39566" y="1922334"/>
                <a:ext cx="1022617" cy="6590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3098" name="Ink 2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314450" y="1663700"/>
              <a:ext cx="763588" cy="406400"/>
            </p14:xfrm>
          </p:contentPart>
        </mc:Choice>
        <mc:Fallback>
          <p:pic>
            <p:nvPicPr>
              <p:cNvPr id="3098" name="Ink 2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307970" y="1657157"/>
                <a:ext cx="776548" cy="4194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3099" name="Ink 2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87388" y="2401888"/>
              <a:ext cx="822325" cy="661987"/>
            </p14:xfrm>
          </p:contentPart>
        </mc:Choice>
        <mc:Fallback>
          <p:pic>
            <p:nvPicPr>
              <p:cNvPr id="3099" name="Ink 2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80913" y="2395416"/>
                <a:ext cx="835275" cy="6749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3100" name="Ink 2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308350" y="2444750"/>
              <a:ext cx="3454400" cy="1562100"/>
            </p14:xfrm>
          </p:contentPart>
        </mc:Choice>
        <mc:Fallback>
          <p:pic>
            <p:nvPicPr>
              <p:cNvPr id="3100" name="Ink 2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3301870" y="2438271"/>
                <a:ext cx="3467359" cy="15750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3101" name="Ink 2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74625" y="2676525"/>
              <a:ext cx="511175" cy="261938"/>
            </p14:xfrm>
          </p:contentPart>
        </mc:Choice>
        <mc:Fallback>
          <p:pic>
            <p:nvPicPr>
              <p:cNvPr id="3101" name="Ink 2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68141" y="2670049"/>
                <a:ext cx="524143" cy="2748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3102" name="Ink 3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355725" y="5468938"/>
              <a:ext cx="20638" cy="6350"/>
            </p14:xfrm>
          </p:contentPart>
        </mc:Choice>
        <mc:Fallback>
          <p:pic>
            <p:nvPicPr>
              <p:cNvPr id="3102" name="Ink 3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349429" y="5461794"/>
                <a:ext cx="33231" cy="206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3103" name="Ink 3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554288" y="5105400"/>
              <a:ext cx="138112" cy="133350"/>
            </p14:xfrm>
          </p:contentPart>
        </mc:Choice>
        <mc:Fallback>
          <p:pic>
            <p:nvPicPr>
              <p:cNvPr id="3103" name="Ink 3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2547848" y="5098930"/>
                <a:ext cx="150993" cy="1462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3104" name="Ink 3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727325" y="5870575"/>
              <a:ext cx="608013" cy="455613"/>
            </p14:xfrm>
          </p:contentPart>
        </mc:Choice>
        <mc:Fallback>
          <p:pic>
            <p:nvPicPr>
              <p:cNvPr id="3104" name="Ink 3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720857" y="5864092"/>
                <a:ext cx="620949" cy="4685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3105" name="Ink 3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649788" y="6235700"/>
              <a:ext cx="496887" cy="149225"/>
            </p14:xfrm>
          </p:contentPart>
        </mc:Choice>
        <mc:Fallback>
          <p:pic>
            <p:nvPicPr>
              <p:cNvPr id="3105" name="Ink 3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4643297" y="6229165"/>
                <a:ext cx="509868" cy="1622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3106" name="Ink 3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111625" y="6330950"/>
              <a:ext cx="730250" cy="161925"/>
            </p14:xfrm>
          </p:contentPart>
        </mc:Choice>
        <mc:Fallback>
          <p:pic>
            <p:nvPicPr>
              <p:cNvPr id="3106" name="Ink 3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4105134" y="6324502"/>
                <a:ext cx="743232" cy="1748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3107" name="Ink 3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245100" y="5970588"/>
              <a:ext cx="720725" cy="425450"/>
            </p14:xfrm>
          </p:contentPart>
        </mc:Choice>
        <mc:Fallback>
          <p:pic>
            <p:nvPicPr>
              <p:cNvPr id="3107" name="Ink 3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5238639" y="5964115"/>
                <a:ext cx="733646" cy="4383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3108" name="Ink 3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20713" y="2373313"/>
              <a:ext cx="1185862" cy="692150"/>
            </p14:xfrm>
          </p:contentPart>
        </mc:Choice>
        <mc:Fallback>
          <p:pic>
            <p:nvPicPr>
              <p:cNvPr id="3108" name="Ink 3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614237" y="2366841"/>
                <a:ext cx="1198814" cy="7050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3109" name="Ink 3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68650" y="6270625"/>
              <a:ext cx="2293938" cy="247650"/>
            </p14:xfrm>
          </p:contentPart>
        </mc:Choice>
        <mc:Fallback>
          <p:pic>
            <p:nvPicPr>
              <p:cNvPr id="3109" name="Ink 3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3162174" y="6264174"/>
                <a:ext cx="2306890" cy="26055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098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309813" y="623888"/>
              <a:ext cx="552450" cy="246062"/>
            </p14:xfrm>
          </p:contentPart>
        </mc:Choice>
        <mc:Fallback>
          <p:pic>
            <p:nvPicPr>
              <p:cNvPr id="4098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03305" y="617384"/>
                <a:ext cx="565466" cy="2590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099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221038" y="1200150"/>
              <a:ext cx="280987" cy="885825"/>
            </p14:xfrm>
          </p:contentPart>
        </mc:Choice>
        <mc:Fallback>
          <p:pic>
            <p:nvPicPr>
              <p:cNvPr id="4099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14554" y="1193692"/>
                <a:ext cx="293956" cy="8987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100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859213" y="2430463"/>
              <a:ext cx="222250" cy="177800"/>
            </p14:xfrm>
          </p:contentPart>
        </mc:Choice>
        <mc:Fallback>
          <p:pic>
            <p:nvPicPr>
              <p:cNvPr id="4100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52708" y="2423998"/>
                <a:ext cx="235260" cy="1907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101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0963" y="1246188"/>
              <a:ext cx="6813550" cy="2243137"/>
            </p14:xfrm>
          </p:contentPart>
        </mc:Choice>
        <mc:Fallback>
          <p:pic>
            <p:nvPicPr>
              <p:cNvPr id="4101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4483" y="1239709"/>
                <a:ext cx="6826510" cy="22560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4102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590925" y="1201738"/>
              <a:ext cx="360363" cy="1397000"/>
            </p14:xfrm>
          </p:contentPart>
        </mc:Choice>
        <mc:Fallback>
          <p:pic>
            <p:nvPicPr>
              <p:cNvPr id="4102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84522" y="1195262"/>
                <a:ext cx="373170" cy="14099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103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219575" y="2403475"/>
              <a:ext cx="107950" cy="220663"/>
            </p14:xfrm>
          </p:contentPart>
        </mc:Choice>
        <mc:Fallback>
          <p:pic>
            <p:nvPicPr>
              <p:cNvPr id="4103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13098" y="2397006"/>
                <a:ext cx="120904" cy="2336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4104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057775" y="1249363"/>
              <a:ext cx="458788" cy="1236662"/>
            </p14:xfrm>
          </p:contentPart>
        </mc:Choice>
        <mc:Fallback>
          <p:pic>
            <p:nvPicPr>
              <p:cNvPr id="4104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051293" y="1242883"/>
                <a:ext cx="471752" cy="12496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105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724525" y="1289050"/>
              <a:ext cx="1295400" cy="668338"/>
            </p14:xfrm>
          </p:contentPart>
        </mc:Choice>
        <mc:Fallback>
          <p:pic>
            <p:nvPicPr>
              <p:cNvPr id="4105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718053" y="1282579"/>
                <a:ext cx="1308343" cy="6812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106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229475" y="1744663"/>
              <a:ext cx="1473200" cy="592137"/>
            </p14:xfrm>
          </p:contentPart>
        </mc:Choice>
        <mc:Fallback>
          <p:pic>
            <p:nvPicPr>
              <p:cNvPr id="4106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222996" y="1738172"/>
                <a:ext cx="1486158" cy="6051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107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12725" y="1344613"/>
              <a:ext cx="396875" cy="709612"/>
            </p14:xfrm>
          </p:contentPart>
        </mc:Choice>
        <mc:Fallback>
          <p:pic>
            <p:nvPicPr>
              <p:cNvPr id="4107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06248" y="1338129"/>
                <a:ext cx="409828" cy="7225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108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378325" y="1497013"/>
              <a:ext cx="384175" cy="215900"/>
            </p14:xfrm>
          </p:contentPart>
        </mc:Choice>
        <mc:Fallback>
          <p:pic>
            <p:nvPicPr>
              <p:cNvPr id="4108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371880" y="1490547"/>
                <a:ext cx="397064" cy="2288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4109" name="Ink 1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043488" y="1241425"/>
              <a:ext cx="125412" cy="831850"/>
            </p14:xfrm>
          </p:contentPart>
        </mc:Choice>
        <mc:Fallback>
          <p:pic>
            <p:nvPicPr>
              <p:cNvPr id="4109" name="Ink 1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037038" y="1234940"/>
                <a:ext cx="138312" cy="8448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4110" name="Ink 1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625725" y="2882900"/>
              <a:ext cx="1257300" cy="411163"/>
            </p14:xfrm>
          </p:contentPart>
        </mc:Choice>
        <mc:Fallback>
          <p:pic>
            <p:nvPicPr>
              <p:cNvPr id="4110" name="Ink 1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619248" y="2876321"/>
                <a:ext cx="1270254" cy="42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4111" name="Ink 1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367213" y="2792413"/>
              <a:ext cx="1193800" cy="396875"/>
            </p14:xfrm>
          </p:contentPart>
        </mc:Choice>
        <mc:Fallback>
          <p:pic>
            <p:nvPicPr>
              <p:cNvPr id="4111" name="Ink 1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360733" y="2785919"/>
                <a:ext cx="1206760" cy="4098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4112" name="Ink 1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536700" y="3548063"/>
              <a:ext cx="2401888" cy="74612"/>
            </p14:xfrm>
          </p:contentPart>
        </mc:Choice>
        <mc:Fallback>
          <p:pic>
            <p:nvPicPr>
              <p:cNvPr id="4112" name="Ink 1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530221" y="3541575"/>
                <a:ext cx="2414846" cy="875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4113" name="Ink 1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50863" y="3429000"/>
              <a:ext cx="2389187" cy="492125"/>
            </p14:xfrm>
          </p:contentPart>
        </mc:Choice>
        <mc:Fallback>
          <p:pic>
            <p:nvPicPr>
              <p:cNvPr id="4113" name="Ink 1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44386" y="3422506"/>
                <a:ext cx="2402140" cy="5051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4114" name="Ink 1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429000" y="3522663"/>
              <a:ext cx="12700" cy="257175"/>
            </p14:xfrm>
          </p:contentPart>
        </mc:Choice>
        <mc:Fallback>
          <p:pic>
            <p:nvPicPr>
              <p:cNvPr id="4114" name="Ink 1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422469" y="3516189"/>
                <a:ext cx="25763" cy="2701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4115" name="Ink 1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719513" y="3473450"/>
              <a:ext cx="600075" cy="304800"/>
            </p14:xfrm>
          </p:contentPart>
        </mc:Choice>
        <mc:Fallback>
          <p:pic>
            <p:nvPicPr>
              <p:cNvPr id="4115" name="Ink 1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713014" y="3466995"/>
                <a:ext cx="613073" cy="3177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116" name="Ink 2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579938" y="3095625"/>
              <a:ext cx="2257425" cy="1285875"/>
            </p14:xfrm>
          </p:contentPart>
        </mc:Choice>
        <mc:Fallback>
          <p:pic>
            <p:nvPicPr>
              <p:cNvPr id="4116" name="Ink 2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573463" y="3089158"/>
                <a:ext cx="2270376" cy="12988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4117" name="Ink 2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134225" y="3302000"/>
              <a:ext cx="719138" cy="295275"/>
            </p14:xfrm>
          </p:contentPart>
        </mc:Choice>
        <mc:Fallback>
          <p:pic>
            <p:nvPicPr>
              <p:cNvPr id="4117" name="Ink 2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127750" y="3295398"/>
                <a:ext cx="732089" cy="30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4118" name="Ink 2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38200" y="3790950"/>
              <a:ext cx="5510213" cy="973138"/>
            </p14:xfrm>
          </p:contentPart>
        </mc:Choice>
        <mc:Fallback>
          <p:pic>
            <p:nvPicPr>
              <p:cNvPr id="4118" name="Ink 2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31719" y="3784477"/>
                <a:ext cx="5523176" cy="9860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4119" name="Ink 2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03213" y="4311650"/>
              <a:ext cx="1065212" cy="320675"/>
            </p14:xfrm>
          </p:contentPart>
        </mc:Choice>
        <mc:Fallback>
          <p:pic>
            <p:nvPicPr>
              <p:cNvPr id="4119" name="Ink 2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96738" y="4305215"/>
                <a:ext cx="1078163" cy="3335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4120" name="Ink 2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689100" y="4059238"/>
              <a:ext cx="3475038" cy="674687"/>
            </p14:xfrm>
          </p:contentPart>
        </mc:Choice>
        <mc:Fallback>
          <p:pic>
            <p:nvPicPr>
              <p:cNvPr id="4120" name="Ink 2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683079" y="4052716"/>
                <a:ext cx="3487081" cy="6877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4121" name="Ink 2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332413" y="4352925"/>
              <a:ext cx="930275" cy="468313"/>
            </p14:xfrm>
          </p:contentPart>
        </mc:Choice>
        <mc:Fallback>
          <p:pic>
            <p:nvPicPr>
              <p:cNvPr id="4121" name="Ink 2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325938" y="4346441"/>
                <a:ext cx="943225" cy="4812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4122" name="Ink 2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170738" y="4500563"/>
              <a:ext cx="1165225" cy="342900"/>
            </p14:xfrm>
          </p:contentPart>
        </mc:Choice>
        <mc:Fallback>
          <p:pic>
            <p:nvPicPr>
              <p:cNvPr id="4122" name="Ink 2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164259" y="4494045"/>
                <a:ext cx="1178184" cy="3559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4123" name="Ink 2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724650" y="3636963"/>
              <a:ext cx="1603375" cy="577850"/>
            </p14:xfrm>
          </p:contentPart>
        </mc:Choice>
        <mc:Fallback>
          <p:pic>
            <p:nvPicPr>
              <p:cNvPr id="4123" name="Ink 2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718167" y="3630503"/>
                <a:ext cx="1616340" cy="5907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124" name="Ink 2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706938" y="4743450"/>
              <a:ext cx="3176587" cy="484188"/>
            </p14:xfrm>
          </p:contentPart>
        </mc:Choice>
        <mc:Fallback>
          <p:pic>
            <p:nvPicPr>
              <p:cNvPr id="4124" name="Ink 2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700459" y="4736956"/>
                <a:ext cx="3189545" cy="4971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125" name="Ink 2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30200" y="4497388"/>
              <a:ext cx="2678113" cy="463550"/>
            </p14:xfrm>
          </p:contentPart>
        </mc:Choice>
        <mc:Fallback>
          <p:pic>
            <p:nvPicPr>
              <p:cNvPr id="4125" name="Ink 2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23725" y="4490895"/>
                <a:ext cx="2691063" cy="4765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126" name="Ink 3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97325" y="4768850"/>
              <a:ext cx="3913188" cy="477838"/>
            </p14:xfrm>
          </p:contentPart>
        </mc:Choice>
        <mc:Fallback>
          <p:pic>
            <p:nvPicPr>
              <p:cNvPr id="4126" name="Ink 3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990847" y="4762393"/>
                <a:ext cx="3926144" cy="4907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127" name="Ink 3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41313" y="4083050"/>
              <a:ext cx="8374062" cy="2220913"/>
            </p14:xfrm>
          </p:contentPart>
        </mc:Choice>
        <mc:Fallback>
          <p:pic>
            <p:nvPicPr>
              <p:cNvPr id="4127" name="Ink 3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34833" y="4076572"/>
                <a:ext cx="8387022" cy="22338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128" name="Ink 3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095625" y="4886325"/>
              <a:ext cx="250825" cy="560388"/>
            </p14:xfrm>
          </p:contentPart>
        </mc:Choice>
        <mc:Fallback>
          <p:pic>
            <p:nvPicPr>
              <p:cNvPr id="4128" name="Ink 3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089157" y="4879805"/>
                <a:ext cx="263762" cy="5734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129" name="Ink 3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94150" y="4157663"/>
              <a:ext cx="4816475" cy="915987"/>
            </p14:xfrm>
          </p:contentPart>
        </mc:Choice>
        <mc:Fallback>
          <p:pic>
            <p:nvPicPr>
              <p:cNvPr id="4129" name="Ink 3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987672" y="4151187"/>
                <a:ext cx="4829430" cy="9289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130" name="Ink 3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468938" y="5789613"/>
              <a:ext cx="762000" cy="200025"/>
            </p14:xfrm>
          </p:contentPart>
        </mc:Choice>
        <mc:Fallback>
          <p:pic>
            <p:nvPicPr>
              <p:cNvPr id="4130" name="Ink 3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462456" y="5783126"/>
                <a:ext cx="774964" cy="21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131" name="Ink 3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300413" y="5208588"/>
              <a:ext cx="4305300" cy="1054100"/>
            </p14:xfrm>
          </p:contentPart>
        </mc:Choice>
        <mc:Fallback>
          <p:pic>
            <p:nvPicPr>
              <p:cNvPr id="4131" name="Ink 3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293936" y="5202200"/>
                <a:ext cx="4318255" cy="10668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132" name="Ink 3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38150" y="1362075"/>
              <a:ext cx="233363" cy="234950"/>
            </p14:xfrm>
          </p:contentPart>
        </mc:Choice>
        <mc:Fallback>
          <p:pic>
            <p:nvPicPr>
              <p:cNvPr id="4132" name="Ink 3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31658" y="1355579"/>
                <a:ext cx="246348" cy="2479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133" name="Ink 3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533650" y="136525"/>
              <a:ext cx="3865563" cy="2986088"/>
            </p14:xfrm>
          </p:contentPart>
        </mc:Choice>
        <mc:Fallback>
          <p:pic>
            <p:nvPicPr>
              <p:cNvPr id="4133" name="Ink 3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527171" y="130044"/>
                <a:ext cx="3878521" cy="29990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134" name="Ink 3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339975" y="49213"/>
              <a:ext cx="1009650" cy="484187"/>
            </p14:xfrm>
          </p:contentPart>
        </mc:Choice>
        <mc:Fallback>
          <p:pic>
            <p:nvPicPr>
              <p:cNvPr id="4134" name="Ink 3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333496" y="42714"/>
                <a:ext cx="1022608" cy="4971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135" name="Ink 3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443163" y="674688"/>
              <a:ext cx="935037" cy="455612"/>
            </p14:xfrm>
          </p:contentPart>
        </mc:Choice>
        <mc:Fallback>
          <p:pic>
            <p:nvPicPr>
              <p:cNvPr id="4135" name="Ink 3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436692" y="668220"/>
                <a:ext cx="947979" cy="4685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136" name="Ink 4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776788" y="869950"/>
              <a:ext cx="349250" cy="252413"/>
            </p14:xfrm>
          </p:contentPart>
        </mc:Choice>
        <mc:Fallback>
          <p:pic>
            <p:nvPicPr>
              <p:cNvPr id="4136" name="Ink 4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770294" y="863459"/>
                <a:ext cx="362239" cy="2653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137" name="Ink 4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30175" y="1174750"/>
              <a:ext cx="6961188" cy="844550"/>
            </p14:xfrm>
          </p:contentPart>
        </mc:Choice>
        <mc:Fallback>
          <p:pic>
            <p:nvPicPr>
              <p:cNvPr id="4137" name="Ink 4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23695" y="1168849"/>
                <a:ext cx="6974148" cy="8563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138" name="Ink 4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5122863"/>
              <a:ext cx="2598737" cy="877887"/>
            </p14:xfrm>
          </p:contentPart>
        </mc:Choice>
        <mc:Fallback>
          <p:pic>
            <p:nvPicPr>
              <p:cNvPr id="4138" name="Ink 4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100267" y="5116418"/>
                <a:ext cx="2611679" cy="890776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2" descr="F11_9"/>
          <p:cNvPicPr>
            <a:picLocks noChangeAspect="1" noChangeArrowheads="1"/>
          </p:cNvPicPr>
          <p:nvPr/>
        </p:nvPicPr>
        <p:blipFill>
          <a:blip r:embed="rId2">
            <a:lum bright="-20000" contrast="40000"/>
          </a:blip>
          <a:srcRect/>
          <a:stretch>
            <a:fillRect/>
          </a:stretch>
        </p:blipFill>
        <p:spPr>
          <a:xfrm>
            <a:off x="685800" y="762000"/>
            <a:ext cx="7772400" cy="5537200"/>
          </a:xfrm>
          <a:prstGeom prst="rect">
            <a:avLst/>
          </a:prstGeom>
          <a:noFill/>
          <a:ln/>
        </p:spPr>
      </p:pic>
      <p:grpSp>
        <p:nvGrpSpPr>
          <p:cNvPr id="3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4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0" y="609600"/>
              <a:ext cx="9143997" cy="6248400"/>
              <a:chOff x="-323094" y="1034950"/>
              <a:chExt cx="14645896" cy="7877952"/>
            </a:xfrm>
          </p:grpSpPr>
          <p:grpSp>
            <p:nvGrpSpPr>
              <p:cNvPr id="6" name="Group 44"/>
              <p:cNvGrpSpPr/>
              <p:nvPr/>
            </p:nvGrpSpPr>
            <p:grpSpPr>
              <a:xfrm>
                <a:off x="-323094" y="1490175"/>
                <a:ext cx="14645896" cy="7422727"/>
                <a:chOff x="-323094" y="1490175"/>
                <a:chExt cx="14645896" cy="7422727"/>
              </a:xfrm>
            </p:grpSpPr>
            <p:sp>
              <p:nvSpPr>
                <p:cNvPr id="8" name="Half Frame 7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" name="Half Frame 8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5400000">
                  <a:off x="12825599" y="1429144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" name="Half Frame 7"/>
              <p:cNvSpPr/>
              <p:nvPr/>
            </p:nvSpPr>
            <p:spPr>
              <a:xfrm rot="5400000">
                <a:off x="12501348" y="926794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2" name="Rectangle 11"/>
          <p:cNvSpPr/>
          <p:nvPr/>
        </p:nvSpPr>
        <p:spPr>
          <a:xfrm>
            <a:off x="2743200" y="0"/>
            <a:ext cx="26025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800" b="1" dirty="0" smtClean="0">
                <a:solidFill>
                  <a:schemeClr val="bg1"/>
                </a:solidFill>
                <a:latin typeface="Times New Roman" pitchFamily="18" charset="0"/>
              </a:rPr>
              <a:t>Types of bursts </a:t>
            </a:r>
            <a:endParaRPr lang="en-US" sz="2800" b="1" dirty="0">
              <a:solidFill>
                <a:schemeClr val="bg1"/>
              </a:solidFill>
              <a:latin typeface="Times New Roman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1506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79388" y="587375"/>
              <a:ext cx="3743325" cy="1625600"/>
            </p14:xfrm>
          </p:contentPart>
        </mc:Choice>
        <mc:Fallback>
          <p:pic>
            <p:nvPicPr>
              <p:cNvPr id="21506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2909" y="580897"/>
                <a:ext cx="3756284" cy="16385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1507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779963" y="682625"/>
              <a:ext cx="1609725" cy="1231900"/>
            </p14:xfrm>
          </p:contentPart>
        </mc:Choice>
        <mc:Fallback>
          <p:pic>
            <p:nvPicPr>
              <p:cNvPr id="21507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73482" y="676147"/>
                <a:ext cx="1622686" cy="12448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1508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-85725" y="1965325"/>
              <a:ext cx="1989138" cy="701675"/>
            </p14:xfrm>
          </p:contentPart>
        </mc:Choice>
        <mc:Fallback>
          <p:pic>
            <p:nvPicPr>
              <p:cNvPr id="21508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92203" y="1958841"/>
                <a:ext cx="2002094" cy="7146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1509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55688" y="4687888"/>
              <a:ext cx="1716087" cy="887412"/>
            </p14:xfrm>
          </p:contentPart>
        </mc:Choice>
        <mc:Fallback>
          <p:pic>
            <p:nvPicPr>
              <p:cNvPr id="21509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49239" y="4681405"/>
                <a:ext cx="1728985" cy="9003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1510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141413" y="3214688"/>
              <a:ext cx="334962" cy="190500"/>
            </p14:xfrm>
          </p:contentPart>
        </mc:Choice>
        <mc:Fallback>
          <p:pic>
            <p:nvPicPr>
              <p:cNvPr id="21510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34923" y="3208255"/>
                <a:ext cx="347942" cy="2033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1511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41400" y="4159250"/>
              <a:ext cx="268288" cy="187325"/>
            </p14:xfrm>
          </p:contentPart>
        </mc:Choice>
        <mc:Fallback>
          <p:pic>
            <p:nvPicPr>
              <p:cNvPr id="21511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34892" y="4152741"/>
                <a:ext cx="281305" cy="2003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1512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225550" y="4819650"/>
              <a:ext cx="377825" cy="157163"/>
            </p14:xfrm>
          </p:contentPart>
        </mc:Choice>
        <mc:Fallback>
          <p:pic>
            <p:nvPicPr>
              <p:cNvPr id="21512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219073" y="4813102"/>
                <a:ext cx="390779" cy="1702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1513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193800" y="5551488"/>
              <a:ext cx="157163" cy="187325"/>
            </p14:xfrm>
          </p:contentPart>
        </mc:Choice>
        <mc:Fallback>
          <p:pic>
            <p:nvPicPr>
              <p:cNvPr id="21513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87326" y="5544902"/>
                <a:ext cx="170110" cy="2004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1514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54050" y="2663825"/>
              <a:ext cx="12700" cy="1549400"/>
            </p14:xfrm>
          </p:contentPart>
        </mc:Choice>
        <mc:Fallback>
          <p:pic>
            <p:nvPicPr>
              <p:cNvPr id="21514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47326" y="2657342"/>
                <a:ext cx="26147" cy="15623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1515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-25400" y="1706563"/>
              <a:ext cx="1306513" cy="4019550"/>
            </p14:xfrm>
          </p:contentPart>
        </mc:Choice>
        <mc:Fallback>
          <p:pic>
            <p:nvPicPr>
              <p:cNvPr id="21515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-31873" y="1700091"/>
                <a:ext cx="1319459" cy="40324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1516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34938" y="4435475"/>
              <a:ext cx="963612" cy="333375"/>
            </p14:xfrm>
          </p:contentPart>
        </mc:Choice>
        <mc:Fallback>
          <p:pic>
            <p:nvPicPr>
              <p:cNvPr id="21516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28464" y="4428945"/>
                <a:ext cx="976561" cy="3464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1517" name="Ink 1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-855663" y="1576388"/>
              <a:ext cx="17463" cy="23812"/>
            </p14:xfrm>
          </p:contentPart>
        </mc:Choice>
        <mc:Fallback>
          <p:pic>
            <p:nvPicPr>
              <p:cNvPr id="21517" name="Ink 1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-862351" y="1569475"/>
                <a:ext cx="30839" cy="37638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8991600" cy="6792675"/>
            <a:chOff x="0" y="65325"/>
            <a:chExt cx="89916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685800"/>
              <a:ext cx="8839200" cy="6172200"/>
              <a:chOff x="-323094" y="1131023"/>
              <a:chExt cx="14157700" cy="7781879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586248"/>
                <a:ext cx="14157700" cy="7326654"/>
                <a:chOff x="-323094" y="1586248"/>
                <a:chExt cx="14157700" cy="7326654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716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7638" y="1371600"/>
            <a:ext cx="8848725" cy="437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Rectangle 14"/>
          <p:cNvSpPr/>
          <p:nvPr/>
        </p:nvSpPr>
        <p:spPr>
          <a:xfrm>
            <a:off x="2667000" y="0"/>
            <a:ext cx="38538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800" b="1" dirty="0" smtClean="0">
                <a:solidFill>
                  <a:schemeClr val="bg1"/>
                </a:solidFill>
                <a:latin typeface="Times New Roman" pitchFamily="18" charset="0"/>
              </a:rPr>
              <a:t>GSM Frame Hierarchy </a:t>
            </a:r>
            <a:endParaRPr lang="en-US" sz="2800" b="1" dirty="0">
              <a:solidFill>
                <a:schemeClr val="bg1"/>
              </a:solidFill>
              <a:latin typeface="Times New Roman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2530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66800" y="5473700"/>
              <a:ext cx="3175" cy="4763"/>
            </p14:xfrm>
          </p:contentPart>
        </mc:Choice>
        <mc:Fallback>
          <p:pic>
            <p:nvPicPr>
              <p:cNvPr id="2253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9656" y="5467576"/>
                <a:ext cx="17463" cy="170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2531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363075" y="31588075"/>
              <a:ext cx="0" cy="0"/>
            </p14:xfrm>
          </p:contentPart>
        </mc:Choice>
        <mc:Fallback>
          <p:pic>
            <p:nvPicPr>
              <p:cNvPr id="2253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63075" y="31588075"/>
                <a:ext cx="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2532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585913" y="5141913"/>
              <a:ext cx="982662" cy="449262"/>
            </p14:xfrm>
          </p:contentPart>
        </mc:Choice>
        <mc:Fallback>
          <p:pic>
            <p:nvPicPr>
              <p:cNvPr id="2253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79424" y="5135428"/>
                <a:ext cx="995639" cy="462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2533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238250" y="4352925"/>
              <a:ext cx="519113" cy="280988"/>
            </p14:xfrm>
          </p:contentPart>
        </mc:Choice>
        <mc:Fallback>
          <p:pic>
            <p:nvPicPr>
              <p:cNvPr id="2253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31770" y="4346449"/>
                <a:ext cx="532073" cy="2939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2534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327400" y="3594100"/>
              <a:ext cx="809625" cy="101600"/>
            </p14:xfrm>
          </p:contentPart>
        </mc:Choice>
        <mc:Fallback>
          <p:pic>
            <p:nvPicPr>
              <p:cNvPr id="22534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320917" y="3587772"/>
                <a:ext cx="822591" cy="1142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2535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35050" y="2017713"/>
              <a:ext cx="3035300" cy="701675"/>
            </p14:xfrm>
          </p:contentPart>
        </mc:Choice>
        <mc:Fallback>
          <p:pic>
            <p:nvPicPr>
              <p:cNvPr id="22535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28571" y="2011236"/>
                <a:ext cx="3048258" cy="7146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2536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124075" y="1247775"/>
              <a:ext cx="4745038" cy="812800"/>
            </p14:xfrm>
          </p:contentPart>
        </mc:Choice>
        <mc:Fallback>
          <p:pic>
            <p:nvPicPr>
              <p:cNvPr id="22536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117594" y="1241278"/>
                <a:ext cx="4758000" cy="8257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2537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892550" y="2706688"/>
              <a:ext cx="465138" cy="79375"/>
            </p14:xfrm>
          </p:contentPart>
        </mc:Choice>
        <mc:Fallback>
          <p:pic>
            <p:nvPicPr>
              <p:cNvPr id="22537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886065" y="2700223"/>
                <a:ext cx="478109" cy="923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2538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943475" y="2243138"/>
              <a:ext cx="292100" cy="211137"/>
            </p14:xfrm>
          </p:contentPart>
        </mc:Choice>
        <mc:Fallback>
          <p:pic>
            <p:nvPicPr>
              <p:cNvPr id="22538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937024" y="2236675"/>
                <a:ext cx="305003" cy="2240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2539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991100" y="2709863"/>
              <a:ext cx="793750" cy="68262"/>
            </p14:xfrm>
          </p:contentPart>
        </mc:Choice>
        <mc:Fallback>
          <p:pic>
            <p:nvPicPr>
              <p:cNvPr id="22539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984609" y="2703396"/>
                <a:ext cx="806733" cy="811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2540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049713" y="2041525"/>
              <a:ext cx="331787" cy="347663"/>
            </p14:xfrm>
          </p:contentPart>
        </mc:Choice>
        <mc:Fallback>
          <p:pic>
            <p:nvPicPr>
              <p:cNvPr id="22540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043222" y="2035060"/>
                <a:ext cx="344770" cy="3605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2541" name="Ink 1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240088" y="5516563"/>
              <a:ext cx="2281237" cy="131762"/>
            </p14:xfrm>
          </p:contentPart>
        </mc:Choice>
        <mc:Fallback>
          <p:pic>
            <p:nvPicPr>
              <p:cNvPr id="22541" name="Ink 1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233611" y="5510118"/>
                <a:ext cx="2294190" cy="1446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2542" name="Ink 1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512888" y="5632450"/>
              <a:ext cx="769937" cy="28575"/>
            </p14:xfrm>
          </p:contentPart>
        </mc:Choice>
        <mc:Fallback>
          <p:pic>
            <p:nvPicPr>
              <p:cNvPr id="22542" name="Ink 1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506406" y="5625856"/>
                <a:ext cx="782901" cy="417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2543" name="Ink 1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033588" y="5486400"/>
              <a:ext cx="234950" cy="274638"/>
            </p14:xfrm>
          </p:contentPart>
        </mc:Choice>
        <mc:Fallback>
          <p:pic>
            <p:nvPicPr>
              <p:cNvPr id="22543" name="Ink 1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027121" y="5479852"/>
                <a:ext cx="247883" cy="2877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2544" name="Ink 1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960688" y="4383088"/>
              <a:ext cx="44450" cy="352425"/>
            </p14:xfrm>
          </p:contentPart>
        </mc:Choice>
        <mc:Fallback>
          <p:pic>
            <p:nvPicPr>
              <p:cNvPr id="22544" name="Ink 1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954076" y="4376575"/>
                <a:ext cx="57675" cy="3654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2545" name="Ink 1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224213" y="4356100"/>
              <a:ext cx="82550" cy="365125"/>
            </p14:xfrm>
          </p:contentPart>
        </mc:Choice>
        <mc:Fallback>
          <p:pic>
            <p:nvPicPr>
              <p:cNvPr id="22545" name="Ink 1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217781" y="4349586"/>
                <a:ext cx="95415" cy="3781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2546" name="Ink 1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606800" y="4416425"/>
              <a:ext cx="107950" cy="346075"/>
            </p14:xfrm>
          </p:contentPart>
        </mc:Choice>
        <mc:Fallback>
          <p:pic>
            <p:nvPicPr>
              <p:cNvPr id="22546" name="Ink 1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600345" y="4409902"/>
                <a:ext cx="120861" cy="3591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2547" name="Ink 1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049713" y="4479925"/>
              <a:ext cx="82550" cy="322263"/>
            </p14:xfrm>
          </p:contentPart>
        </mc:Choice>
        <mc:Fallback>
          <p:pic>
            <p:nvPicPr>
              <p:cNvPr id="22547" name="Ink 1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043253" y="4473458"/>
                <a:ext cx="95471" cy="3351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2548" name="Ink 2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533900" y="4443413"/>
              <a:ext cx="87313" cy="265112"/>
            </p14:xfrm>
          </p:contentPart>
        </mc:Choice>
        <mc:Fallback>
          <p:pic>
            <p:nvPicPr>
              <p:cNvPr id="22548" name="Ink 2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527352" y="4436920"/>
                <a:ext cx="100410" cy="2780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2549" name="Ink 2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067300" y="4481513"/>
              <a:ext cx="95250" cy="219075"/>
            </p14:xfrm>
          </p:contentPart>
        </mc:Choice>
        <mc:Fallback>
          <p:pic>
            <p:nvPicPr>
              <p:cNvPr id="22549" name="Ink 2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060879" y="4475038"/>
                <a:ext cx="108093" cy="2320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22550" name="Ink 2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395913" y="4535488"/>
              <a:ext cx="122237" cy="207962"/>
            </p14:xfrm>
          </p:contentPart>
        </mc:Choice>
        <mc:Fallback>
          <p:pic>
            <p:nvPicPr>
              <p:cNvPr id="22550" name="Ink 2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389479" y="4529012"/>
                <a:ext cx="135104" cy="2209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22551" name="Ink 2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094163" y="4348163"/>
              <a:ext cx="606425" cy="439737"/>
            </p14:xfrm>
          </p:contentPart>
        </mc:Choice>
        <mc:Fallback>
          <p:pic>
            <p:nvPicPr>
              <p:cNvPr id="22551" name="Ink 2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087708" y="4341707"/>
                <a:ext cx="619335" cy="4526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22552" name="Ink 2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781550" y="4649788"/>
              <a:ext cx="390525" cy="90487"/>
            </p14:xfrm>
          </p:contentPart>
        </mc:Choice>
        <mc:Fallback>
          <p:pic>
            <p:nvPicPr>
              <p:cNvPr id="22552" name="Ink 2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775065" y="4643325"/>
                <a:ext cx="403494" cy="1034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22553" name="Ink 2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249488" y="3541713"/>
              <a:ext cx="947737" cy="93662"/>
            </p14:xfrm>
          </p:contentPart>
        </mc:Choice>
        <mc:Fallback>
          <p:pic>
            <p:nvPicPr>
              <p:cNvPr id="22553" name="Ink 2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243004" y="3535254"/>
                <a:ext cx="960705" cy="1065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22554" name="Ink 2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619375" y="4743450"/>
              <a:ext cx="49213" cy="26988"/>
            </p14:xfrm>
          </p:contentPart>
        </mc:Choice>
        <mc:Fallback>
          <p:pic>
            <p:nvPicPr>
              <p:cNvPr id="22554" name="Ink 2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2612764" y="4736973"/>
                <a:ext cx="62434" cy="399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22555" name="Ink 2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876550" y="2292350"/>
              <a:ext cx="207963" cy="76200"/>
            </p14:xfrm>
          </p:contentPart>
        </mc:Choice>
        <mc:Fallback>
          <p:pic>
            <p:nvPicPr>
              <p:cNvPr id="22555" name="Ink 2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870311" y="2286308"/>
                <a:ext cx="220441" cy="882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22556" name="Ink 2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828925" y="2278063"/>
              <a:ext cx="166688" cy="157162"/>
            </p14:xfrm>
          </p:contentPart>
        </mc:Choice>
        <mc:Fallback>
          <p:pic>
            <p:nvPicPr>
              <p:cNvPr id="22556" name="Ink 2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2822431" y="2271545"/>
                <a:ext cx="179677" cy="170198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8" descr="F11_10"/>
          <p:cNvPicPr>
            <a:picLocks noChangeAspect="1" noChangeArrowheads="1"/>
          </p:cNvPicPr>
          <p:nvPr/>
        </p:nvPicPr>
        <p:blipFill>
          <a:blip r:embed="rId2">
            <a:lum bright="-20000" contrast="40000"/>
          </a:blip>
          <a:srcRect/>
          <a:stretch>
            <a:fillRect/>
          </a:stretch>
        </p:blipFill>
        <p:spPr>
          <a:xfrm>
            <a:off x="990600" y="609600"/>
            <a:ext cx="7239000" cy="5391150"/>
          </a:xfrm>
          <a:prstGeom prst="rect">
            <a:avLst/>
          </a:prstGeom>
          <a:noFill/>
          <a:ln/>
        </p:spPr>
      </p:pic>
      <p:grpSp>
        <p:nvGrpSpPr>
          <p:cNvPr id="3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4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0" y="609600"/>
              <a:ext cx="9143997" cy="6248400"/>
              <a:chOff x="-323094" y="1034950"/>
              <a:chExt cx="14645896" cy="7877952"/>
            </a:xfrm>
          </p:grpSpPr>
          <p:grpSp>
            <p:nvGrpSpPr>
              <p:cNvPr id="6" name="Group 44"/>
              <p:cNvGrpSpPr/>
              <p:nvPr/>
            </p:nvGrpSpPr>
            <p:grpSpPr>
              <a:xfrm>
                <a:off x="-323094" y="1490175"/>
                <a:ext cx="14645896" cy="7422727"/>
                <a:chOff x="-323094" y="1490175"/>
                <a:chExt cx="14645896" cy="7422727"/>
              </a:xfrm>
            </p:grpSpPr>
            <p:sp>
              <p:nvSpPr>
                <p:cNvPr id="8" name="Half Frame 7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" name="Half Frame 8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5400000">
                  <a:off x="12825599" y="1429144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" name="Half Frame 7"/>
              <p:cNvSpPr/>
              <p:nvPr/>
            </p:nvSpPr>
            <p:spPr>
              <a:xfrm rot="5400000">
                <a:off x="12501348" y="926794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2" name="Rectangle 11"/>
          <p:cNvSpPr/>
          <p:nvPr/>
        </p:nvSpPr>
        <p:spPr>
          <a:xfrm>
            <a:off x="3276600" y="0"/>
            <a:ext cx="33289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400" b="1" dirty="0" smtClean="0">
                <a:solidFill>
                  <a:schemeClr val="bg1"/>
                </a:solidFill>
                <a:latin typeface="Times New Roman" pitchFamily="18" charset="0"/>
              </a:rPr>
              <a:t>GSM Frame Hierarchy </a:t>
            </a:r>
            <a:endParaRPr lang="en-US" sz="2400" b="1" dirty="0">
              <a:solidFill>
                <a:schemeClr val="bg1"/>
              </a:solidFill>
              <a:latin typeface="Times New Roman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3554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298700" y="1289050"/>
              <a:ext cx="7938" cy="11113"/>
            </p14:xfrm>
          </p:contentPart>
        </mc:Choice>
        <mc:Fallback>
          <p:pic>
            <p:nvPicPr>
              <p:cNvPr id="23554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92488" y="1282382"/>
                <a:ext cx="20363" cy="244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3555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611438" y="2436813"/>
              <a:ext cx="6350" cy="63500"/>
            </p14:xfrm>
          </p:contentPart>
        </mc:Choice>
        <mc:Fallback>
          <p:pic>
            <p:nvPicPr>
              <p:cNvPr id="23555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05422" y="2430428"/>
                <a:ext cx="18382" cy="762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3556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268663" y="1060450"/>
              <a:ext cx="514350" cy="190500"/>
            </p14:xfrm>
          </p:contentPart>
        </mc:Choice>
        <mc:Fallback>
          <p:pic>
            <p:nvPicPr>
              <p:cNvPr id="23556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262193" y="1053956"/>
                <a:ext cx="527290" cy="2034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3557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83350" y="1298575"/>
              <a:ext cx="531813" cy="71438"/>
            </p14:xfrm>
          </p:contentPart>
        </mc:Choice>
        <mc:Fallback>
          <p:pic>
            <p:nvPicPr>
              <p:cNvPr id="23557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476878" y="1292081"/>
                <a:ext cx="544758" cy="844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3558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230938" y="1531938"/>
              <a:ext cx="223837" cy="11112"/>
            </p14:xfrm>
          </p:contentPart>
        </mc:Choice>
        <mc:Fallback>
          <p:pic>
            <p:nvPicPr>
              <p:cNvPr id="23558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224460" y="1525486"/>
                <a:ext cx="236792" cy="240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3559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70650" y="2116138"/>
              <a:ext cx="592138" cy="98425"/>
            </p14:xfrm>
          </p:contentPart>
        </mc:Choice>
        <mc:Fallback>
          <p:pic>
            <p:nvPicPr>
              <p:cNvPr id="23559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464159" y="2109696"/>
                <a:ext cx="605120" cy="1113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3560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5406688" y="10310813"/>
              <a:ext cx="0" cy="0"/>
            </p14:xfrm>
          </p:contentPart>
        </mc:Choice>
        <mc:Fallback>
          <p:pic>
            <p:nvPicPr>
              <p:cNvPr id="23560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5406688" y="10310813"/>
                <a:ext cx="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3561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808663" y="2863850"/>
              <a:ext cx="1912937" cy="384175"/>
            </p14:xfrm>
          </p:contentPart>
        </mc:Choice>
        <mc:Fallback>
          <p:pic>
            <p:nvPicPr>
              <p:cNvPr id="23561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802191" y="2857387"/>
                <a:ext cx="1925882" cy="3971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3562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732588" y="3625850"/>
              <a:ext cx="981075" cy="123825"/>
            </p14:xfrm>
          </p:contentPart>
        </mc:Choice>
        <mc:Fallback>
          <p:pic>
            <p:nvPicPr>
              <p:cNvPr id="23562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726105" y="3619371"/>
                <a:ext cx="994041" cy="1367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3563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605463" y="4827588"/>
              <a:ext cx="352425" cy="58737"/>
            </p14:xfrm>
          </p:contentPart>
        </mc:Choice>
        <mc:Fallback>
          <p:pic>
            <p:nvPicPr>
              <p:cNvPr id="23563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598977" y="4821062"/>
                <a:ext cx="365398" cy="717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3564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440363" y="4441825"/>
              <a:ext cx="715962" cy="509588"/>
            </p14:xfrm>
          </p:contentPart>
        </mc:Choice>
        <mc:Fallback>
          <p:pic>
            <p:nvPicPr>
              <p:cNvPr id="23564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433884" y="4435347"/>
                <a:ext cx="728921" cy="5225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3565" name="Ink 1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727200" y="3614738"/>
              <a:ext cx="395288" cy="87312"/>
            </p14:xfrm>
          </p:contentPart>
        </mc:Choice>
        <mc:Fallback>
          <p:pic>
            <p:nvPicPr>
              <p:cNvPr id="23565" name="Ink 1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720702" y="3608244"/>
                <a:ext cx="408284" cy="1003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3566" name="Ink 1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630363" y="4611688"/>
              <a:ext cx="660400" cy="112712"/>
            </p14:xfrm>
          </p:contentPart>
        </mc:Choice>
        <mc:Fallback>
          <p:pic>
            <p:nvPicPr>
              <p:cNvPr id="23566" name="Ink 1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623888" y="4605185"/>
                <a:ext cx="673349" cy="1257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3567" name="Ink 1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279775" y="4738688"/>
              <a:ext cx="331788" cy="53975"/>
            </p14:xfrm>
          </p:contentPart>
        </mc:Choice>
        <mc:Fallback>
          <p:pic>
            <p:nvPicPr>
              <p:cNvPr id="23567" name="Ink 1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273283" y="4732296"/>
                <a:ext cx="344771" cy="667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3568" name="Ink 1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581275" y="3468688"/>
              <a:ext cx="293688" cy="7937"/>
            </p14:xfrm>
          </p:contentPart>
        </mc:Choice>
        <mc:Fallback>
          <p:pic>
            <p:nvPicPr>
              <p:cNvPr id="23568" name="Ink 1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574741" y="3461169"/>
                <a:ext cx="306757" cy="229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3569" name="Ink 1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816225" y="3382963"/>
              <a:ext cx="107950" cy="174625"/>
            </p14:xfrm>
          </p:contentPart>
        </mc:Choice>
        <mc:Fallback>
          <p:pic>
            <p:nvPicPr>
              <p:cNvPr id="23569" name="Ink 1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809791" y="3376482"/>
                <a:ext cx="120818" cy="1875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3570" name="Ink 1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608263" y="3133725"/>
              <a:ext cx="1587" cy="1588"/>
            </p14:xfrm>
          </p:contentPart>
        </mc:Choice>
        <mc:Fallback>
          <p:pic>
            <p:nvPicPr>
              <p:cNvPr id="23570" name="Ink 1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593980" y="3105141"/>
                <a:ext cx="30153" cy="587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3571" name="Ink 1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75000" y="3473450"/>
              <a:ext cx="330200" cy="20638"/>
            </p14:xfrm>
          </p:contentPart>
        </mc:Choice>
        <mc:Fallback>
          <p:pic>
            <p:nvPicPr>
              <p:cNvPr id="23571" name="Ink 1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168454" y="3467045"/>
                <a:ext cx="343292" cy="334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3572" name="Ink 2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390900" y="3416300"/>
              <a:ext cx="114300" cy="161925"/>
            </p14:xfrm>
          </p:contentPart>
        </mc:Choice>
        <mc:Fallback>
          <p:pic>
            <p:nvPicPr>
              <p:cNvPr id="23572" name="Ink 2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384389" y="3409837"/>
                <a:ext cx="127322" cy="1748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3573" name="Ink 2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781175" y="4730750"/>
              <a:ext cx="39688" cy="7938"/>
            </p14:xfrm>
          </p:contentPart>
        </mc:Choice>
        <mc:Fallback>
          <p:pic>
            <p:nvPicPr>
              <p:cNvPr id="23573" name="Ink 2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774797" y="4724538"/>
                <a:ext cx="52445" cy="203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23574" name="Ink 2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871663" y="4706938"/>
              <a:ext cx="373062" cy="42862"/>
            </p14:xfrm>
          </p:contentPart>
        </mc:Choice>
        <mc:Fallback>
          <p:pic>
            <p:nvPicPr>
              <p:cNvPr id="23574" name="Ink 2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865162" y="4700562"/>
                <a:ext cx="386063" cy="556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23575" name="Ink 2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192338" y="4764088"/>
              <a:ext cx="171450" cy="11112"/>
            </p14:xfrm>
          </p:contentPart>
        </mc:Choice>
        <mc:Fallback>
          <p:pic>
            <p:nvPicPr>
              <p:cNvPr id="23575" name="Ink 2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185813" y="4757837"/>
                <a:ext cx="184499" cy="236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23576" name="Ink 2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744913" y="4735513"/>
              <a:ext cx="14287" cy="17462"/>
            </p14:xfrm>
          </p:contentPart>
        </mc:Choice>
        <mc:Fallback>
          <p:pic>
            <p:nvPicPr>
              <p:cNvPr id="23576" name="Ink 2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738790" y="4728825"/>
                <a:ext cx="26533" cy="308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23577" name="Ink 2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900363" y="4375150"/>
              <a:ext cx="198437" cy="109538"/>
            </p14:xfrm>
          </p:contentPart>
        </mc:Choice>
        <mc:Fallback>
          <p:pic>
            <p:nvPicPr>
              <p:cNvPr id="23577" name="Ink 2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893904" y="4368707"/>
                <a:ext cx="211355" cy="1224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23578" name="Ink 2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013075" y="4422775"/>
              <a:ext cx="225425" cy="149225"/>
            </p14:xfrm>
          </p:contentPart>
        </mc:Choice>
        <mc:Fallback>
          <p:pic>
            <p:nvPicPr>
              <p:cNvPr id="23578" name="Ink 2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006634" y="4416255"/>
                <a:ext cx="238306" cy="1622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23579" name="Ink 2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051175" y="4506913"/>
              <a:ext cx="254000" cy="185737"/>
            </p14:xfrm>
          </p:contentPart>
        </mc:Choice>
        <mc:Fallback>
          <p:pic>
            <p:nvPicPr>
              <p:cNvPr id="23579" name="Ink 2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3044671" y="4500421"/>
                <a:ext cx="267007" cy="1987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23580" name="Ink 2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219450" y="4616450"/>
              <a:ext cx="209550" cy="155575"/>
            </p14:xfrm>
          </p:contentPart>
        </mc:Choice>
        <mc:Fallback>
          <p:pic>
            <p:nvPicPr>
              <p:cNvPr id="23580" name="Ink 2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3212980" y="4609938"/>
                <a:ext cx="222490" cy="16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23581" name="Ink 2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384550" y="4710113"/>
              <a:ext cx="215900" cy="157162"/>
            </p14:xfrm>
          </p:contentPart>
        </mc:Choice>
        <mc:Fallback>
          <p:pic>
            <p:nvPicPr>
              <p:cNvPr id="23581" name="Ink 2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378040" y="4703684"/>
                <a:ext cx="228919" cy="1700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23582" name="Ink 3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776538" y="4279900"/>
              <a:ext cx="22225" cy="4763"/>
            </p14:xfrm>
          </p:contentPart>
        </mc:Choice>
        <mc:Fallback>
          <p:pic>
            <p:nvPicPr>
              <p:cNvPr id="23582" name="Ink 3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2770086" y="4274857"/>
                <a:ext cx="35130" cy="148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23583" name="Ink 3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153650" y="22648863"/>
              <a:ext cx="0" cy="0"/>
            </p14:xfrm>
          </p:contentPart>
        </mc:Choice>
        <mc:Fallback>
          <p:pic>
            <p:nvPicPr>
              <p:cNvPr id="23583" name="Ink 3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0153650" y="22648863"/>
                <a:ext cx="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23584" name="Ink 3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758950" y="4114800"/>
              <a:ext cx="57150" cy="31750"/>
            </p14:xfrm>
          </p:contentPart>
        </mc:Choice>
        <mc:Fallback>
          <p:pic>
            <p:nvPicPr>
              <p:cNvPr id="23584" name="Ink 3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752398" y="4108520"/>
                <a:ext cx="70254" cy="443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23585" name="Ink 3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673350" y="5102225"/>
              <a:ext cx="128588" cy="84138"/>
            </p14:xfrm>
          </p:contentPart>
        </mc:Choice>
        <mc:Fallback>
          <p:pic>
            <p:nvPicPr>
              <p:cNvPr id="23585" name="Ink 3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2666848" y="5095808"/>
                <a:ext cx="141591" cy="969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23586" name="Ink 3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957513" y="4965700"/>
              <a:ext cx="808037" cy="554038"/>
            </p14:xfrm>
          </p:contentPart>
        </mc:Choice>
        <mc:Fallback>
          <p:pic>
            <p:nvPicPr>
              <p:cNvPr id="23586" name="Ink 3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2951052" y="4959266"/>
                <a:ext cx="820960" cy="566906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8991600" cy="6792675"/>
            <a:chOff x="0" y="65325"/>
            <a:chExt cx="89916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685800"/>
              <a:ext cx="8839200" cy="6172200"/>
              <a:chOff x="-323094" y="1131023"/>
              <a:chExt cx="14157700" cy="7781879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586248"/>
                <a:ext cx="14157700" cy="7326654"/>
                <a:chOff x="-323094" y="1586248"/>
                <a:chExt cx="14157700" cy="7326654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Rectangle 16"/>
          <p:cNvSpPr/>
          <p:nvPr/>
        </p:nvSpPr>
        <p:spPr>
          <a:xfrm>
            <a:off x="2438400" y="0"/>
            <a:ext cx="46330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800" b="1" dirty="0" smtClean="0">
                <a:solidFill>
                  <a:schemeClr val="bg1"/>
                </a:solidFill>
                <a:latin typeface="Times New Roman" pitchFamily="18" charset="0"/>
              </a:rPr>
              <a:t>GSM Data Rate calculations </a:t>
            </a:r>
            <a:endParaRPr lang="en-US" sz="2800" b="1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609600"/>
            <a:ext cx="3381741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4578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44488" y="1147763"/>
              <a:ext cx="333375" cy="327025"/>
            </p14:xfrm>
          </p:contentPart>
        </mc:Choice>
        <mc:Fallback>
          <p:pic>
            <p:nvPicPr>
              <p:cNvPr id="24578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8001" y="1141280"/>
                <a:ext cx="346350" cy="3399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4579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40075" y="958850"/>
              <a:ext cx="2378075" cy="539750"/>
            </p14:xfrm>
          </p:contentPart>
        </mc:Choice>
        <mc:Fallback>
          <p:pic>
            <p:nvPicPr>
              <p:cNvPr id="24579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33597" y="952369"/>
                <a:ext cx="2391031" cy="5527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4580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120900" y="1193800"/>
              <a:ext cx="5915025" cy="1339850"/>
            </p14:xfrm>
          </p:contentPart>
        </mc:Choice>
        <mc:Fallback>
          <p:pic>
            <p:nvPicPr>
              <p:cNvPr id="24580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14420" y="1187322"/>
                <a:ext cx="5927985" cy="13528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4581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28600" y="1989138"/>
              <a:ext cx="1774825" cy="349250"/>
            </p14:xfrm>
          </p:contentPart>
        </mc:Choice>
        <mc:Fallback>
          <p:pic>
            <p:nvPicPr>
              <p:cNvPr id="24581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22111" y="1982677"/>
                <a:ext cx="1787804" cy="3621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4582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149475" y="2087563"/>
              <a:ext cx="827088" cy="228600"/>
            </p14:xfrm>
          </p:contentPart>
        </mc:Choice>
        <mc:Fallback>
          <p:pic>
            <p:nvPicPr>
              <p:cNvPr id="24582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143008" y="2081093"/>
                <a:ext cx="840022" cy="241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4583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22613" y="2000250"/>
              <a:ext cx="1052512" cy="292100"/>
            </p14:xfrm>
          </p:contentPart>
        </mc:Choice>
        <mc:Fallback>
          <p:pic>
            <p:nvPicPr>
              <p:cNvPr id="24583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116134" y="1993775"/>
                <a:ext cx="1065470" cy="3050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4584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352925" y="2049463"/>
              <a:ext cx="711200" cy="349250"/>
            </p14:xfrm>
          </p:contentPart>
        </mc:Choice>
        <mc:Fallback>
          <p:pic>
            <p:nvPicPr>
              <p:cNvPr id="24584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346463" y="2043015"/>
                <a:ext cx="724124" cy="3621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4585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249863" y="2101850"/>
              <a:ext cx="1219200" cy="268288"/>
            </p14:xfrm>
          </p:contentPart>
        </mc:Choice>
        <mc:Fallback>
          <p:pic>
            <p:nvPicPr>
              <p:cNvPr id="24585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243380" y="2095385"/>
                <a:ext cx="1232166" cy="2812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4586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734175" y="2108200"/>
              <a:ext cx="1481138" cy="271463"/>
            </p14:xfrm>
          </p:contentPart>
        </mc:Choice>
        <mc:Fallback>
          <p:pic>
            <p:nvPicPr>
              <p:cNvPr id="24586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727702" y="2101737"/>
                <a:ext cx="1494083" cy="2843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4587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28600" y="2828925"/>
              <a:ext cx="7624763" cy="276225"/>
            </p14:xfrm>
          </p:contentPart>
        </mc:Choice>
        <mc:Fallback>
          <p:pic>
            <p:nvPicPr>
              <p:cNvPr id="24587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22120" y="2822434"/>
                <a:ext cx="7637722" cy="2892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4588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60338" y="2828925"/>
              <a:ext cx="77787" cy="173038"/>
            </p14:xfrm>
          </p:contentPart>
        </mc:Choice>
        <mc:Fallback>
          <p:pic>
            <p:nvPicPr>
              <p:cNvPr id="24588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53702" y="2822436"/>
                <a:ext cx="91059" cy="1860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4589" name="Ink 1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00088" y="2806700"/>
              <a:ext cx="647700" cy="257175"/>
            </p14:xfrm>
          </p:contentPart>
        </mc:Choice>
        <mc:Fallback>
          <p:pic>
            <p:nvPicPr>
              <p:cNvPr id="24589" name="Ink 1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93600" y="2800235"/>
                <a:ext cx="660676" cy="2701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4590" name="Ink 1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576388" y="2849563"/>
              <a:ext cx="968375" cy="381000"/>
            </p14:xfrm>
          </p:contentPart>
        </mc:Choice>
        <mc:Fallback>
          <p:pic>
            <p:nvPicPr>
              <p:cNvPr id="24590" name="Ink 1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569891" y="2843069"/>
                <a:ext cx="981368" cy="3939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4591" name="Ink 1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768600" y="2947988"/>
              <a:ext cx="3032125" cy="330200"/>
            </p14:xfrm>
          </p:contentPart>
        </mc:Choice>
        <mc:Fallback>
          <p:pic>
            <p:nvPicPr>
              <p:cNvPr id="24591" name="Ink 1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762123" y="2941535"/>
                <a:ext cx="3045080" cy="3431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4592" name="Ink 1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000750" y="3036888"/>
              <a:ext cx="2863850" cy="306387"/>
            </p14:xfrm>
          </p:contentPart>
        </mc:Choice>
        <mc:Fallback>
          <p:pic>
            <p:nvPicPr>
              <p:cNvPr id="24592" name="Ink 1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994273" y="3030423"/>
                <a:ext cx="2876804" cy="3193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4593" name="Ink 1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33363" y="3273425"/>
              <a:ext cx="5461000" cy="331788"/>
            </p14:xfrm>
          </p:contentPart>
        </mc:Choice>
        <mc:Fallback>
          <p:pic>
            <p:nvPicPr>
              <p:cNvPr id="24593" name="Ink 1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26883" y="3266933"/>
                <a:ext cx="5473960" cy="3447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4594" name="Ink 1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84150" y="3343275"/>
              <a:ext cx="207963" cy="195263"/>
            </p14:xfrm>
          </p:contentPart>
        </mc:Choice>
        <mc:Fallback>
          <p:pic>
            <p:nvPicPr>
              <p:cNvPr id="24594" name="Ink 1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77651" y="3336718"/>
                <a:ext cx="220961" cy="2083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4595" name="Ink 1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66738" y="3402013"/>
              <a:ext cx="503237" cy="133350"/>
            </p14:xfrm>
          </p:contentPart>
        </mc:Choice>
        <mc:Fallback>
          <p:pic>
            <p:nvPicPr>
              <p:cNvPr id="24595" name="Ink 1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60263" y="3395646"/>
                <a:ext cx="516187" cy="1460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4596" name="Ink 2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239838" y="3211513"/>
              <a:ext cx="2425700" cy="658812"/>
            </p14:xfrm>
          </p:contentPart>
        </mc:Choice>
        <mc:Fallback>
          <p:pic>
            <p:nvPicPr>
              <p:cNvPr id="24596" name="Ink 2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233359" y="3205033"/>
                <a:ext cx="2438658" cy="6717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4597" name="Ink 2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833813" y="3551238"/>
              <a:ext cx="2598737" cy="398462"/>
            </p14:xfrm>
          </p:contentPart>
        </mc:Choice>
        <mc:Fallback>
          <p:pic>
            <p:nvPicPr>
              <p:cNvPr id="24597" name="Ink 2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827334" y="3544776"/>
                <a:ext cx="2611695" cy="4113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24598" name="Ink 2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638925" y="3522663"/>
              <a:ext cx="2470150" cy="577850"/>
            </p14:xfrm>
          </p:contentPart>
        </mc:Choice>
        <mc:Fallback>
          <p:pic>
            <p:nvPicPr>
              <p:cNvPr id="24598" name="Ink 2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632444" y="3516174"/>
                <a:ext cx="2483113" cy="5908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24599" name="Ink 2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27013" y="1439863"/>
              <a:ext cx="368300" cy="423862"/>
            </p14:xfrm>
          </p:contentPart>
        </mc:Choice>
        <mc:Fallback>
          <p:pic>
            <p:nvPicPr>
              <p:cNvPr id="24599" name="Ink 2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20539" y="1433392"/>
                <a:ext cx="381248" cy="4368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24600" name="Ink 2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487488" y="1517650"/>
              <a:ext cx="698500" cy="206375"/>
            </p14:xfrm>
          </p:contentPart>
        </mc:Choice>
        <mc:Fallback>
          <p:pic>
            <p:nvPicPr>
              <p:cNvPr id="24600" name="Ink 2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481014" y="1511289"/>
                <a:ext cx="711449" cy="2190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24601" name="Ink 2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79463" y="2457450"/>
              <a:ext cx="1430337" cy="57150"/>
            </p14:xfrm>
          </p:contentPart>
        </mc:Choice>
        <mc:Fallback>
          <p:pic>
            <p:nvPicPr>
              <p:cNvPr id="24601" name="Ink 2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772988" y="2450856"/>
                <a:ext cx="1443288" cy="703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24602" name="Ink 2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84175" y="2387600"/>
              <a:ext cx="315913" cy="188913"/>
            </p14:xfrm>
          </p:contentPart>
        </mc:Choice>
        <mc:Fallback>
          <p:pic>
            <p:nvPicPr>
              <p:cNvPr id="24602" name="Ink 2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77691" y="2380984"/>
                <a:ext cx="328881" cy="2021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24603" name="Ink 2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52500" y="2408238"/>
              <a:ext cx="215900" cy="341312"/>
            </p14:xfrm>
          </p:contentPart>
        </mc:Choice>
        <mc:Fallback>
          <p:pic>
            <p:nvPicPr>
              <p:cNvPr id="24603" name="Ink 2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946023" y="2401785"/>
                <a:ext cx="228854" cy="3542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24604" name="Ink 2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368425" y="2446338"/>
              <a:ext cx="606425" cy="206375"/>
            </p14:xfrm>
          </p:contentPart>
        </mc:Choice>
        <mc:Fallback>
          <p:pic>
            <p:nvPicPr>
              <p:cNvPr id="24604" name="Ink 2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361939" y="2439809"/>
                <a:ext cx="619397" cy="2194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24605" name="Ink 2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197100" y="2532063"/>
              <a:ext cx="252413" cy="134937"/>
            </p14:xfrm>
          </p:contentPart>
        </mc:Choice>
        <mc:Fallback>
          <p:pic>
            <p:nvPicPr>
              <p:cNvPr id="24605" name="Ink 2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2190619" y="2525481"/>
                <a:ext cx="265376" cy="1481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24606" name="Ink 3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622550" y="2444750"/>
              <a:ext cx="1171575" cy="296863"/>
            </p14:xfrm>
          </p:contentPart>
        </mc:Choice>
        <mc:Fallback>
          <p:pic>
            <p:nvPicPr>
              <p:cNvPr id="24606" name="Ink 3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2616085" y="2438312"/>
                <a:ext cx="1184505" cy="3097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24607" name="Ink 3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46525" y="2654300"/>
              <a:ext cx="219075" cy="85725"/>
            </p14:xfrm>
          </p:contentPart>
        </mc:Choice>
        <mc:Fallback>
          <p:pic>
            <p:nvPicPr>
              <p:cNvPr id="24607" name="Ink 3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3940029" y="2647844"/>
                <a:ext cx="232068" cy="986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24608" name="Ink 3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321175" y="2555875"/>
              <a:ext cx="171450" cy="219075"/>
            </p14:xfrm>
          </p:contentPart>
        </mc:Choice>
        <mc:Fallback>
          <p:pic>
            <p:nvPicPr>
              <p:cNvPr id="24608" name="Ink 3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4314719" y="2549442"/>
                <a:ext cx="184363" cy="2319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24609" name="Ink 3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3821688" y="23379113"/>
              <a:ext cx="0" cy="0"/>
            </p14:xfrm>
          </p:contentPart>
        </mc:Choice>
        <mc:Fallback>
          <p:pic>
            <p:nvPicPr>
              <p:cNvPr id="24609" name="Ink 3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33821688" y="23379113"/>
                <a:ext cx="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24610" name="Ink 3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625850" y="4035425"/>
              <a:ext cx="1965325" cy="561975"/>
            </p14:xfrm>
          </p:contentPart>
        </mc:Choice>
        <mc:Fallback>
          <p:pic>
            <p:nvPicPr>
              <p:cNvPr id="24610" name="Ink 3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3619370" y="4028932"/>
                <a:ext cx="1978286" cy="5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24611" name="Ink 3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816600" y="4176713"/>
              <a:ext cx="1016000" cy="325437"/>
            </p14:xfrm>
          </p:contentPart>
        </mc:Choice>
        <mc:Fallback>
          <p:pic>
            <p:nvPicPr>
              <p:cNvPr id="24611" name="Ink 3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5810119" y="4170254"/>
                <a:ext cx="1028961" cy="3383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24612" name="Ink 3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050088" y="4070350"/>
              <a:ext cx="830262" cy="588963"/>
            </p14:xfrm>
          </p:contentPart>
        </mc:Choice>
        <mc:Fallback>
          <p:pic>
            <p:nvPicPr>
              <p:cNvPr id="24612" name="Ink 3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7043613" y="4063862"/>
                <a:ext cx="843212" cy="6019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24613" name="Ink 3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270875" y="4227513"/>
              <a:ext cx="800100" cy="682625"/>
            </p14:xfrm>
          </p:contentPart>
        </mc:Choice>
        <mc:Fallback>
          <p:pic>
            <p:nvPicPr>
              <p:cNvPr id="24613" name="Ink 3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8264396" y="4221036"/>
                <a:ext cx="813057" cy="6955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24614" name="Ink 3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176463" y="3929063"/>
              <a:ext cx="6515100" cy="2667000"/>
            </p14:xfrm>
          </p:contentPart>
        </mc:Choice>
        <mc:Fallback>
          <p:pic>
            <p:nvPicPr>
              <p:cNvPr id="24614" name="Ink 3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2169983" y="3922583"/>
                <a:ext cx="6528060" cy="26799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24615" name="Ink 3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800225" y="3913188"/>
              <a:ext cx="7273925" cy="2944812"/>
            </p14:xfrm>
          </p:contentPart>
        </mc:Choice>
        <mc:Fallback>
          <p:pic>
            <p:nvPicPr>
              <p:cNvPr id="24615" name="Ink 3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793745" y="3906713"/>
                <a:ext cx="7286885" cy="29577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24616" name="Ink 4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870825" y="4679950"/>
              <a:ext cx="215900" cy="134938"/>
            </p14:xfrm>
          </p:contentPart>
        </mc:Choice>
        <mc:Fallback>
          <p:pic>
            <p:nvPicPr>
              <p:cNvPr id="24616" name="Ink 4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7864359" y="4673456"/>
                <a:ext cx="228832" cy="1479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24617" name="Ink 4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151688" y="5207000"/>
              <a:ext cx="1679575" cy="411163"/>
            </p14:xfrm>
          </p:contentPart>
        </mc:Choice>
        <mc:Fallback>
          <p:pic>
            <p:nvPicPr>
              <p:cNvPr id="24617" name="Ink 4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7145206" y="5200536"/>
                <a:ext cx="1692539" cy="4240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24618" name="Ink 4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6375063" y="29167138"/>
              <a:ext cx="0" cy="0"/>
            </p14:xfrm>
          </p:contentPart>
        </mc:Choice>
        <mc:Fallback>
          <p:pic>
            <p:nvPicPr>
              <p:cNvPr id="24618" name="Ink 4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6375063" y="29167138"/>
                <a:ext cx="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24619" name="Ink 4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376363" y="5265738"/>
              <a:ext cx="2717800" cy="431800"/>
            </p14:xfrm>
          </p:contentPart>
        </mc:Choice>
        <mc:Fallback>
          <p:pic>
            <p:nvPicPr>
              <p:cNvPr id="24619" name="Ink 4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1369884" y="5259266"/>
                <a:ext cx="2730757" cy="4447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24620" name="Ink 4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287838" y="5407025"/>
              <a:ext cx="846137" cy="312738"/>
            </p14:xfrm>
          </p:contentPart>
        </mc:Choice>
        <mc:Fallback>
          <p:pic>
            <p:nvPicPr>
              <p:cNvPr id="24620" name="Ink 4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4281365" y="5400532"/>
                <a:ext cx="859083" cy="3257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24621" name="Ink 4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958013" y="5478463"/>
              <a:ext cx="414337" cy="249237"/>
            </p14:xfrm>
          </p:contentPart>
        </mc:Choice>
        <mc:Fallback>
          <p:pic>
            <p:nvPicPr>
              <p:cNvPr id="24621" name="Ink 4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6951528" y="5471999"/>
                <a:ext cx="427308" cy="2621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24622" name="Ink 4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558088" y="5621338"/>
              <a:ext cx="506412" cy="222250"/>
            </p14:xfrm>
          </p:contentPart>
        </mc:Choice>
        <mc:Fallback>
          <p:pic>
            <p:nvPicPr>
              <p:cNvPr id="24622" name="Ink 4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7551609" y="5614886"/>
                <a:ext cx="519369" cy="2351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24623" name="Ink 4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255000" y="5600700"/>
              <a:ext cx="908050" cy="339725"/>
            </p14:xfrm>
          </p:contentPart>
        </mc:Choice>
        <mc:Fallback>
          <p:pic>
            <p:nvPicPr>
              <p:cNvPr id="24623" name="Ink 4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8248529" y="5594229"/>
                <a:ext cx="920991" cy="3526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24624" name="Ink 4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20738" y="4891088"/>
              <a:ext cx="34925" cy="180975"/>
            </p14:xfrm>
          </p:contentPart>
        </mc:Choice>
        <mc:Fallback>
          <p:pic>
            <p:nvPicPr>
              <p:cNvPr id="24624" name="Ink 4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814121" y="4884625"/>
                <a:ext cx="48160" cy="1939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24625" name="Ink 4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60425" y="4502150"/>
              <a:ext cx="860425" cy="279400"/>
            </p14:xfrm>
          </p:contentPart>
        </mc:Choice>
        <mc:Fallback>
          <p:pic>
            <p:nvPicPr>
              <p:cNvPr id="24625" name="Ink 4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853953" y="4495677"/>
                <a:ext cx="873369" cy="2923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24626" name="Ink 5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744788" y="4422775"/>
              <a:ext cx="304800" cy="274638"/>
            </p14:xfrm>
          </p:contentPart>
        </mc:Choice>
        <mc:Fallback>
          <p:pic>
            <p:nvPicPr>
              <p:cNvPr id="24626" name="Ink 5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2738303" y="4416313"/>
                <a:ext cx="317770" cy="2875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24627" name="Ink 5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943100" y="5781675"/>
              <a:ext cx="690563" cy="38100"/>
            </p14:xfrm>
          </p:contentPart>
        </mc:Choice>
        <mc:Fallback>
          <p:pic>
            <p:nvPicPr>
              <p:cNvPr id="24627" name="Ink 5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1936619" y="5775205"/>
                <a:ext cx="703525" cy="5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24628" name="Ink 5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533525" y="5672138"/>
              <a:ext cx="301625" cy="198437"/>
            </p14:xfrm>
          </p:contentPart>
        </mc:Choice>
        <mc:Fallback>
          <p:pic>
            <p:nvPicPr>
              <p:cNvPr id="24628" name="Ink 5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1527038" y="5665596"/>
                <a:ext cx="314598" cy="2115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24629" name="Ink 5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157413" y="5721350"/>
              <a:ext cx="3781425" cy="395288"/>
            </p14:xfrm>
          </p:contentPart>
        </mc:Choice>
        <mc:Fallback>
          <p:pic>
            <p:nvPicPr>
              <p:cNvPr id="24629" name="Ink 5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2150934" y="5714864"/>
                <a:ext cx="3794384" cy="4082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24630" name="Ink 5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616075" y="6083300"/>
              <a:ext cx="4568825" cy="211138"/>
            </p14:xfrm>
          </p:contentPart>
        </mc:Choice>
        <mc:Fallback>
          <p:pic>
            <p:nvPicPr>
              <p:cNvPr id="24630" name="Ink 5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1609596" y="6076837"/>
                <a:ext cx="4581783" cy="2240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24631" name="Ink 5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311275" y="6005513"/>
              <a:ext cx="238125" cy="150812"/>
            </p14:xfrm>
          </p:contentPart>
        </mc:Choice>
        <mc:Fallback>
          <p:pic>
            <p:nvPicPr>
              <p:cNvPr id="24631" name="Ink 5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1304858" y="6000467"/>
                <a:ext cx="250958" cy="1609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24632" name="Ink 5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793875" y="6070600"/>
              <a:ext cx="155575" cy="252413"/>
            </p14:xfrm>
          </p:contentPart>
        </mc:Choice>
        <mc:Fallback>
          <p:pic>
            <p:nvPicPr>
              <p:cNvPr id="24632" name="Ink 5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1787437" y="6064128"/>
                <a:ext cx="168450" cy="2653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24633" name="Ink 5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120900" y="6088063"/>
              <a:ext cx="547688" cy="292100"/>
            </p14:xfrm>
          </p:contentPart>
        </mc:Choice>
        <mc:Fallback>
          <p:pic>
            <p:nvPicPr>
              <p:cNvPr id="24633" name="Ink 5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2114406" y="6081580"/>
                <a:ext cx="560677" cy="3050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24634" name="Ink 5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792413" y="6191250"/>
              <a:ext cx="376237" cy="146050"/>
            </p14:xfrm>
          </p:contentPart>
        </mc:Choice>
        <mc:Fallback>
          <p:pic>
            <p:nvPicPr>
              <p:cNvPr id="24634" name="Ink 5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2785926" y="6184775"/>
                <a:ext cx="389211" cy="15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24635" name="Ink 5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392488" y="6308725"/>
              <a:ext cx="171450" cy="50800"/>
            </p14:xfrm>
          </p:contentPart>
        </mc:Choice>
        <mc:Fallback>
          <p:pic>
            <p:nvPicPr>
              <p:cNvPr id="24635" name="Ink 5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3386032" y="6302331"/>
                <a:ext cx="184363" cy="635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24636" name="Ink 6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741738" y="6226175"/>
              <a:ext cx="320675" cy="185738"/>
            </p14:xfrm>
          </p:contentPart>
        </mc:Choice>
        <mc:Fallback>
          <p:pic>
            <p:nvPicPr>
              <p:cNvPr id="24636" name="Ink 6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3735260" y="6219658"/>
                <a:ext cx="333632" cy="1987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24637" name="Ink 6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184650" y="6269038"/>
              <a:ext cx="317500" cy="123825"/>
            </p14:xfrm>
          </p:contentPart>
        </mc:Choice>
        <mc:Fallback>
          <p:pic>
            <p:nvPicPr>
              <p:cNvPr id="24637" name="Ink 6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4178163" y="6262578"/>
                <a:ext cx="330474" cy="1367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24638" name="Ink 6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624388" y="6261100"/>
              <a:ext cx="106362" cy="182563"/>
            </p14:xfrm>
          </p:contentPart>
        </mc:Choice>
        <mc:Fallback>
          <p:pic>
            <p:nvPicPr>
              <p:cNvPr id="24638" name="Ink 6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4617876" y="6254606"/>
                <a:ext cx="119386" cy="1955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24639" name="Ink 6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889500" y="6288088"/>
              <a:ext cx="379413" cy="112712"/>
            </p14:xfrm>
          </p:contentPart>
        </mc:Choice>
        <mc:Fallback>
          <p:pic>
            <p:nvPicPr>
              <p:cNvPr id="24639" name="Ink 6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4883020" y="6281668"/>
                <a:ext cx="392372" cy="1255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24640" name="Ink 6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387975" y="6118225"/>
              <a:ext cx="993775" cy="338138"/>
            </p14:xfrm>
          </p:contentPart>
        </mc:Choice>
        <mc:Fallback>
          <p:pic>
            <p:nvPicPr>
              <p:cNvPr id="24640" name="Ink 6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5381496" y="6111750"/>
                <a:ext cx="1006733" cy="3510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24641" name="Ink 6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12713" y="4702175"/>
              <a:ext cx="2386012" cy="471488"/>
            </p14:xfrm>
          </p:contentPart>
        </mc:Choice>
        <mc:Fallback>
          <p:pic>
            <p:nvPicPr>
              <p:cNvPr id="24641" name="Ink 6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106234" y="4695721"/>
                <a:ext cx="2398970" cy="4843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24642" name="Ink 6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447800" y="6465888"/>
              <a:ext cx="1263650" cy="80962"/>
            </p14:xfrm>
          </p:contentPart>
        </mc:Choice>
        <mc:Fallback>
          <p:pic>
            <p:nvPicPr>
              <p:cNvPr id="24642" name="Ink 6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1441325" y="6459411"/>
                <a:ext cx="1276599" cy="939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24643" name="Ink 6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330325" y="6426200"/>
              <a:ext cx="1560513" cy="263525"/>
            </p14:xfrm>
          </p:contentPart>
        </mc:Choice>
        <mc:Fallback>
          <p:pic>
            <p:nvPicPr>
              <p:cNvPr id="24643" name="Ink 6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1323842" y="6419720"/>
                <a:ext cx="1573478" cy="2764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24644" name="Ink 6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040063" y="6467475"/>
              <a:ext cx="533400" cy="254000"/>
            </p14:xfrm>
          </p:contentPart>
        </mc:Choice>
        <mc:Fallback>
          <p:pic>
            <p:nvPicPr>
              <p:cNvPr id="24644" name="Ink 6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3033589" y="6460990"/>
                <a:ext cx="546348" cy="2669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24645" name="Ink 6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730625" y="6489700"/>
              <a:ext cx="941388" cy="296863"/>
            </p14:xfrm>
          </p:contentPart>
        </mc:Choice>
        <mc:Fallback>
          <p:pic>
            <p:nvPicPr>
              <p:cNvPr id="24645" name="Ink 6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3724148" y="6483231"/>
                <a:ext cx="954343" cy="3098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24646" name="Ink 7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73138" y="601663"/>
              <a:ext cx="219075" cy="128587"/>
            </p14:xfrm>
          </p:contentPart>
        </mc:Choice>
        <mc:Fallback>
          <p:pic>
            <p:nvPicPr>
              <p:cNvPr id="24646" name="Ink 7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966642" y="595106"/>
                <a:ext cx="232068" cy="1417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24647" name="Ink 7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-34925" y="4256088"/>
              <a:ext cx="2803525" cy="2247900"/>
            </p14:xfrm>
          </p:contentPart>
        </mc:Choice>
        <mc:Fallback>
          <p:pic>
            <p:nvPicPr>
              <p:cNvPr id="24647" name="Ink 7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-41407" y="4249610"/>
                <a:ext cx="2816489" cy="2260856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8991600" cy="6792675"/>
            <a:chOff x="0" y="65325"/>
            <a:chExt cx="89916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685800"/>
              <a:ext cx="8839200" cy="6172200"/>
              <a:chOff x="-323094" y="1131023"/>
              <a:chExt cx="14157700" cy="7781879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586248"/>
                <a:ext cx="14157700" cy="7326654"/>
                <a:chOff x="-323094" y="1586248"/>
                <a:chExt cx="14157700" cy="7326654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Rectangle 16"/>
          <p:cNvSpPr/>
          <p:nvPr/>
        </p:nvSpPr>
        <p:spPr>
          <a:xfrm>
            <a:off x="2438400" y="533400"/>
            <a:ext cx="46330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800" b="1" dirty="0" smtClean="0">
                <a:solidFill>
                  <a:srgbClr val="C00000"/>
                </a:solidFill>
                <a:latin typeface="Times New Roman" pitchFamily="18" charset="0"/>
              </a:rPr>
              <a:t>GSM Data Rate calculations </a:t>
            </a:r>
            <a:endParaRPr lang="en-US" sz="2800" b="1" dirty="0">
              <a:solidFill>
                <a:srgbClr val="C00000"/>
              </a:solidFill>
              <a:latin typeface="Times New Roman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57200" y="914400"/>
            <a:ext cx="8382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/>
            <a:r>
              <a:rPr lang="en-US" b="1" dirty="0" smtClean="0"/>
              <a:t>Date Rate Per User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Total no. of bits in a slot = 156.25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No. of Time Slots in a frame = 8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Therefore total no. bits per frame = 156.25 X 8 = 1250 bits/frame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In one second, total no. of frames transmitted = 1000/ 4.6 = 216.6 frames/sec</a:t>
            </a:r>
          </a:p>
          <a:p>
            <a:pPr marL="342900" indent="-342900"/>
            <a:r>
              <a:rPr lang="en-US" dirty="0" smtClean="0"/>
              <a:t>         (Where 4.6 ms is the time period of one frame)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Hence the data rate on channel = 216.6 X 1250 = 270.8 kbps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Data rate per user = 270.8/ 8 = 33.8 kbps</a:t>
            </a:r>
          </a:p>
          <a:p>
            <a:pPr marL="342900" indent="-342900"/>
            <a:r>
              <a:rPr lang="en-US" b="1" dirty="0" smtClean="0"/>
              <a:t>Gross Channel Data rate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Total no. of data bits transmitted per slot = 114 bits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Number of timeslots per multi-frame =24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Number of bits per multi-frame =24 X 114 bits= 2736 bits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Time duration of one multi-frame =120 ms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Gross data rate=2736 bits /120 ms= 22.8 kbps (for full rate)</a:t>
            </a:r>
          </a:p>
          <a:p>
            <a:pPr marL="3543300" lvl="7" indent="-342900"/>
            <a:r>
              <a:rPr lang="en-US" dirty="0" smtClean="0"/>
              <a:t>       = 11.4 kbps (for half rate)</a:t>
            </a:r>
            <a:endParaRPr lang="en-US" dirty="0"/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0" y="4876800"/>
            <a:ext cx="5172075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5602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243513" y="2295525"/>
              <a:ext cx="582612" cy="84138"/>
            </p14:xfrm>
          </p:contentPart>
        </mc:Choice>
        <mc:Fallback>
          <p:pic>
            <p:nvPicPr>
              <p:cNvPr id="25602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37019" y="2288940"/>
                <a:ext cx="595599" cy="973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5603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174875" y="4314825"/>
              <a:ext cx="34925" cy="4763"/>
            </p14:xfrm>
          </p:contentPart>
        </mc:Choice>
        <mc:Fallback>
          <p:pic>
            <p:nvPicPr>
              <p:cNvPr id="25603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68460" y="4307680"/>
                <a:ext cx="47755" cy="190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5604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208088" y="4359275"/>
              <a:ext cx="323850" cy="57150"/>
            </p14:xfrm>
          </p:contentPart>
        </mc:Choice>
        <mc:Fallback>
          <p:pic>
            <p:nvPicPr>
              <p:cNvPr id="25604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01546" y="4352723"/>
                <a:ext cx="336935" cy="702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5605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295775" y="3627438"/>
              <a:ext cx="830263" cy="431800"/>
            </p14:xfrm>
          </p:contentPart>
        </mc:Choice>
        <mc:Fallback>
          <p:pic>
            <p:nvPicPr>
              <p:cNvPr id="25605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289305" y="3621020"/>
                <a:ext cx="843202" cy="4446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5606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783513" y="2835275"/>
              <a:ext cx="1136650" cy="517525"/>
            </p14:xfrm>
          </p:contentPart>
        </mc:Choice>
        <mc:Fallback>
          <p:pic>
            <p:nvPicPr>
              <p:cNvPr id="25606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777034" y="2828810"/>
                <a:ext cx="1149607" cy="5304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5607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030788" y="3959225"/>
              <a:ext cx="3849687" cy="312738"/>
            </p14:xfrm>
          </p:contentPart>
        </mc:Choice>
        <mc:Fallback>
          <p:pic>
            <p:nvPicPr>
              <p:cNvPr id="25607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024308" y="3952732"/>
                <a:ext cx="3862646" cy="3257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5608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13188" y="3278188"/>
              <a:ext cx="5018087" cy="1017587"/>
            </p14:xfrm>
          </p:contentPart>
        </mc:Choice>
        <mc:Fallback>
          <p:pic>
            <p:nvPicPr>
              <p:cNvPr id="25608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906709" y="3271697"/>
                <a:ext cx="5031044" cy="10305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5609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5977175" y="16136938"/>
              <a:ext cx="0" cy="0"/>
            </p14:xfrm>
          </p:contentPart>
        </mc:Choice>
        <mc:Fallback>
          <p:pic>
            <p:nvPicPr>
              <p:cNvPr id="25609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5977175" y="16136938"/>
                <a:ext cx="0" cy="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0"/>
                                        <p:tgtEl>
                                          <p:spTgt spid="1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>
          <a:xfrm>
            <a:off x="76200" y="65325"/>
            <a:ext cx="9067800" cy="6855826"/>
            <a:chOff x="0" y="65325"/>
            <a:chExt cx="9067800" cy="6432478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504496"/>
              <a:ext cx="9067798" cy="5993307"/>
              <a:chOff x="-323093" y="902435"/>
              <a:chExt cx="14523851" cy="7556333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3" y="1357660"/>
                <a:ext cx="14523851" cy="7101108"/>
                <a:chOff x="-323093" y="1357660"/>
                <a:chExt cx="14523851" cy="7101108"/>
              </a:xfrm>
            </p:grpSpPr>
            <p:sp>
              <p:nvSpPr>
                <p:cNvPr id="9" name="Half Frame 8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16200000">
                  <a:off x="-262063" y="6520234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5400000">
                  <a:off x="12703555" y="1296630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186294" y="6961565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" name="Half Frame 7"/>
              <p:cNvSpPr/>
              <p:nvPr/>
            </p:nvSpPr>
            <p:spPr>
              <a:xfrm rot="5400000">
                <a:off x="12379305" y="794279"/>
                <a:ext cx="1341921" cy="1558233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6" name="image96.png"/>
          <p:cNvPicPr/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5892" y="1482242"/>
            <a:ext cx="6991913" cy="39285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1"/>
  <p:tag name="MMPROD_UIDATA" val="&lt;database version=&quot;11.0&quot;&gt;&lt;object type=&quot;1&quot; unique_id=&quot;10001&quot;&gt;&lt;object type=&quot;8&quot; unique_id=&quot;12274&quot;&gt;&lt;/object&gt;&lt;object type=&quot;2&quot; unique_id=&quot;12275&quot;&gt;&lt;object type=&quot;3&quot; unique_id=&quot;12276&quot;&gt;&lt;property id=&quot;20148&quot; value=&quot;5&quot;/&gt;&lt;property id=&quot;20300&quot; value=&quot;Slide 1 - &amp;quot;Wireless and Mobile Communication (UEC 804) &amp;quot;&quot;/&gt;&lt;property id=&quot;20307&quot; value=&quot;268&quot;/&gt;&lt;/object&gt;&lt;object type=&quot;3&quot; unique_id=&quot;12277&quot;&gt;&lt;property id=&quot;20148&quot; value=&quot;5&quot;/&gt;&lt;property id=&quot;20300&quot; value=&quot;Slide 2&quot;/&gt;&lt;property id=&quot;20307&quot; value=&quot;269&quot;/&gt;&lt;/object&gt;&lt;object type=&quot;3&quot; unique_id=&quot;12278&quot;&gt;&lt;property id=&quot;20148&quot; value=&quot;5&quot;/&gt;&lt;property id=&quot;20300&quot; value=&quot;Slide 3 - &amp;quot;Topics covered in previous modules&amp;quot;&quot;/&gt;&lt;property id=&quot;20307&quot; value=&quot;270&quot;/&gt;&lt;/object&gt;&lt;object type=&quot;3&quot; unique_id=&quot;12279&quot;&gt;&lt;property id=&quot;20148&quot; value=&quot;5&quot;/&gt;&lt;property id=&quot;20300&quot; value=&quot;Slide 4&quot;/&gt;&lt;property id=&quot;20307&quot; value=&quot;257&quot;/&gt;&lt;/object&gt;&lt;object type=&quot;3&quot; unique_id=&quot;12280&quot;&gt;&lt;property id=&quot;20148&quot; value=&quot;5&quot;/&gt;&lt;property id=&quot;20300&quot; value=&quot;Slide 5&quot;/&gt;&lt;property id=&quot;20307&quot; value=&quot;258&quot;/&gt;&lt;/object&gt;&lt;object type=&quot;3&quot; unique_id=&quot;12281&quot;&gt;&lt;property id=&quot;20148&quot; value=&quot;5&quot;/&gt;&lt;property id=&quot;20300&quot; value=&quot;Slide 6&quot;/&gt;&lt;property id=&quot;20307&quot; value=&quot;259&quot;/&gt;&lt;/object&gt;&lt;object type=&quot;3&quot; unique_id=&quot;12282&quot;&gt;&lt;property id=&quot;20148&quot; value=&quot;5&quot;/&gt;&lt;property id=&quot;20300&quot; value=&quot;Slide 7&quot;/&gt;&lt;property id=&quot;20307&quot; value=&quot;260&quot;/&gt;&lt;/object&gt;&lt;object type=&quot;3&quot; unique_id=&quot;12283&quot;&gt;&lt;property id=&quot;20148&quot; value=&quot;5&quot;/&gt;&lt;property id=&quot;20300&quot; value=&quot;Slide 10&quot;/&gt;&lt;property id=&quot;20307&quot; value=&quot;261&quot;/&gt;&lt;/object&gt;&lt;object type=&quot;3&quot; unique_id=&quot;12284&quot;&gt;&lt;property id=&quot;20148&quot; value=&quot;5&quot;/&gt;&lt;property id=&quot;20300&quot; value=&quot;Slide 13&quot;/&gt;&lt;property id=&quot;20307&quot; value=&quot;262&quot;/&gt;&lt;/object&gt;&lt;object type=&quot;3&quot; unique_id=&quot;12934&quot;&gt;&lt;property id=&quot;20148&quot; value=&quot;5&quot;/&gt;&lt;property id=&quot;20300&quot; value=&quot;Slide 14&quot;/&gt;&lt;property id=&quot;20307&quot; value=&quot;271&quot;/&gt;&lt;/object&gt;&lt;object type=&quot;3&quot; unique_id=&quot;12971&quot;&gt;&lt;property id=&quot;20148&quot; value=&quot;5&quot;/&gt;&lt;property id=&quot;20300&quot; value=&quot;Slide 8&quot;/&gt;&lt;property id=&quot;20307&quot; value=&quot;272&quot;/&gt;&lt;/object&gt;&lt;object type=&quot;3&quot; unique_id=&quot;13624&quot;&gt;&lt;property id=&quot;20148&quot; value=&quot;5&quot;/&gt;&lt;property id=&quot;20300&quot; value=&quot;Slide 9&quot;/&gt;&lt;property id=&quot;20307&quot; value=&quot;273&quot;/&gt;&lt;/object&gt;&lt;object type=&quot;3&quot; unique_id=&quot;13625&quot;&gt;&lt;property id=&quot;20148&quot; value=&quot;5&quot;/&gt;&lt;property id=&quot;20300&quot; value=&quot;Slide 11&quot;/&gt;&lt;property id=&quot;20307&quot; value=&quot;274&quot;/&gt;&lt;/object&gt;&lt;object type=&quot;3&quot; unique_id=&quot;13626&quot;&gt;&lt;property id=&quot;20148&quot; value=&quot;5&quot;/&gt;&lt;property id=&quot;20300&quot; value=&quot;Slide 12&quot;/&gt;&lt;property id=&quot;20307&quot; value=&quot;275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435</Words>
  <Application>Microsoft Office PowerPoint</Application>
  <PresentationFormat>On-screen Show (4:3)</PresentationFormat>
  <Paragraphs>56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Times New Roman</vt:lpstr>
      <vt:lpstr>Office Theme</vt:lpstr>
      <vt:lpstr>5G WIRELESS COMMUNICATION  (UEC 719) </vt:lpstr>
      <vt:lpstr>Topics covered in previous modules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Wireless and Mobile Communication (UEC 804) </dc:title>
  <dc:creator>Surbhi Sharma</dc:creator>
  <cp:lastModifiedBy>ti</cp:lastModifiedBy>
  <cp:revision>19</cp:revision>
  <dcterms:created xsi:type="dcterms:W3CDTF">2020-05-23T08:25:04Z</dcterms:created>
  <dcterms:modified xsi:type="dcterms:W3CDTF">2025-09-10T04:07:46Z</dcterms:modified>
</cp:coreProperties>
</file>