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351" r:id="rId4"/>
    <p:sldId id="302" r:id="rId5"/>
    <p:sldId id="360" r:id="rId6"/>
    <p:sldId id="361" r:id="rId7"/>
    <p:sldId id="352" r:id="rId8"/>
    <p:sldId id="355" r:id="rId9"/>
    <p:sldId id="317" r:id="rId10"/>
    <p:sldId id="318" r:id="rId11"/>
    <p:sldId id="321" r:id="rId12"/>
    <p:sldId id="322" r:id="rId13"/>
    <p:sldId id="332" r:id="rId14"/>
    <p:sldId id="333" r:id="rId15"/>
    <p:sldId id="334" r:id="rId16"/>
    <p:sldId id="35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87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420" units="cm"/>
          <inkml:channel name="Y" type="integer" max="111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628.47894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02T04:23:06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16968 5514 65 0,'-20'23'-1'0,"14"-11"1"16,0-4 0-16,3-1 0 15,-2 2 0-15,3-1 0 16,-3-1 1-16,5 2 1 16,-6-1 4-16,5-1 0 15,1 5-3-15,7 2 0 16,0 5-1-16,22 0 1 16,10 1-1-16,20-8 1 15,16-5-3-15,29-5 0 16,31-7 0-16,3 1 0 15,13-4 0-15,6 1 1 16,11 2 0-16,3-2 0 16,6 3-1-16,5-1 0 0,4-7 0 15,-8 4 0-15,4-3 0 16,2 8 1-16,5 3-1 16,-17-2 0-16,-8 2 1 15,-15-3 1-15,-19 3-1 16,-6 3 0-16,-10-3-1 15,-25 3 1-15,-20 3 3 0,-9 2 1 16,-12 3-5-16,-7 1 1 16,-8 0 1-16,-11 0 0 15,-4 0-2-15,-3 0 1 16,-2-4-1-16,-6-1 0 16,-6-7 0-16,-1 3 0 15,0 3 0-15,0-6 0 16,0 0-4-16,0 0 1 15,0 0-78-15</inkml:trace>
  <inkml:trace contextRef="#ctx0" brushRef="#br0" timeOffset="1290.8799">2861 6812 44 0,'5'-4'0'16,"2"-1"1"-16,27 5 1 0,14 4 0 15,5-4 0-15,4 3 0 16,10-1 0-16,6-2-1 16,5-2 1-16,11-1-1 15,30-1 0-15,19-5 0 16,-2-3 0-16,1 2 0 15,-4 5 0-15,-8-2 0 16,3 4 0-16,-3 1 0 16,1 2 0-16,-8 3 0 0,3-1 1 15,-6-2-1-15,9 0 1 16,-1 4-1-16,-2-11 1 16,-3-2 0-16,4 4 0 15,8-5-1-15,-1-2 1 16,1-2-1-16,-9 2 1 15,-13 0-1-15,3 2 1 16,5-2 0-16,-8 3 0 16,-12-3-1-16,5 2 1 15,-11-1-1-15,3 5 1 16,-9-3-1-16,-8 2 1 16,-11-5-1-16,-9 4 1 15,-9-4-1-15,-19 3 0 16,-9 6 0-16,-4-1 1 15,-1 1-1-15,-7-1 0 16,-1 2-1-16,1 2 1 16,0-3-1-16,0-7 0 15,1 1-82-15</inkml:trace>
  <inkml:trace contextRef="#ctx0" brushRef="#br0" timeOffset="4231.82">4861 8155 65 0,'0'0'0'0,"0"0"-1"16,0 0 0-16,0 0 0 15,0 0 0-15,-1 6 1 0,1-6 0 16,-4 5 0-16,4-5 0 15,0 0 1-15,0 0 0 16,0 0 0-16,0 0 0 16,0 0 0-16,0 0 0 15,5 0 0-15,18-2 0 16,16-1-1-16,1-3 1 16,8 3 0-16,7 3 0 15,6-3-1-15,1 3 1 16,5 0-1-16,1 3 1 15,7-3-1-15,1 3 1 16,3 6-1-16,5-4 0 16,4 2 0-16,-20-2 1 15,-12-1-1-15,-9-1 1 16,-12 1 0-16,2 4 0 16,-6-1 0-16,-6 2 0 15,-6-4 0-15,-5 2 0 0,-5-6 0 16,-3 6 0-16,1-2 0 15,6 2 0-15,-3 0 0 16,-1-2 0-16,-2-1-1 16,2-1 1-16,-2 2-1 15,-2-1 1-15,2-1-1 16,-6-3 0-16,-1 2 0 16,0-2 0-16,7 0 0 15,-7 0 0-15,0 0 0 16,0 0 0-16,0 1 0 0,0-1 0 15,7 6 0-15,-1-3 0 16,-3 0 0-16,2 3 0 16,6 2 0-16,-2-1 0 15,-2 0 0-15,0-2 0 16,-2 0 0-16,3 2 0 16,-1-3-1-16,14-3 1 15,13 1-3-15,4-9 1 16,-2-1-58-16</inkml:trace>
  <inkml:trace contextRef="#ctx0" brushRef="#br0" timeOffset="6726.39">13736 8089 54 0,'11'0'0'16,"3"0"0"-16,0 1 1 15,8 3 2-15,4-1 0 16,1 2 0-16,9-1 1 16,10 3-3-16,2-6 1 15,8 3-2-15,-4-1 0 16,-4 1 0-16,13-4 0 16,8 3 1-16,19-3 1 15,9 3-2-15,-8-1 0 16,-2-2 0-16,-1 4 0 15,-2-1 0-15,-10-1 0 16,3 5 1-16,-11-4 0 16,-4-1-1-16,-1-1 0 0,1 1 0 15,6 2 0-15,4-4 0 16,-6 0 1-16,-5 0-1 16,4-6 1-16,-4 3-1 15,3-4 0-15,3 2 0 16,-6-4 1-16,7 6-1 15,-7 0 1-15,0-1-1 16,-6 1 0-16,-2-1 0 16,-10 3 1-16,-3-3-1 0,2 4 0 15,5-3 0-15,-1 3 0 16,-3 0 0-16,3 0 0 16,1 0 0-16,-4 0 0 15,-1-2 0-15,4 0 1 16,-5 2-1-16,5-1 0 15,-3 1 0-15,-3-4 0 16,1 1 0-16,-1-1 0 16,-5 3 0-16,1-3 0 15,-3 4 1-15,2-3 0 16,-3 3-1-16,2-2 0 16,0 2 0-16,2-2 0 15,3 1 0-15,-5-3 0 16,0 4 0-16,-1 0 0 15,-4 0 0-15,3 0 1 16,-3-3-1-16,5-1 0 16,0 2 0-16,-2-4 1 0,-4-1 0 15,5 2 0-15,-3 1-1 16,-1-1 1-16,3-2-2 16,1 2 1-16,-5 2 0 15,1 3 0-15,4 0 0 16,-5 0 0-16,4 3-1 15,-4-3 1-15,5 3 0 16,-4-3 0-16,3 0 0 0,-3-1 0 16,5-1 2-16,-5 2 1 15,4 0-3-15,0 2 1 16,1 5-2-16,0-4 1 16,-2-1 0-16,-1 5 0 15,1-4 0-15,2 0 0 16,0 1 0-16,-5-2 1 15,4 1-1-15,8-3 1 16,0 3-1-16,1-1 0 16,11 2 0-16,-5-1 1 15,5 2-1-15,9-1 1 16,8 3-1-16,-4-7 1 16,-3 0-1-16,-2 1 0 15,-1 3-1-15,-3-1 1 16,1 1 0-16,-4 1 0 15,-5 2 0-15,-8-7 0 16,-7 0 0-16,7 0 0 16,5 0 0-16,4 1 0 0,10 3 0 15,-19-3 0-15,-2-1 0 16,-4 2 1-16,0 2-1 16,-7-1 0-16,-9 0-5 15,-4 3 0-15,-1-3-56 16</inkml:trace>
  <inkml:trace contextRef="#ctx0" brushRef="#br0" timeOffset="7371.21">20754 8102 29 0,'49'2'0'16,"32"3"8"-16,22-5 1 16,26-3-5-16,-6-1 1 15,0 3 1-15,1-3 1 16,2 4-4-16,-11 0 0 16,-9 0 3-16,-1 0 1 15,-8 4-6-15,-8 4 1 16,-8 2-11-16,-6 8 1 15,0-3-41-15</inkml:trace>
  <inkml:trace contextRef="#ctx0" brushRef="#br0" timeOffset="15103.1">5332 9395 68 0,'0'0'0'16,"20"0"0"-16,-14 0 0 16,-6-4 0-16,0 4 0 15,-8 0 0-15,3 0 0 16,5 4 0-16,0-4 0 16,0 3 0-16,15 0 0 15,22 6 1-15,6-4 0 16,24 4 0-16,1-2 0 15,8-4 0-15,8 0 0 16,3-1 0-16,20 0 1 16,10 0 0-16,-21-4 0 15,-8-3 0-15,-13 3 0 16,-21 2 0-16,-12 2 1 16,-21-1-1-16,5-1 1 15,-6 0-2-15,-6 0 1 0,0 2-1 16,-6 0 1-16,-1 0-2 15,-2 1 1-15,1-3-1 16,-3 0 1-16,-3 0-1 16,0 0 1-16,0 0-1 15,0 0 1-15,0 0-1 16,0 0 1-16,5 0-1 0,1 0 1 16,-5 0-1-16,-1 0 1 15,4 0-1-15,-4 0 0 16,0 0 0-16,0 0 0 15,0 0 0-15,0 0 0 16,2 0 0-16,-2 0 1 16,5 2-1-16,-5-2 1 15,2 3-1-15,-2-3 1 16,7 2-1-16,-7-2 0 16,1 0 0-16,-1 0 0 15,0 0 0-15,0 0 1 16,0 0-1-16,0 0 1 15,4 0-1-15,-4 0 1 16,2 0-1-16,-2 0 0 16,0 0 0-16,0 0 0 15,0 0 0-15,0 0 0 16,0 0 0-16,0 0 0 16,5 5-1-16,-3-1 0 15,-1-3-4-15,4 3 1 0,-5-1-69 16</inkml:trace>
  <inkml:trace contextRef="#ctx0" brushRef="#br0" timeOffset="16066.6">7796 9407 31 0,'0'0'0'15,"0"0"1"-15,0 0 1 16,0 0 2-16,6 0 0 16,2 3 3-16,20 0 0 15,12 3-4-15,2-3 1 16,16-3-2-16,5 0 1 16,6-3-1-16,3 3 1 15,-1 0-1-15,3-6 0 16,1 3 0-16,5 0 0 0,4 3-1 15,-36-4 1-15,-16 4-1 16,-8 0 1-16,-12 0-1 16,-1 0 1-16,-2 4-1 15,-8-4 1-15,3 0 0 16,-4 0 0-16,0 0 0 16,0 0 0-16,0 0-1 15,0 0 1-15,2 0 0 16,-2 0 0-16,5 0-1 15,-5 0 0-15,0 0 0 0,0 0 0 16,0 0-1-16,0 0 1 16,3 0-1-16,-3 0 0 15,0 0-4-15,0 0 1 16,0 0-72-16</inkml:trace>
  <inkml:trace contextRef="#ctx0" brushRef="#br0" timeOffset="17836.75">17125 9451 31 0,'8'2'0'0,"5"0"-20"15</inkml:trace>
  <inkml:trace contextRef="#ctx0" brushRef="#br0" timeOffset="19065.8298">17091 9474 55 0,'7'-4'0'0,"7"1"0"16,-7 1 1-16,-1 0 1 0,1 2 1 16,0 4 0-16,8-1 0 15,10 1-1-15,3-1 1 16,5 2 0-16,3-1 0 16,10 1-2-16,-4-2 0 15,6 1-1-15,6-1 1 16,7 2 0-16,13 4 0 15,9 4 2-15,-6-1 0 16,3 0-2-16,-5-3 1 16,4-6-1-16,-4 3 1 15,-5-1-2-15,3 0 0 16,-3 0 0-16,5-5 1 16,1 0-1-16,3 0 1 15,-2 3 0-15,-3-3 0 16,3 4-1-16,3-2 1 15,1 1-1-15,-5 1 1 16,-1-4 0-16,0 0 1 16,-1 0-2-16,1-4 0 0,1-5 0 15,-1 3 0-15,-1-1 0 16,-5-2 1-16,-1-1-1 16,6-4 0-16,-1-1 0 15,4-1 0-15,-1 3 0 16,-2 1 0-16,-1 0 0 15,-3 0 0-15,-1-2 0 16,5 2 1-16,-1 1-1 0,-5-1 0 16,-5 2 0-16,-8 2 0 15,-8-4 0-15,-1 0 0 16,-4-4 0-16,1 1 0 16,-3-3 0-16,2 0 1 15,2-6-1-15,-13 5 0 16,-5 3 0-16,6-1 1 15,-3 0-1-15,-1-2 0 16,-2-5 0-16,1-3 1 16,-5-4 0-16,-1 1 1 15,-2 3-1-15,-5 3 0 16,-1 0 0-16,-5 0 0 16,-2-2-1-16,0-1 0 15,1-2 2-15,-7 5 0 16,0 0-2-16,-5-1 1 15,2 0-1-15,-8-1 1 16,3 2-1-16,-12-3 1 16,-6-4-1-16,4 3 0 15,-6 1 0-15,-5-1 0 16,-8 3 0-16,-6 0 0 0,-3 1 1 16,-4 0 0-16,-4 2-1 15,1-5 0-15,-4 1 0 16,0 4 0-16,-2 1 0 15,-17-3 0-15,-15 0 0 16,12 5 0-16,-3 0 0 16,8 5 0-16,-1 2 0 15,-4 6 0-15,1-1 0 0,0 2 0 16,0-2 0-16,-6-2 0 16,-1 1 0-16,-1-3 0 15,-1-1 0-15,7 2 0 16,-3 3-1-16,-3-1 0 15,-6 4 0-15,1 1 1 16,5 3-2-16,-4 3 1 16,-2-3 0-16,2 4 0 15,5-1 1-15,5 6 0 16,4-1-1-16,-1 4 0 16,6 0 0-16,0 0 1 15,7 0-1-15,14 4 1 16,13-4-1-16,-7 6 0 15,1 3-1-15,-1 3 1 16,-1-2-1-16,-4 4 1 16,5 2 1-16,2-6 0 0,3 2-1 15,3 5 0-15,-1 4 0 16,7 8 0-16,-1 5 1 16,0 4 0-16,2 5 0 15,-1-4 1-15,7 1-1 16,-1-4 0-16,2 0 1 15,3 0 0-15,-2 4 0 16,6-4 1-16,9 1 0 16,5-1 0-16,6 1-2 15,13-7 0-15,14 0-4 16,23 1 0-16,-2-4-69 0</inkml:trace>
  <inkml:trace contextRef="#ctx0" brushRef="#br0" timeOffset="34214.01">17404 10659 61 0,'0'0'0'15,"0"0"0"-15,0 0 0 16,0 0 0-16,0 0 0 16,0 0 0-16,0 0 1 15,0 0-1-15,0 0 1 16,-13 18 4-16,12-8 0 16,1 4-2-16,10-6 0 15,13 1-2-15,6-6 0 16,10-3 0-16,6 2 1 15,13 3 1-15,3-5 0 16,7 4-2-16,9-4 1 16,11-4 1-16,-7 4 1 15,-5 4-4-15,-8-1 1 16,-8 6 0-16,-11-8 0 16,-13 3-1-16,-10-1 1 15,-13 1 0-15,-1-4 0 16,-11 1 4-16,6-1 0 0,-7 0-5 15,6 0 0-15,-5 0 0 16,-1 0 1-16,0 0 0 16,0 0 1-16,0 0-2 15,0 0 1-15,0 0-1 16,0 0 1-16,0 0-1 16,0 0 0-16,0 0 0 15,0 0 1-15,0 0-1 0,0 0 1 16,0 0-1-16,0 0 0 15,2 2 1-15,-2-2 0 16,0 3-1-16,0-3 0 16,0 6 0-16,0-6 0 15,0 0 0-15,5 0 0 16,1 0 0-16,-5 0 1 16,5 5-1-16,1-2 0 15,-2 1 0-15,4-1 0 16,-1 0 0-16,3 3 1 15,-3-6-1-15,-8 3 0 16,2-1 0-16,3-1 0 16,-5 5 0-16,0-6 0 15,2 3 0-15,-2-3 0 16,0 0-8-16,0 0 1 16,0 2-29-16,0-2 0 15,0 0 18-15</inkml:trace>
  <inkml:trace contextRef="#ctx0" brushRef="#br0" timeOffset="35130.4">20905 10898 61 0,'20'-2'0'15,"13"1"1"-15,16-5 1 16,12 1-1-16,40 0 1 15,23 2-1-15,10 1 1 16,16 2-2-16,-5-2 1 0,5 1 2 16,-6 1 0-16,5 3-2 15,-6 0 1-15,1 3-1 16,-15-3 1-16,-12 2 1 16,-17 0 0-16,-18 2-2 15,-7 2 1-15,-14 1-2 16,-13-1 0-16,-9 3-15 15,-17-2 0-15,5 0-24 0</inkml:trace>
  <inkml:trace contextRef="#ctx0" brushRef="#br0" timeOffset="36932.03">2669 12154 73 0,'0'0'0'16,"0"0"0"-16,0 0 0 15,0 0 0-15,0 0 0 16,0 0 0-16,0 0 0 16,0 0 0-16,0 0 0 0,0 0 0 15,0 0 0-15,0 0 0 16,0 0 0-16,0 0 0 16,0 0 1-16,0 0 0 15,0 0 0-15,0 0 0 16,0 0 1-16,0 0-1 15,0 0 0-15,0 0-1 16,0 0 1-16,0 0-1 16,0 0 1-16,0 0 0 0,0 0 0 15,0 0 0-15,0 0 0 16,0 0-1-16,0 0 1 16,0 0-1-16,0 0 1 15,0 0-1-15,0 0 1 16,21 0-1-16,-8 2 1 15,0 0-1-15,1 1 1 16,6 4-1-16,-1-2 1 16,-4 2-1-16,6-2 0 15,0 2 0-15,14-5 0 16,9-1 0-16,-8 1 0 16,-2 0 0-16,9-6 0 15,4-2 0-15,6-3 0 16,8 6 0-16,-4-3 0 15,2 5 0-15,-3 1 0 16,4 0 0-16,6 0 0 16,2 1 0-16,0-1 0 15,2 2 0-15,-8-2 1 0,1-2-1 16,5-1 1-16,5-4-1 16,16 0 1-1,11 0 0-15,-17 1 0 0,-1-1 0 16,-19 1 0-16,-16-4 0 15,6 5 0-15,2-2-1 16,-1 4 1-16,-1 3-1 16,-4-2 1-16,-6 2-1 15,3-3 0-15,-10-1 0 0,11 2 0 16,6 1 0-16,-5-1 0 16,1 2 0-16,5 0 0 15,-1 0 0-15,-6-3 0 16,-11-1 0-16,4 1 1 15,-6 1-1-15,-5-3 1 16,-4 3-1-16,3 2 1 16,-2 0-1-16,0 0 1 15,-3 2-1-15,4 0 1 16,0 1-1-16,-5-3 1 16,3 0-1-16,1 0 1 15,5-3-1-15,-5 1 1 16,1 0-1-16,2 0 1 15,3-1-1-15,-5 0 0 16,0 3 0-16,-1-4 0 16,-5 2-2-16,1 2 1 15,-2 0-3-15,1 0 1 0,-1 0-70 16</inkml:trace>
  <inkml:trace contextRef="#ctx0" brushRef="#br0" timeOffset="38238.1199">10923 12046 88 0,'0'0'0'15,"0"0"0"-15,-3 0 1 16,-15 0-1-16,10 0 1 16,-5 0 0-16,5 0 0 15,-3 0-1-15,11 0 1 16,0 5 0-16,26 0 0 0,15 4 0 16,7-7 1-16,13-1-1 15,18-2 0-15,10-1 0 16,22-5 0-16,20-1 0 15,-3-1 0-15,-5-1 0 16,-13-1 1-16,-5 5-1 16,-21-3 1-16,-9 6-1 15,-7 3 0-15,-14 5 0 16,-20-4 0-16,-20 5-1 16,6-5 1-16,-5 3-2 0,-2-1 1 15,-7 2-3-15,7 2 0 16,-3 0-74-16</inkml:trace>
  <inkml:trace contextRef="#ctx0" brushRef="#br0" timeOffset="39063.28">18270 11895 83 0,'7'7'0'16,"11"5"0"-16,-23-10 0 15,-9-7-1-15,0 5 1 16,-6-6-1-16,7 5 1 16,-1-1-1-16,5 2 1 15,-2 2-1-15,6 5 1 0,5-1 1 16,5 3 0-16,8 3 0 15,16-7 1-15,15-1 0 16,13-1 0-16,18-3 0 16,28 0 1-16,32-3-2 15,1 1 1-15,8 0 1 16,6 2 1-16,0 2-1 16,0 3 0-16,-2-2 2 0,2 6 0 15,0-2-1-15,-7 1 0 16,0 1-4-16,-20 3 1 15,-10-2 0-15,-14 2 0 16,-10 0 0-16,-2-1 1 16,-8-1-3-16,-15 2 1 15,-10-3-42-15,-6 1 1 16,-1 0 18-16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420" units="cm"/>
          <inkml:channel name="Y" type="integer" max="111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628.47894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02T04:42:16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15456 5739 48 0,'0'0'0'16,"0"0"0"-16,0 0 0 15,0 0 0-15,0 0 0 16,36 15 2-16,-8-3 1 15,4 2-3-15,2 2 1 16,1-1 1-16,4-3 1 16,3 4-3-16,6-8 1 15,6-1 0-15,8-2 1 16,6-8 2-16,22-18 1 16,22-11-4-16,-6-18 1 15,8-10-1-15,-5-6 0 16,-2-7 2-16,-10 7 1 15,-1 3 1-15,-14 5 0 16,-7 1-4-16,-8 4 1 16,-6 3-1-16,-11 4 1 0,-3 6-2 15,-7 13 0-15,-8 13-31 16,-3-1 0-16,5 3 14 16</inkml:trace>
  <inkml:trace contextRef="#ctx0" brushRef="#br0" timeOffset="1067.25">15525 11801 112 0,'6'1'0'0,"4"1"0"0,-10-2 0 16,-9 0-1-16,4 0 1 16,2 0-1-16,-3 7 1 15,1-2-2-15,4 7 0 16,-1 7 1-16,2-2 1 15,2 6-1-15,4-3 0 16,0 2 1-16,2 1 0 16,6-1 0-16,6-10 1 15,7-9 3-15,12-6 0 16,4-9-3-16,17-15 1 16,11-9-1-16,29-23 0 15,10-13-1-15,-1 12 0 16,6-2 0-16,-12 6 0 15,-3 1-5-15,-18 10 1 16,0 0-73-16</inkml:trace>
  <inkml:trace contextRef="#ctx0" brushRef="#br0" timeOffset="1096.27">16807 11366 36 0,'5'-15'0'15,"2"-4"-24"-15</inkml:trace>
  <inkml:trace contextRef="#ctx0" brushRef="#br0" timeOffset="5811.22">19781 5573 64 0,'0'0'0'0,"0"0"0"15,0 0 0-15,-13-23 0 16,6 11 0-16,-1 4 1 16,-6-4 0-16,-4 0 2 15,4 0 0-15,0 0 2 16,-5 0 0-16,-5 5-5 15,1 2 1-15,2-4-1 16,-1 2 0-16,-1 0 1 0,-3 2 0 16,-2 2 1-16,-4 1 1 15,3 0-2-15,-3 2 1 16,-1 0-2-16,4 2 0 16,-3 3 0-16,-3-1 0 15,-5-1 1-15,5 2 0 16,6 2 0-16,-13 5 0 15,-5 2-1-15,1 1 1 16,3 1-1-16,4 2 0 16,5 7 1-16,-5 0 0 15,10 6-1-15,-12 5 1 16,7 7-1-16,0-7 1 16,7 0-1-16,-7 4 0 15,0 3 0-15,0 5 1 16,0 3-1-16,4 1 0 15,-2 4 0-15,12-1 0 16,-7 0 0-16,12-10 0 0,2-2 1 16,1 5 0-16,5 0 0 15,6 3 0-15,1 4-1 16,5 0 1-16,2-3 0 16,1-8 0-16,8 1-1 15,3-6 0-15,8-1 0 16,0-2 0-16,1 0 0 15,5 4 1-15,2-1-1 16,4-3 1-16,-3-3 0 0,4 1 0 16,1-1-1-16,13 3 1 15,14-2-1-15,-7-5 0 16,0-10 1-16,1-4 0 16,1-3 0-16,-3-3 0 15,-6-6 1-15,0-4 0 16,-6-8 1-16,7 1 0 15,-1-10-3-15,-4 0 1 16,3-3-1-16,-6-3 1 16,-11-4 0-16,3-6 1 15,-5-2-1-15,0-8 1 16,0-3-1-16,1 3 1 16,5 1-2-16,-5-2 1 15,0 6 0-15,-9-13 0 16,-1 1 0-16,-8-8 0 15,-5-1-1-15,-3 4 0 16,2 1 0-16,-10-5 1 16,-2-2-1-16,1-3 1 0,0-2-1 15,-7 0 0-15,-6 3 0 16,-1 8 0-16,-8 4 0 16,-11-3 0-16,-9 4 0 15,-2 3 0-15,-3 3-1 16,-3 4 1-16,-10 3-7 15,18 7 0-15,-1 4-87 16</inkml:trace>
  <inkml:trace contextRef="#ctx0" brushRef="#br0" timeOffset="11366.19">18905 3112 31 0,'0'0'0'16,"0"0"-20"-16</inkml:trace>
  <inkml:trace contextRef="#ctx0" brushRef="#br0" timeOffset="12266.08">18984 3160 51 0,'8'0'0'15,"12"-4"1"-15,-1 4 1 16,3 0-1-16,-1-7 1 16,4-1 1-16,-3 3 1 15,-1-6-2-15,5-1 0 0,-5 0 0 16,0-5 0-16,-1 2-1 16,-5-6 1-16,-1 2 1 15,-2-8 1-15,-5-1-3 16,4-1 1-16,-4 2 1 15,-4-4 0-15,3 3-1 16,-6 1 0-16,-6 1-1 0,5-1 0 16,-6-4-1-16,-6-5 1 15,-2-4-1-15,-3 4 1 16,3 4-1-16,-6-3 1 16,1 6 0-16,-1 2 1 15,6 8 1-15,1 1 0 16,2 3-3-16,6 8 0 15,-1 2 0-15,0 5 0 16,2 2 0-16,2 8 0 16,-4 2 0-16,-4 16 0 15,-4 16 0-15,4-11 0 16,2 1 0-16,1 6 0 16,-3 4 0-16,3-1 1 15,-5 2-1-15,3 13 0 16,-6 6 0-16,2 4 0 15,0 6 0-15,0-10 0 16,6-4 0-16,-6 6 1 16,0 10-1-16,1-4 1 0,5 0-1 15,-3-8 0-15,4-6 0 16,-1 7 1-16,-5 6-1 16,-2 16 0-16,-5 8 0 15,7-32 0-15,6-18 0 16,0 1 0-16,1-1 0 15,1-9 0-15,3-5 0 16,2-2 1-16,-5-5-1 0,5-2 1 16,0-1 0-1,0-6 0-15,5-3-1 0,-5-5 0 16,-5-2 0-16,5-5 1 16,7-5 1-16,2-5 1 15,-2-7-2-15,2-8 0 16,-2-2-1-16,6-4 1 15,1-5-1-15,0 0 0 16,6-7 0-16,-1 4 1 16,3-3 0-16,10 0 0 15,4-5-1-15,-4 15 0 16,-4 4 0-16,-6 11 1 16,-9 7-1-16,-5 5 0 15,-1 5-1-15,-1 3 1 16,-1 2 0-16,-4 11 0 15,1 1 0-15,3 14 0 16,-5 8 0-16,6-3 0 16,-5-3 0-16,5 1 0 15,2-5-3-15,3-1 1 16,3-4-6-16,2-5 1 0,4-4-10 16,0-6 0-16,-1-1-32 15</inkml:trace>
  <inkml:trace contextRef="#ctx0" brushRef="#br0" timeOffset="13135.3498">19310 4584 64 0,'0'0'0'16,"1"-3"0"-16,5-1 1 15,-3-1-1-15,8-2 1 16,-1-5 0-16,2-3 0 15,2-2 1-15,-2-6 1 16,2-4-2-16,2 1 1 16,2-5 1-16,-4-1 0 15,-6-3-3-15,3-1 1 16,-8 0-1-16,4 3 1 16,4 3 0-16,-8 2 0 15,2 4-1-15,1 4 1 16,-6 1 0-16,0 1 0 15,0 8 0-15,0-2 1 16,0 4-1-16,0 4 0 16,-2-1-1-16,4 2 0 15,-2 3 0-15,0 0 0 16,0 3-1-16,0 2 1 16,-7 2 2-16,3-2 0 0,1 7-3 15,-3 4 0-15,-6 4 0 16,3 11 1-16,1 9 0 15,3-4 0-15,-1-4 0 16,6-1 0-16,0 0 0 16,6-4 1-16,6 3-1 15,-2-6 0-15,2-2 0 16,1-5 0-16,1-5-7 0,0-5 0 16,-2 2-49-16</inkml:trace>
  <inkml:trace contextRef="#ctx0" brushRef="#br0" timeOffset="13841.82">19552 3771 58 0,'0'0'0'15,"9"1"-1"-15,-9-1 1 16,2 4 0-16,-2-4 0 15,1 0 0-15,-1 0 0 16,0 0 1-16,0 0 1 16,0 0 2-16,0 0 1 15,6 0-4-15,-6 0 0 16,1 0-1-16,-1 0 1 0,6 0-1 16,-6 0 1-16,0 0 0 15,0 0 1-15,0 0-2 16,0 0 1-16,0 0-1 15,0 0 0-15,0 0 0 16,0 0 0-16,0 0-3 16,0 0 0-16,0 0-46 15</inkml:trace>
  <inkml:trace contextRef="#ctx0" brushRef="#br0" timeOffset="14667.23">19883 4102 65 0,'0'0'0'15,"-1"3"0"-15,1-3 1 16,0 0 0-16,0 0 1 16,0 0 1-16,0 0 0 15,-4-3 0-15,4 3 0 16,-1 0-3-16,1 0 0 15,0 3 0-15,0 1 0 16,0 2 1-16,0 3 0 16,0 0 0-16,1-1 1 15,-1 8-2-15,0-1 0 16,-1 4 0-16,1 5 0 16,0 0 0-16,-6 4 1 15,5-1 0-15,1 2 1 16,0-5-1-16,-2 0 0 0,-2-1-1 15,3-3 0-15,-1-4 0 16,-3-1 1-16,-1-6-1 16,-1 3 1-16,0-4 1 15,0 2 1-15,0-1-2 16,-8 3 0-16,-6 0-1 16,2 0 1-16,-2-3-1 0,3-2 0 15,4 1-5-15,0-4 0 16,0 1-59-16</inkml:trace>
  <inkml:trace contextRef="#ctx0" brushRef="#br0" timeOffset="16694.72">19713 3688 62 0,'5'-5'0'15,"-2"-2"0"-15,1-1 1 16,-2-8-1-16,-1-4 1 16,-1-8 0-16,6 1 1 15,0-6-2-15,8 2 1 16,2-2-1-16,3 3 1 15,2-5 4-15,5 6 0 16,2 2-4-16,11-1 1 16,3-1-2-16,-1 10 1 15,5 4 0-15,-4-1 1 16,-1 8-1-16,-2-1 1 16,-10 2-1-16,19 2 0 15,6-5-1-15,-6 5 1 16,1 1-1-16,-10 4 1 0,-10 0-1 15,6 4 0 1,4-1 1-16,-5 2 0 0,5-1-1 16,10 2 1-16,6 3-1 15,-2 0 0-15,-4-2 1 16,-8 5 1-16,-7-4-2 16,2 4 0-16,3 0 0 15,-5 4 1-15,0-1-1 16,0 2 1-16,5 2 0 15,-3 2 0-15,-2 3-1 0,0 0 0 16,7 3 0-16,-3 4 0 16,-2-3 0-16,17 8 0 15,4 5 0-15,-22-10 0 16,-9-11 0-16,-5 6 0 16,-1 0 1-16,0 5 0 15,-2 5-1-15,3 0 1 16,1 7-1-16,5-4 1 15,1 2 0-15,-6-3 0 16,-3-2 0-16,1-7 0 16,-1 2 0-16,2-7 0 15,-2 0 0-15,-2 7 1 16,-3-2-1-16,-2 9 1 16,-3 3-2-16,2 2 0 15,-4 0 0-15,1 2 0 16,5-2 0-16,-6-7 0 15,1-6 1-15,-1 0 1 16,0-3-1-16,0-3 0 16,0-3 0-16,2 1 0 15,-2-7-1-15,0 10 0 0,2 4 1 16,-2-2 0-16,-2 1-1 16,-4-1 0-16,1 1 0 15,3 4 0-15,1 4 1 16,-5-8 0-16,5-1-1 15,-5-3 1-15,1 0-1 0,3-5 0 16,-1-4 0 0,-2-1 1-16,-2-2-1 0,1-1 1 15,5 1-1-15,-6-4 0 16,0-3 0-16,0 2 1 16,-6-7-2-16,6 0 1 15,-1 4-3-15,1-4 0 16,-6-9-11-16,6 2 1 15,-1-5 1-15,-5 0 0 16,5 0-39-16</inkml:trace>
  <inkml:trace contextRef="#ctx0" brushRef="#br0" timeOffset="16726.3298">21926 4943 28 0,'-2'-5'0'15,"2"1"-18"-15</inkml:trace>
  <inkml:trace contextRef="#ctx0" brushRef="#br0" timeOffset="17414.66">21627 4859 66 0,'0'0'0'0,"0"0"0"16,0 0 0-16,2-4 0 15,-2 4 0-15,0 0 0 0,0 0 0 16,4 4 0-16,-4-1 0 16,1 0 0-16,5 3 0 15,2 0 1-15,5 3 1 16,2 3 1-16,4 0 0 16,-1 4-3-16,-2-3 1 15,4 1 1-15,0-2 0 16,-5 0 0-16,5-3 0 15,0-1 3-15,0 1 0 16,-5-2-4-16,5-4 1 16,-1 0 1-16,-4-3 1 15,-1 2-3-15,4-4 0 16,-4 2-1-16,0-3 0 16,0 0 0-16,0-1 1 15,-7 2 1-15,7-1 1 16,-6 0 0-16,3-4 0 15,-4 2-2-15,0-4 1 16,0 2-1-16,-2-5 0 16,-3-5-1-16,5 2 1 0,-6-4-1 15,5-2 0-15,1 0 0 16,-2 3 1-16,-2-3-1 16,2 2 0-16,-3 4 0 15,2-1 0-15,-3 8 1 16,-1-1 1-16,6 6-2 15,-6-3 0-15,1 3 0 16,-1 3 0-16,0 0 0 0,0 5 0 16,-1 5 0-16,1 11 0 15,1 12 0-15,-2 1 0 16,-5 6 0-16,-2 4 0 16,-4 8-1-16,5-4 0 15,-6 7-15-15,6-16 1 16,0 2-49-16</inkml:trace>
  <inkml:trace contextRef="#ctx0" brushRef="#br0" timeOffset="18795.72">19774 4735 55 0,'0'0'0'0,"0"2"0"16,0 1 0-16,0 4 0 0,0-4 0 15,-4 6 1-15,2-4 1 16,1 6-2-16,-5-3 1 16,-1 8 0-16,6-8 1 15,-6 4-1-15,-5 4 1 16,-2 4-1-16,-6-1 1 15,-1-2-2-15,-1-1 1 16,-8-1-1-16,-6-3 1 16,-10 0 0-16,3 0 1 15,-5 0-1-15,1-5 1 16,-7-2-2-16,0 2 1 16,-2-4-1-16,1 3 1 15,-5-3-1-15,5-1 0 16,-5 5 0-16,3-4 1 15,-4 0 0-15,0-3 0 16,0 2-1-16,-2 2 0 16,-2-4 0-16,8-4 0 0,-1 2 0 15,8 2 1 1,3-3 0-16,-1 3 0 0,7-3-1 16,2-3 0-16,4 5 0 15,0-1 0-15,1 2 1 16,-5 2 1-16,3 1-1 15,1 1 1-15,2-1-1 16,-1 0 1-16,7-3-2 16,-1 2 1-16,2-2-1 15,5 4 0-15,1-4 1 0,-1 3 1 16,-1 1-2-16,-1 1 1 16,0 2-1-16,4-2 0 15,5 2 0-15,0 1 0 16,0-3 1-16,0 6 0 15,1-3-1-15,-1 4 1 16,-4 4 0-16,4-1 0 16,0 1 0-16,0 4 0 15,0 1 0-15,6 1 0 16,-5-5-1-16,5 7 1 16,-3 4-1-16,3-8 0 15,1-1 0-15,0-3 0 16,5-4 0-16,-3 0 0 15,-1-4 0-15,5 2 0 16,-5-1 0-16,6 0 0 16,-1-2 1-16,-3 1 0 15,4-3 0-15,-2 2 0 16,2-2-1-16,-1 2 1 16,-3-2-1-16,2 2 0 0,2-3-2 15,-1 1 0-15,-3-2-26 16,2 1 0-16,-3-1-1 15</inkml:trace>
  <inkml:trace contextRef="#ctx0" brushRef="#br0" timeOffset="19366.16">17418 5319 52 0,'7'5'0'16,"5"2"1"-16,-9-2 1 15,3-2-2-15,-6-3 1 16,-6 0 0-16,6 0 0 16,-3 0 1-16,3 0 0 0,0 4-1 15,0 4 1-15,2-1 1 16,5 5 0-16,-6-3-2 15,4 3 1-15,-3-5-2 16,2 1 0-16,-8 1 0 16,4 6 1-16,4 2-1 15,-3 2 1-15,1 2 0 16,3-2 1-16,1-1 0 0,1 0 0 16,1-8 1-16,12-5 0 15,0-8 2-15,8-2 0 16,6-2-4-16,0-5 0 15,6 0-1-15,-5 0 0 16,-1 3 0-16,-1-1 0 16,-4 1-1-16,-4 4 1 15,-10 2-9-15,-1-4 0 16,6 2-47-16</inkml:trace>
  <inkml:trace contextRef="#ctx0" brushRef="#br0" timeOffset="21619.32">19149 7553 45 0,'4'-7'0'16,"-2"-1"2"-16,-1-4 0 16,-1 0 2-16,0 0 0 15,-1-4 4-15,-1 1 0 16,-3-2-3-16,-1-2 0 16,3-2-4-16,-8-3 0 15,4-3 0-15,-7-1 0 16,2-3-1-16,4 5 0 15,-5 4 2-15,3 2 0 16,-8 4-1-16,-1-4 1 16,-3 4 0-16,1 1 0 15,-4-1-1-15,1-1 0 16,-6-5 0-16,7 5 1 16,-3-2-2-16,-3 2 0 15,-10-2 2-15,10-2 0 16,1 6-2-16,-4-4 1 0,-4 2-1 15,-3 5 1-15,-1 0-1 16,5 1 1-16,6 6-1 16,-4 2 0-16,1 6 0 15,1 1 0-15,-6 4 0 16,6 4 0-16,-2 0 0 16,0 4 0-16,1 4 0 15,3 4 0-15,-5 4 0 0,1-1 1 16,2 4-1-16,-2 5 0 15,-6 0 0-15,10 5 1 16,-3 6-1-16,6 4 0 16,5 7 0-16,-1-1 0 15,1 0 0-15,1-2 0 16,1 0 1-16,4 1 0 16,2 4-1-16,6 2 0 15,2-2-1-15,9-5 1 16,3-7 0-16,5-3 0 15,4-2 0-15,6-4 0 16,10-3 0-16,2-2 1 16,5 1-1-16,17 3 1 15,8 1-1-15,8-13 0 16,-1-7 0-16,-5-7 0 16,-5-6 1-16,6-9 1 15,-4-9 1-15,12 0 0 16,6-9-2-16,-13 3 1 15,-8-6-1-15,-3 0 0 16,3-1 0-16,-6 3 0 0,-4 2 0 16,-3-3 1-16,-1 3-2 15,-13-6 1-15,-11-3 0 16,-1-4 1-16,-3-3-2 16,-2-22 1-16,-3-11-1 15,3 9 1-15,2-2 0 0,-10 9 0 16,-2 2-1-16,-12 4 0 15,-6 9 0-15,-9-1 0 16,-7-4-2-16,-12-3 1 16,-10-4-6-16,10 16 0 15,-1 10-12-15,12 3 1 16,-3-1-40-16</inkml:trace>
  <inkml:trace contextRef="#ctx0" brushRef="#br0" timeOffset="31241.64">19121 9827 39 0,'0'0'0'16,"0"0"-26"-16</inkml:trace>
  <inkml:trace contextRef="#ctx0" brushRef="#br0" timeOffset="31302.12">19149 9832 52 0,'6'0'0'16,"1"-2"0"-16,6-1 0 15,0 0-36-15</inkml:trace>
  <inkml:trace contextRef="#ctx0" brushRef="#br0" timeOffset="33958.25">19238 9386 75 0,'5'-2'0'16,"4"1"0"-16,-5-5 0 16,-3 3 0-16,1-4 1 15,-4-5 4-15,2 0 0 16,-5-7-4-16,-2 2 0 15,-2 2 1-15,-4-4 0 0,-1 3 0 16,0-1 0-16,-4-3 2 16,3 4 1-16,1-3-4 15,-2 4 0-15,-2 1 1 16,-9 2 1-16,-5 3 0 16,2 3 0-16,1-3-3 15,-1 6 0-15,8-4 0 16,-10 5 1-16,2 2-1 0,1 0 0 15,-1 2 0-15,1 1 1 16,-5 4-1-16,5 2 1 16,-3-4-1-16,-3 7 0 15,-5 7 1-15,11-7 0 16,-3-2-1-16,-3 7 0 16,-1 2 0-16,4-2 0 15,10-7 0-15,-3 11 0 16,-4 0 0-16,3 1 0 15,-1 0 0-15,5 2 0 16,-4 2-1-16,6-2 1 16,1 2 0-16,4 5 0 15,-1 3-1-15,2 2 1 16,2 3-1-16,5 1 1 16,1 5 0-16,6-4 0 15,0 2 0-15,7 3 0 16,6-1-1-16,1 6 1 0,7 6 0 15,12 8 0-15,9 9 0 16,-4-12 0-16,-2-4-1 16,10-13 0-16,-3-9 1 15,10-2 0-15,3-5-1 16,-2-1 1-16,8-3 0 16,-1-11 0-16,0-12 0 15,9-11 0-15,9-11 0 16,-8-3 0-16,2-6 0 15,-5-7 0-15,0-3 1 0,-1-13 0 16,-3-8 0-16,-6-5 0 16,-8-6-1-16,-10 6 1 15,-5 3 0-15,-15-5 0 16,-13 1 0-16,-16-10 1 16,-16 1-1-16,-16 8 1 15,-14 10-2-15,-13 7 0 16,-12 7-3-16,-9 9 0 15,-12 6-23-15,-5 13 0 16,-13 12 6-16,1 8 0 16,-4 0 5-16</inkml:trace>
  <inkml:trace contextRef="#ctx0" brushRef="#br0" timeOffset="35556.67">19981 10620 66 0,'-2'-3'0'16,"-3"-1"1"-16,3-5 1 15,-3 3 1-15,3-1 1 16,1-2-3-16,-3-1 0 0,-3 0 2 16,0 1 0-1,0-3-2-15,-1-2 0 0,-6 1 1 16,0 1 0-16,-6-4-1 16,0-3 0-16,-7-1 0 15,6 4 1-15,6 2-2 16,-17-1 1-16,-4 0 2 15,3 3 0-15,-1 0-3 16,-6 1 1-16,-3 6 0 0,-4 0 1 16,-6 5-1-16,10 0 1 15,4 5-2-15,-8-2 1 16,0 3-1-16,5 1 1 16,-1 1-1-16,-3 1 0 15,-1 3 0-15,4 1 1 16,3 1-1-16,0 0 1 15,6 0-1-15,7 3 1 16,-1 2-1-16,1 3 0 16,7 2 0-16,-7 0 0 15,-1 2 0-15,1 3 1 16,7 4-1-16,-1 3 0 16,8 3 0-16,-1 6 1 15,5 8-1-15,2 0 0 16,3 4 0-16,4-4 0 15,6 0 0-15,9 9 0 16,6 7 0-16,5-6 0 16,1 1 0-16,-1-8 0 0,-4-1 0 15,18-3 0-15,13-6 0 16,1-1 0-16,3-6 0 16,4 0 0-16,6-2 1 15,-6-8 0-15,0-2 0 16,3-5 0-16,4-3-1 15,-1-5 0-15,-6-5 1 16,1-9 0-16,5-5 0 16,1-13 0-16,3-4 0 0,-5-2 0 15,-5-3-1-15,2-1 1 16,2 1-1-16,-15-6 1 16,-4-6-1-16,-11-6 1 15,-7-3 0-15,-6-9 0 16,-4-6 1-16,-11-1 0 15,-2-1-1-15,-10-5 1 16,-4-2-1-16,-7-4 0 16,0 1-1-16,-4 2 0 15,-7 7 0-15,-6 14 0 16,-3 7-1-16,-17-6 1 16,-11-1 0-16,-8 10 0 15,-4 2-8-15,-5 11 0 16,-1 10-6-16,0 2 1 15,0 1-52-15</inkml:trace>
  <inkml:trace contextRef="#ctx0" brushRef="#br0" timeOffset="39964.55">22302 5358 47 0,'-1'-7'0'16,"1"-5"3"-16,-6-7 0 0,3-3 0 15,-8 0 1-15,-3-2-1 16,0 0 1-16,-6-7-2 16,-7 3 1-16,-1 3-1 15,1 2 0-15,-7 6 0 16,-2 2 1-16,-3 3-3 16,-1 0 0-16,0 1 0 15,-3 6 1-15,-6 2-1 16,-5 3 0-16,-6 3 2 15,10 4 0-15,-2 5-1 0,-8 12 0 16,-1 3-1-16,0 11 0 16,0 9 1-16,2 1 0 15,0 3-1-15,-15 16 1 16,-1 12 0-16,7 2 0 16,6 6-1-16,1-8 0 15,1 0 0-15,11-7 0 16,6 0 0-16,11 7 1 15,13 4-1-15,10-3 0 16,15 3 0-16,9 8 0 16,17 0 0-16,6 1 0 15,14 3-2-15,8-8 0 16,10-6 1-16,12-4 0 16,12-10 1-16,9-19 0 15,1-12 1-15,10-24 0 16,2-21 0-16,-1-13 0 15,1-14 3-15,-7-7 1 16,-6-1-2-16,-7-4 0 16,-7 1-3-16,-16-16 1 0,-13-13 0 15,-11-4 0-15,-9-6 1 16,-5-10 1-16,-9-7-3 16,-9-5 0-16,-6 1 0 15,-11-3 0-15,-11 6 0 16,-3 1 0-16,-3 6 0 15,-15 19 0-15,-8 14-1 0,-9 4 0 16,-6 7-35-16,-15 15 0 16,-3-1 18-16</inkml:trace>
  <inkml:trace contextRef="#ctx0" brushRef="#br0" timeOffset="47529.71">7115 8799 40 0,'-13'-3'0'0,"-8"-4"1"0,-6 2 0 16,-1-1 0-16,-4 0 1 15,-3-3-1-15,-1 0 1 16,-3 4-1-16,-2 4 1 16,0-3 0-16,5-1 0 15,-3 2 0-15,-1-1 0 16,4 1 0-16,-6 3 0 15,-3 3-1-15,3 1 1 16,-7 1-1-16,4 2 0 16,-3 1 0-16,7 2 0 15,-1 4 0-15,0-2 0 16,2-2 0-16,-4 2 0 16,1 0 0-16,-12 4 0 15,-6 5-1-15,7-4 1 16,-1 5-1-16,14-1 1 15,8-4 0-15,-3 5 0 16,-4-1 0-16,1 6 0 0,3 4-1 16,-6 12 1-16,-5 10-1 15,1-1 1-15,4 3-1 16,20-13 1-16,10-7-1 16,-6 3 0-16,2-2 0 15,3 5 0-15,0 2 0 16,5 3 0-16,1-1 0 15,7 1 0-15,0 2 0 16,0-3 0-16,5-2 0 0,-3-4 0 16,6-3 0-16,5 4 0 15,6-1 0-15,2 4 0 16,-2 2 0-16,2-3 0 16,1 3 0-16,3-5 0 15,-2-4 0-15,17 0 0 16,1 0 0-16,-2-4 0 15,-4-3 0-15,0-1 0 16,-1-2 0-16,7-2 0 16,6-2 0-16,0-1 0 15,0-4 0-15,2-4 0 16,-1-2 0-16,0-1 0 16,0-7 0-16,1 1 1 15,4 1-1-15,-1-1 1 16,-2-1-1-16,5 6 1 15,-1-4 0-15,5 2 0 16,-2 1-1-16,4-3 1 0,0-1-1 16,6-6 1-1,-6-1-1-15,2-3 1 0,-2 1-1 16,-7-2 1-16,-6 1-1 16,8-10 1-16,2 1 0 15,-2-1 0-15,-8-1 0 16,1 2 1-16,-2-1-1 15,0 1 1-15,-5 1-1 16,-3 0 1-16,-11 2-1 0,6-5 1 16,0-5-1-1,-5-1 1-15,-1-1-1 0,2-5 1 16,-2 0-1-16,-6-4 0 16,-1 3 0-16,-2-7 0 15,-12-2 0-15,2 0 0 16,-4-1 0-16,-3-3 1 15,-2 0-1-15,0-7 1 16,-2-4-1-16,-3-6 0 16,-4-4-1-16,2-15 1 15,-6-8-1-15,-3 1 1 16,-9 2-1-16,-2 1 1 16,-1 3-1-16,3 11 0 15,-4 11 0-15,1 1 0 16,-4 7 0-16,-8 6 0 15,-9 8 0-15,1-2 0 16,-1 3 0-16,-11 8 0 16,-2 5 0-16,1 10 0 15,-6 7-1-15,-9 6 1 0,-5 10-2 16,-1 9 1-16,-7 11-4 16,1 2 0-16,-1 10-1 15,-6-4 1-15,-1-1-71 16</inkml:trace>
  <inkml:trace contextRef="#ctx0" brushRef="#br0" timeOffset="49362.44">9696 8923 50 0,'0'0'0'16,"0"3"0"-16,-6-6 0 16,6-6 0-16,0-6 0 15,-1-6 1-15,-1-3 0 0,-9-4 0 16,-1 3 1-16,-4-1 1 16,-3 2 0-16,0 0-1 15,-4 2 0-15,-3 1 0 16,-2 6 0-16,0-3 0 15,-5 6 1-15,5 6 0 16,-6-1 0-16,-1 3-2 16,-5 3 1-16,-1 1-1 0,1 1 0 15,-3 4-1-15,-3 4 1 16,-2 3 0-16,1 0 0 16,-1 0 0-16,5 2 0 15,-1 3-1-15,2 0 1 16,2-1-1-16,4 1 1 15,-3 2-1-15,4-2 1 16,2 5-1-16,4 2 0 16,-6 0 0-16,3 0 0 15,4 0 0-15,-1 2 0 16,-3 3 0-16,5 4 1 16,-7 1-1-16,6 4 0 15,1 1 0-15,2 2 0 16,1 1 0-16,3 1 0 15,-2-4 0-15,7-3 0 16,1 4 0-16,1-1 0 16,2 6 0-16,1 3 0 15,4 7 0-15,5-4 0 16,1 1 0-16,1-4 0 0,1 0 0 16,5-2 0-16,2-7 0 15,5 6 0-15,1-2 0 16,1 0 0-16,3-2 0 15,3-5 0-15,0-2 0 16,-1-4 0-16,1-6 0 16,-1 3 0-16,0 1 0 15,7-4 0-15,-1-4 0 16,-4-1 1-16,6 0-1 16,0-2 1-16,5 2-1 0,1-5 1 15,-7 1 0-15,5-3 0 16,3 0 0-16,-6-2 0 15,4-4-1-15,-5 1 1 16,6-4-1-16,-7 2 1 16,7-1-1-16,6 1 1 15,0 2-1-15,3-6 1 16,4 3-1-16,2 3 1 16,5-4-1-16,-1-1 1 15,-6-4-1-15,0-1 1 16,-5-6-1-16,5 2 1 15,2 0 0-15,-1 2 0 16,0 0 0-16,4 2 0 16,-2-1-1-16,3 1 1 15,1 1-1-15,2-2 1 16,5 1-1-16,-4-4 1 16,1 4-1-16,-1-2 1 0,3-1-1 15,-6 0 1-15,-6-3-1 16,5-3 1-16,-4 0 0 15,-1-3 0-15,0-6 0 16,-7 2 0-16,-1-5 0 16,-5 2 0-16,0-2 0 15,-7 3 0-15,-3 1 0 16,-4-3 0-16,-2-1 0 0,-5-5 0 16,-6-7 0-16,3 0 0 15,-9 0 0-15,-2-5 0 16,-2-4 0-16,-3-3 0 15,-1-9 0-15,-1-1 0 16,0-11-1-16,-7-8 1 16,-12-7-1-16,0 3 1 15,-9 2-1-15,-1 4 1 16,-11 5-1-16,-1 1 1 16,0 11-1-16,-6-2 1 15,0-1-1-15,-13 7 0 16,3-1 0-16,-17 3 0 15,-7 8 0-15,-12 6 0 16,-10 12-1-16,-14 14 1 16,-12 14-1-16,-19 13 0 15,-10 16-5-15,-19 5 0 16,5-2-86-16</inkml:trace>
  <inkml:trace contextRef="#ctx0" brushRef="#br0" timeOffset="51072.7">3320 11871 56 0,'2'0'0'16,"5"-3"-1"-16,-7 3 0 15,1-4 1-15,-1 4 0 16,6-5 0-16,-6 5 0 15,-6 0 0-15,6 0 1 16,-1-3-1-16,1 3 1 16,1 6 0-16,5 6 1 15,1 4-1-15,6 5 0 16,3-1 0-16,3-1 1 16,8 0-1-16,-7-2 0 15,1-5 0-15,6-2 0 16,-1-1 0-16,10-6 0 15,11-1 0-15,6-7 1 0,3-7 0 16,5-7 0-16,8-8 0 16,5-8 1-16,-1-6-1 15,17-12 0-15,13-12 0 16,-15 10 0-16,-13 5-1 16,-25 16 1-16,-18 10-1 15,2-2 1-15,-7 4-2 16,-1-1 1-16,-4 3-2 0,12-4 1 15,0-2-7-15,-2 4 1 16,-3-1-51-16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420" units="cm"/>
          <inkml:channel name="Y" type="integer" max="111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628.47894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02T04:43:36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4464 8106 49 0,'0'0'0'15,"7"0"0"-15,-7 0 1 16,0 0-1-16,0 0 1 15,-5 3-1-15,3 1 1 16,2-3 0-16,2 3 0 16,-2 3-1-16,14-2 1 15,0 5-1-15,13-1 1 16,15 6-1-16,2-3 1 16,-1 0 0-16,6 0 0 15,9 0-1-15,-1-3 1 16,10 1 0-16,1-1 0 0,1-8 0 15,6 3 1 1,7-1-1-16,20-5 0 0,18-1 0 16,-10 3 0-16,-2 2 0 15,2-1 1-15,0 1-1 16,-1 2 1-16,0-4-1 16,-5-4 0-16,4-1 0 0,2-2 0 15,-2-1 0-15,-5-1 0 16,-3-1-1-16,1 8 1 15,-4 7-1-15,-9-1 1 16,-1 4-1-16,3-3 1 16,-6 6-1-16,3-8 0 15,-6 0 0-15,2-9 0 16,-2-10 0-16,6 1 0 16,3-2 0-16,-2-2 1 15,1 0-1-15,1-2 0 16,10 1 0-16,-11-1 0 15,0 6 0-15,-2-1 1 16,2 4-1-16,-6 0 1 16,5 0-1-16,-6 2 0 15,-2 1 0-15,-12 1 0 16,-11-3 0-16,-11 6 0 16,-24-2 0-16,11 6 1 15,-5-3 0-15,-3 4 0 16,-4 0 0-16,0 0 1 0,-6 0-1 15,3 4 0-15,-4-4 0 16,-6 1 1-16,-1-1-1 16,0 0 0-16,-1 0-1 15,-1 0 0-15,-3 0-1 16,5-1 0-16,-6-3-69 16</inkml:trace>
  <inkml:trace contextRef="#ctx0" brushRef="#br0" timeOffset="632.8598">9894 6474 28 0,'0'0'0'16,"-7"3"1"-16,7-3 1 16,-7 0-22-16</inkml:trace>
  <inkml:trace contextRef="#ctx0" brushRef="#br0" timeOffset="1711.91">9866 6458 34 0,'-6'-3'0'16,"-1"-2"0"-16,-2-2 0 15,-3 2 1-15,-8-6 1 16,-2 3 0-16,-4-1 0 0,-9-3-1 16,-5 0 1-16,-7 0-1 15,-1 0 1-15,-6 0-1 16,0-2 0-16,-1 2 0 16,-22-1 0-16,-12 1-1 15,3-1 1-15,-3 7-1 16,7-3 1-16,1-3-1 0,-8 0 1 15,-6 0-1-15,1 2 1 16,2 5-1-16,-8-4 1 16,-1 6-1-16,4-4 1 15,-5 2-1-15,7 1 1 16,-5 4-1-16,2 0 1 16,-4 4 0-16,-5-3 0 15,-3 6 0-15,0 0 0 16,-5 7 0-16,4-2 1 15,-4 1-1-15,-6-2 1 16,3-1-1-16,-3 2 0 16,5 0 0-16,-1 0 0 15,-4 0 0-15,-2 4 1 16,1-4-1-16,-1 3 1 16,8 2-1-16,0 2 1 15,11 5-1-15,-10 0 0 16,10 0-1-16,2 0 1 15,1-2 0-15,0-1 0 16,-2 0 0-16,2 1 0 0,3 2-1 16,3 0 1-16,2 5-1 15,2 2 1-15,1 0 0 16,3 5 0-16,-1 3 0 16,6 11 0-16,0 12-1 15,9-2 1-15,12 9-1 16,5-7 1-16,8 1-1 15,0 1 0-15,12-1 0 0,6 4 0 16,13 5 0-16,6-8 0 16,17 2 0-16,-1-5 0 15,10-8-1-15,12 9 1 16,9-2-1-16,3 3 1 16,9 1-1-16,6-9 1 15,15-7-1-15,12-4 1 16,8-1-1-16,0-7 1 15,6-3-1-15,7-2 1 16,14-4-1-16,-1 1 1 16,3-8-1-16,8 1 1 15,-1-2-1-15,10 3 1 16,-5 0 0-16,6 1 0 16,7-3 0-16,-1 4 0 15,4 0 0-15,4 2 0 16,4 3 0-16,3-1 0 15,0-1 0-15,12 1 0 16,2 1 0-16,6-7 0 16,7-8-1-16,-7-7 1 0,0-11 0 15,-1-8 0-15,-5-8 0 16,1-4 0-16,-3-4 0 16,-1-3 0-16,-4-1 0 15,-6-8 0-15,-6-8 0 16,-16-14 0-16,-10-10 0 15,-9 4 1-15,-8-3 0 16,-13-8 1-16,-14-5-1 0,-8-7 1 16,-13-5 0-16,-13-3 0 15,-14-8 0-15,-1-8 1 16,-11-5-2-16,-11-4 1 16,-11-1 0-16,-12 7 0 15,-8 3-1-15,-13 1 0 16,-9 5 0-16,-31 9 0 15,-19 9-1-15,-22 19 0 16,-16 17-1-16,-41 23 0 16,0-5-79-16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3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96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74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12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3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3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2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264D-E19C-4FAD-88B5-41E81D072FC5}" type="datetimeFigureOut">
              <a:rPr lang="en-US" smtClean="0"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B974-35ED-4DA0-8C4C-57DD0BC0B4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1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s://en.wikipedia.org/wiki/Marconi_Priz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412091"/>
            <a:ext cx="7772400" cy="11025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5G WIRELESS </a:t>
            </a:r>
            <a:r>
              <a:rPr lang="en-US" b="1" dirty="0" smtClean="0">
                <a:solidFill>
                  <a:srgbClr val="00B0F0"/>
                </a:solidFill>
              </a:rPr>
              <a:t>COMMUNICATION </a:t>
            </a:r>
            <a:br>
              <a:rPr lang="en-US" b="1" dirty="0" smtClean="0">
                <a:solidFill>
                  <a:srgbClr val="00B0F0"/>
                </a:solidFill>
              </a:rPr>
            </a:br>
            <a:r>
              <a:rPr lang="en-US" b="1" dirty="0" smtClean="0">
                <a:solidFill>
                  <a:srgbClr val="00B0F0"/>
                </a:solidFill>
              </a:rPr>
              <a:t>(UEC 719) 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077200" y="5624522"/>
            <a:ext cx="2133600" cy="207749"/>
          </a:xfrm>
          <a:prstGeom prst="rect">
            <a:avLst/>
          </a:prstGeom>
        </p:spPr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463885" y="2935003"/>
            <a:ext cx="3058594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Course Instructor  </a:t>
            </a:r>
          </a:p>
          <a:p>
            <a:pPr algn="ctr"/>
            <a:r>
              <a:rPr lang="en-US" sz="2100" dirty="0">
                <a:latin typeface="+mj-lt"/>
                <a:ea typeface="+mj-ea"/>
                <a:cs typeface="+mj-cs"/>
              </a:rPr>
              <a:t>Dr. Hem </a:t>
            </a:r>
            <a:r>
              <a:rPr lang="en-US" sz="2100" dirty="0" err="1">
                <a:latin typeface="+mj-lt"/>
                <a:ea typeface="+mj-ea"/>
                <a:cs typeface="+mj-cs"/>
              </a:rPr>
              <a:t>Dutt</a:t>
            </a:r>
            <a:r>
              <a:rPr lang="en-US" sz="2100" dirty="0">
                <a:latin typeface="+mj-lt"/>
                <a:ea typeface="+mj-ea"/>
                <a:cs typeface="+mj-cs"/>
              </a:rPr>
              <a:t> Joshi</a:t>
            </a:r>
          </a:p>
          <a:p>
            <a:pPr algn="ctr"/>
            <a:r>
              <a:rPr lang="en-US" sz="2100" dirty="0">
                <a:latin typeface="+mj-lt"/>
                <a:ea typeface="+mj-ea"/>
                <a:cs typeface="+mj-cs"/>
              </a:rPr>
              <a:t>Dr. </a:t>
            </a:r>
            <a:r>
              <a:rPr lang="en-US" sz="2100" dirty="0" err="1">
                <a:latin typeface="+mj-lt"/>
                <a:ea typeface="+mj-ea"/>
                <a:cs typeface="+mj-cs"/>
              </a:rPr>
              <a:t>Surbhi</a:t>
            </a:r>
            <a:r>
              <a:rPr lang="en-US" sz="2100" dirty="0">
                <a:latin typeface="+mj-lt"/>
                <a:ea typeface="+mj-ea"/>
                <a:cs typeface="+mj-cs"/>
              </a:rPr>
              <a:t> Sharma</a:t>
            </a:r>
          </a:p>
          <a:p>
            <a:pPr algn="ctr"/>
            <a:r>
              <a:rPr lang="en-US" sz="2100" dirty="0">
                <a:latin typeface="+mj-lt"/>
                <a:ea typeface="+mj-ea"/>
                <a:cs typeface="+mj-cs"/>
              </a:rPr>
              <a:t>Associate Professor, </a:t>
            </a:r>
          </a:p>
          <a:p>
            <a:pPr algn="ctr"/>
            <a:r>
              <a:rPr lang="en-US" sz="2100" dirty="0">
                <a:latin typeface="+mj-lt"/>
                <a:ea typeface="+mj-ea"/>
                <a:cs typeface="+mj-cs"/>
              </a:rPr>
              <a:t>TIET, Patiala</a:t>
            </a:r>
            <a:endParaRPr lang="en-IN" sz="21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142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38500" y="1737285"/>
            <a:ext cx="5562600" cy="1748873"/>
          </a:xfrm>
        </p:spPr>
        <p:txBody>
          <a:bodyPr>
            <a:normAutofit fontScale="47500" lnSpcReduction="20000"/>
          </a:bodyPr>
          <a:lstStyle/>
          <a:p>
            <a:pPr algn="ctr">
              <a:buNone/>
            </a:pPr>
            <a:r>
              <a:rPr lang="en-US" sz="6000" dirty="0">
                <a:solidFill>
                  <a:srgbClr val="00B0F0"/>
                </a:solidFill>
              </a:rPr>
              <a:t>Lecture: </a:t>
            </a:r>
          </a:p>
          <a:p>
            <a:pPr algn="ctr">
              <a:buNone/>
            </a:pPr>
            <a:endParaRPr lang="en-US" sz="4950" dirty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sz="6000" dirty="0">
                <a:solidFill>
                  <a:srgbClr val="C00000"/>
                </a:solidFill>
              </a:rPr>
              <a:t>Introduction to MIMO</a:t>
            </a:r>
          </a:p>
          <a:p>
            <a:pPr algn="ctr">
              <a:buNone/>
            </a:pPr>
            <a:r>
              <a:rPr lang="en-US" sz="6000" dirty="0">
                <a:solidFill>
                  <a:srgbClr val="C00000"/>
                </a:solidFill>
              </a:rPr>
              <a:t>(Multiple-Input Multiple-Output)</a:t>
            </a:r>
            <a:endParaRPr lang="en-US" sz="1725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077200" y="5624522"/>
            <a:ext cx="2133600" cy="207749"/>
          </a:xfrm>
          <a:prstGeom prst="rect">
            <a:avLst/>
          </a:prstGeom>
        </p:spPr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4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A132-1A74-46FC-965B-3783F0F7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2EFB7-3849-44E2-9E54-D87989A7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17638"/>
            <a:ext cx="112014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Motivation behind MIMO Systems</a:t>
            </a:r>
          </a:p>
          <a:p>
            <a:r>
              <a:rPr lang="en-US" dirty="0" smtClean="0"/>
              <a:t>Introduction </a:t>
            </a:r>
            <a:r>
              <a:rPr lang="en-US" dirty="0"/>
              <a:t>to MIMO wireless </a:t>
            </a:r>
            <a:r>
              <a:rPr lang="en-US" dirty="0" smtClean="0"/>
              <a:t>communication, </a:t>
            </a:r>
            <a:endParaRPr lang="en-US" dirty="0" smtClean="0"/>
          </a:p>
          <a:p>
            <a:r>
              <a:rPr lang="en-US" dirty="0" smtClean="0"/>
              <a:t>Historical </a:t>
            </a:r>
            <a:r>
              <a:rPr lang="en-US" dirty="0" smtClean="0"/>
              <a:t>Development of MIMO</a:t>
            </a:r>
          </a:p>
          <a:p>
            <a:r>
              <a:rPr lang="en-US" dirty="0" smtClean="0"/>
              <a:t>Application </a:t>
            </a:r>
            <a:r>
              <a:rPr lang="en-US" dirty="0"/>
              <a:t>of MIMO System</a:t>
            </a:r>
          </a:p>
          <a:p>
            <a:r>
              <a:rPr lang="en-US" dirty="0"/>
              <a:t>Advantages of MIMO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Array Gain</a:t>
            </a:r>
          </a:p>
          <a:p>
            <a:r>
              <a:rPr lang="en-US" dirty="0" smtClean="0"/>
              <a:t>Spatial Multiplexing</a:t>
            </a:r>
            <a:endParaRPr lang="en-US" dirty="0"/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65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11734800" cy="487362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Motivation behind MIMO Systems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6934200" cy="5410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smtClean="0">
                <a:solidFill>
                  <a:srgbClr val="FF0000"/>
                </a:solidFill>
              </a:rPr>
              <a:t>Previous </a:t>
            </a:r>
            <a:r>
              <a:rPr lang="en-US" sz="1800" dirty="0">
                <a:solidFill>
                  <a:srgbClr val="FF0000"/>
                </a:solidFill>
              </a:rPr>
              <a:t>wireless systems 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en-US" sz="1800" dirty="0"/>
              <a:t>– Capacity constrained networks 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en-US" sz="1800" dirty="0"/>
              <a:t>– Issues related to quality and coverage </a:t>
            </a:r>
          </a:p>
          <a:p>
            <a:pPr algn="just">
              <a:lnSpc>
                <a:spcPct val="150000"/>
              </a:lnSpc>
            </a:pPr>
            <a:r>
              <a:rPr lang="en-US" sz="1800" b="1" dirty="0" smtClean="0">
                <a:solidFill>
                  <a:srgbClr val="FF0000"/>
                </a:solidFill>
              </a:rPr>
              <a:t>Capacity Enhancement: </a:t>
            </a:r>
            <a:r>
              <a:rPr lang="en-US" sz="1800" dirty="0" smtClean="0"/>
              <a:t>MIMO </a:t>
            </a:r>
            <a:r>
              <a:rPr lang="en-US" sz="1800" dirty="0"/>
              <a:t>exploits the space dimension to </a:t>
            </a:r>
            <a:r>
              <a:rPr lang="en-US" sz="1800" b="1" dirty="0"/>
              <a:t>improve wireless systems capacity</a:t>
            </a:r>
            <a:r>
              <a:rPr lang="en-US" sz="1800" dirty="0"/>
              <a:t>, range and reliability </a:t>
            </a:r>
          </a:p>
          <a:p>
            <a:pPr marL="285750" indent="-285750" algn="just"/>
            <a:r>
              <a:rPr lang="en-US" sz="1800" dirty="0" smtClean="0"/>
              <a:t>MIMO </a:t>
            </a:r>
            <a:r>
              <a:rPr lang="en-US" sz="1800" dirty="0"/>
              <a:t>technology solve the challenges posed by both the impairments in the wireless channel as well as resource constraints. </a:t>
            </a:r>
          </a:p>
          <a:p>
            <a:pPr marL="285750" indent="-285750" algn="just"/>
            <a:endParaRPr lang="en-US" sz="1800" dirty="0" smtClean="0"/>
          </a:p>
          <a:p>
            <a:pPr marL="285750" indent="-285750" algn="just"/>
            <a:r>
              <a:rPr lang="en-US" sz="1800" dirty="0" smtClean="0"/>
              <a:t>In </a:t>
            </a:r>
            <a:r>
              <a:rPr lang="en-US" sz="1800" dirty="0"/>
              <a:t>addition to the time and frequency dimensions that are exploited in conventional single-input single-output wireless systems, the leverages of MIMO are realized by exploiting the spatial dimension (provided by the multiple antennas at the transmitter and the receiver).</a:t>
            </a:r>
          </a:p>
          <a:p>
            <a:pPr marL="285750" indent="-285750" algn="just"/>
            <a:endParaRPr lang="en-US" sz="1800" dirty="0" smtClean="0"/>
          </a:p>
          <a:p>
            <a:pPr marL="285750" indent="-285750" algn="just"/>
            <a:r>
              <a:rPr lang="en-US" sz="1800" dirty="0" smtClean="0"/>
              <a:t>Plot </a:t>
            </a:r>
            <a:r>
              <a:rPr lang="en-US" sz="1800" dirty="0"/>
              <a:t>shows the data rate versus the receive signal-to-noise ratio (SNR) in a 100 kHz channel for an M × M fading link with M = 1 2 4. </a:t>
            </a:r>
            <a:endParaRPr lang="en-IN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E74EF0-E9B7-4A00-8C5B-7C234F9FC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811" y="762000"/>
            <a:ext cx="4648200" cy="527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1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706090"/>
          </a:xfrm>
        </p:spPr>
        <p:txBody>
          <a:bodyPr>
            <a:normAutofit/>
          </a:bodyPr>
          <a:lstStyle/>
          <a:p>
            <a:r>
              <a:rPr lang="en-CA" sz="3200" b="1" dirty="0" smtClean="0"/>
              <a:t>Introduction to MIMO </a:t>
            </a:r>
            <a:r>
              <a:rPr lang="en-CA" sz="3200" b="1" dirty="0"/>
              <a:t>wireless communication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922289"/>
            <a:ext cx="11277600" cy="561662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CA" sz="2000" dirty="0"/>
              <a:t>The use of </a:t>
            </a:r>
            <a:r>
              <a:rPr lang="en-CA" sz="2000" b="1" dirty="0">
                <a:solidFill>
                  <a:srgbClr val="FF0000"/>
                </a:solidFill>
              </a:rPr>
              <a:t>multiple antennas at the transmitter and receiver </a:t>
            </a:r>
            <a:r>
              <a:rPr lang="en-CA" sz="2000" dirty="0"/>
              <a:t>in wireless systems, popularly known as MIMO (multiple-input multiple-output) technology, has rapidly gained in popularity over the past decade due to its powerful performance-enhancing capabilities.</a:t>
            </a:r>
          </a:p>
          <a:p>
            <a:pPr algn="just">
              <a:lnSpc>
                <a:spcPct val="150000"/>
              </a:lnSpc>
            </a:pPr>
            <a:r>
              <a:rPr lang="en-CA" sz="2000" smtClean="0"/>
              <a:t>MIMO </a:t>
            </a:r>
            <a:r>
              <a:rPr lang="en-CA" sz="2000" dirty="0"/>
              <a:t>systems provide </a:t>
            </a:r>
            <a:r>
              <a:rPr lang="en-CA" sz="2000" b="1" dirty="0">
                <a:solidFill>
                  <a:srgbClr val="FF0000"/>
                </a:solidFill>
              </a:rPr>
              <a:t>tremendous capacity gains</a:t>
            </a:r>
            <a:r>
              <a:rPr lang="en-CA" sz="2000" dirty="0"/>
              <a:t>, which has spurred significant activity to develop transmitter and receiver techniques that realize these capacity benefits and exploit diversity–multiplexing trade-offs.</a:t>
            </a:r>
          </a:p>
          <a:p>
            <a:pPr algn="just">
              <a:lnSpc>
                <a:spcPct val="150000"/>
              </a:lnSpc>
            </a:pPr>
            <a:r>
              <a:rPr lang="en-IE" sz="2000" smtClean="0">
                <a:ea typeface="Calibri" panose="020F0502020204030204" pitchFamily="34" charset="0"/>
                <a:cs typeface="Times New Roman" panose="02020603050405020304" pitchFamily="18" charset="0"/>
              </a:rPr>
              <a:t>Various </a:t>
            </a:r>
            <a:r>
              <a:rPr lang="en-IE" sz="2000" dirty="0">
                <a:ea typeface="Calibri" panose="020F0502020204030204" pitchFamily="34" charset="0"/>
                <a:cs typeface="Times New Roman" panose="02020603050405020304" pitchFamily="18" charset="0"/>
              </a:rPr>
              <a:t>MIMO systems have been developed during last three decades which comes under three general categories: </a:t>
            </a:r>
          </a:p>
          <a:p>
            <a:pPr indent="457200" algn="just">
              <a:spcAft>
                <a:spcPts val="800"/>
              </a:spcAft>
            </a:pPr>
            <a:r>
              <a:rPr lang="en-IE" sz="240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Spatial multiplexing, </a:t>
            </a:r>
          </a:p>
          <a:p>
            <a:pPr indent="457200" algn="just">
              <a:spcAft>
                <a:spcPts val="800"/>
              </a:spcAft>
            </a:pPr>
            <a:r>
              <a:rPr lang="en-IE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Diversity transmission</a:t>
            </a:r>
            <a:r>
              <a:rPr lang="en-IE" sz="24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indent="457200" algn="just">
              <a:spcAft>
                <a:spcPts val="800"/>
              </a:spcAft>
            </a:pPr>
            <a:r>
              <a:rPr lang="en-IE" sz="2400" b="1" dirty="0">
                <a:solidFill>
                  <a:srgbClr val="7030A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and hybrid transmission</a:t>
            </a:r>
            <a:endParaRPr lang="en-IN" sz="2400" b="1" dirty="0">
              <a:solidFill>
                <a:srgbClr val="7030A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CA" sz="2000" dirty="0"/>
          </a:p>
          <a:p>
            <a:pPr algn="just"/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48245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88422" y="1871055"/>
            <a:ext cx="11774978" cy="159599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Under </a:t>
            </a:r>
            <a:r>
              <a:rPr lang="en-IE" sz="2000" dirty="0">
                <a:ea typeface="Calibri" panose="020F0502020204030204" pitchFamily="34" charset="0"/>
                <a:cs typeface="Times New Roman" panose="02020603050405020304" pitchFamily="18" charset="0"/>
              </a:rPr>
              <a:t>the second category of MIMO techniques, the class of Space-Time Block Codes (STBCs) was developed to provide high diversity gain. However, high diversity gain is achieved at the cost of transmission rate</a:t>
            </a: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E" sz="2000" dirty="0">
                <a:ea typeface="Calibri" panose="020F0502020204030204" pitchFamily="34" charset="0"/>
                <a:cs typeface="Times New Roman" panose="02020603050405020304" pitchFamily="18" charset="0"/>
              </a:rPr>
              <a:t>Full rate transmission is only possible for two transmit antennas (complex constellations) and eight or less transmit antennas (real constellations). </a:t>
            </a:r>
            <a:endParaRPr lang="en-IN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42409" y="43582"/>
            <a:ext cx="26670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E" sz="240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Spatial </a:t>
            </a:r>
            <a:r>
              <a:rPr lang="en-IE" sz="2400" dirty="0" smtClean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multiplexing </a:t>
            </a:r>
            <a:endParaRPr lang="en-IE" sz="2400" dirty="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298" y="629121"/>
            <a:ext cx="11586558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E" sz="2000" dirty="0"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000">
                <a:ea typeface="Calibri" panose="020F0502020204030204" pitchFamily="34" charset="0"/>
                <a:cs typeface="Times New Roman" panose="02020603050405020304" pitchFamily="18" charset="0"/>
              </a:rPr>
              <a:t>he </a:t>
            </a:r>
            <a:r>
              <a:rPr lang="en-US" sz="200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Bell Laboratories layered space-time </a:t>
            </a:r>
            <a:r>
              <a:rPr lang="en-US" sz="2000">
                <a:ea typeface="Calibri" panose="020F0502020204030204" pitchFamily="34" charset="0"/>
                <a:cs typeface="Times New Roman" panose="02020603050405020304" pitchFamily="18" charset="0"/>
              </a:rPr>
              <a:t>(BLAST) architecture is an example of </a:t>
            </a:r>
            <a:r>
              <a:rPr lang="en-US" sz="200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spatial multiplexing </a:t>
            </a:r>
            <a:r>
              <a:rPr lang="en-US" sz="2000">
                <a:ea typeface="Calibri" panose="020F0502020204030204" pitchFamily="34" charset="0"/>
                <a:cs typeface="Times New Roman" panose="02020603050405020304" pitchFamily="18" charset="0"/>
              </a:rPr>
              <a:t>which </a:t>
            </a:r>
            <a:r>
              <a:rPr lang="en-IE" sz="2000">
                <a:ea typeface="Calibri" panose="020F0502020204030204" pitchFamily="34" charset="0"/>
                <a:cs typeface="Times New Roman" panose="02020603050405020304" pitchFamily="18" charset="0"/>
              </a:rPr>
              <a:t>provides high multiplexing gain but at the cost of high decoding complexity. </a:t>
            </a:r>
            <a:endParaRPr lang="en-IE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24400" y="3438389"/>
            <a:ext cx="3276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E" sz="2400" b="1" dirty="0" smtClean="0">
                <a:solidFill>
                  <a:srgbClr val="7030A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Hybrid </a:t>
            </a:r>
            <a:r>
              <a:rPr lang="en-IE" sz="2400" b="1" dirty="0">
                <a:solidFill>
                  <a:srgbClr val="7030A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transmission</a:t>
            </a:r>
            <a:endParaRPr lang="en-IN" sz="2400" b="1" dirty="0">
              <a:solidFill>
                <a:srgbClr val="7030A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8"/>
          <p:cNvSpPr txBox="1">
            <a:spLocks/>
          </p:cNvSpPr>
          <p:nvPr/>
        </p:nvSpPr>
        <p:spPr>
          <a:xfrm>
            <a:off x="166255" y="3919787"/>
            <a:ext cx="11658601" cy="2862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Third categories of MIMO techniques integrate both spatial multiplexing and diversity concepts. </a:t>
            </a:r>
          </a:p>
          <a:p>
            <a:pPr marL="0" indent="22225" algn="just">
              <a:lnSpc>
                <a:spcPct val="107000"/>
              </a:lnSpc>
              <a:spcAft>
                <a:spcPts val="800"/>
              </a:spcAft>
            </a:pP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For example, </a:t>
            </a:r>
            <a:r>
              <a:rPr lang="en-IE" sz="2000" dirty="0" err="1" smtClean="0">
                <a:ea typeface="Calibri" panose="020F0502020204030204" pitchFamily="34" charset="0"/>
                <a:cs typeface="Times New Roman" panose="02020603050405020304" pitchFamily="18" charset="0"/>
              </a:rPr>
              <a:t>Tarokh</a:t>
            </a: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et.al provides multi-layered space time coding which increase both transmission rate and diversity gain but at the cost of increased decoding complexity.</a:t>
            </a:r>
          </a:p>
          <a:p>
            <a:pPr marL="0" indent="22225" algn="just">
              <a:lnSpc>
                <a:spcPct val="107000"/>
              </a:lnSpc>
              <a:spcAft>
                <a:spcPts val="800"/>
              </a:spcAft>
            </a:pP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Another example comes under this category is Linear Dispersion Codes (LDCs) proposed by </a:t>
            </a:r>
            <a:r>
              <a:rPr lang="en-IE" sz="2000" dirty="0" err="1" smtClean="0">
                <a:ea typeface="Calibri" panose="020F0502020204030204" pitchFamily="34" charset="0"/>
                <a:cs typeface="Times New Roman" panose="02020603050405020304" pitchFamily="18" charset="0"/>
              </a:rPr>
              <a:t>Hassibi</a:t>
            </a: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E" sz="2000" dirty="0" err="1" smtClean="0">
                <a:ea typeface="Calibri" panose="020F0502020204030204" pitchFamily="34" charset="0"/>
                <a:cs typeface="Times New Roman" panose="02020603050405020304" pitchFamily="18" charset="0"/>
              </a:rPr>
              <a:t>Hochwald</a:t>
            </a: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in 2002. It provides a flexible trade-off between achievable multiplexing and diversity gain. Later on various variant of LDCs was given by researchers to further improve the performance of MIMO system \cite{</a:t>
            </a:r>
            <a:r>
              <a:rPr lang="en-IE" sz="2000" dirty="0" err="1" smtClean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Paulraj</a:t>
            </a:r>
            <a:r>
              <a:rPr lang="en-IE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}.</a:t>
            </a:r>
            <a:endParaRPr lang="en-IN" sz="20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36670" y="1438054"/>
            <a:ext cx="30784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E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Diversity Transmission </a:t>
            </a:r>
            <a:endParaRPr lang="en-IE" sz="2400" b="1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20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56C1-C604-4E38-ADA1-2B475A01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Historical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EFD1-EAF0-488A-A309-129737B63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6248400" cy="541734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sz="1800" dirty="0" smtClean="0"/>
              <a:t>The </a:t>
            </a:r>
            <a:r>
              <a:rPr lang="en-US" sz="1800" dirty="0"/>
              <a:t>multiplexing-oriented MIMO concept was </a:t>
            </a:r>
            <a:r>
              <a:rPr lang="en-US" sz="1800" b="1" dirty="0">
                <a:solidFill>
                  <a:srgbClr val="0070C0"/>
                </a:solidFill>
              </a:rPr>
              <a:t>proposed</a:t>
            </a:r>
            <a:r>
              <a:rPr lang="en-US" sz="1800" dirty="0"/>
              <a:t> by </a:t>
            </a:r>
            <a:r>
              <a:rPr lang="en-US" sz="1800" b="1" dirty="0" err="1">
                <a:solidFill>
                  <a:srgbClr val="FF0000"/>
                </a:solidFill>
              </a:rPr>
              <a:t>Paulraj</a:t>
            </a:r>
            <a:r>
              <a:rPr lang="en-US" sz="1800" b="1" dirty="0">
                <a:solidFill>
                  <a:srgbClr val="FF0000"/>
                </a:solidFill>
              </a:rPr>
              <a:t> and </a:t>
            </a:r>
            <a:r>
              <a:rPr lang="en-US" sz="1800" b="1" dirty="0" err="1">
                <a:solidFill>
                  <a:srgbClr val="FF0000"/>
                </a:solidFill>
              </a:rPr>
              <a:t>Kailath</a:t>
            </a:r>
            <a:r>
              <a:rPr lang="en-US" sz="1800" b="1" dirty="0">
                <a:solidFill>
                  <a:srgbClr val="FF0000"/>
                </a:solidFill>
              </a:rPr>
              <a:t> in 1993</a:t>
            </a:r>
            <a:r>
              <a:rPr lang="en-US" sz="1800" dirty="0"/>
              <a:t>, where a high data-rate transmission was carried out by splitting it into low data-rate signals transmitted by spatially separated Space-Division Multiple Access (SDMA) users</a:t>
            </a:r>
          </a:p>
          <a:p>
            <a:pPr algn="just">
              <a:lnSpc>
                <a:spcPct val="170000"/>
              </a:lnSpc>
            </a:pPr>
            <a:r>
              <a:rPr lang="en-US" sz="1800" dirty="0"/>
              <a:t>In order to pursue the multiplexing gain using co-located antennas, </a:t>
            </a:r>
            <a:r>
              <a:rPr lang="en-US" sz="1800" b="1" dirty="0">
                <a:solidFill>
                  <a:srgbClr val="FF0000"/>
                </a:solidFill>
              </a:rPr>
              <a:t>Foschini</a:t>
            </a:r>
            <a:r>
              <a:rPr lang="en-US" sz="1800" dirty="0"/>
              <a:t> et.al. proposed the ground-breaking </a:t>
            </a:r>
            <a:r>
              <a:rPr lang="en-US" sz="1800" b="1" dirty="0">
                <a:solidFill>
                  <a:srgbClr val="FF0000"/>
                </a:solidFill>
              </a:rPr>
              <a:t>layered spacetime architecture </a:t>
            </a:r>
            <a:r>
              <a:rPr lang="en-US" sz="1800" dirty="0"/>
              <a:t>in 1996, which was later termed as </a:t>
            </a:r>
            <a:r>
              <a:rPr lang="en-US" sz="1800" b="1" dirty="0">
                <a:solidFill>
                  <a:srgbClr val="FF0000"/>
                </a:solidFill>
              </a:rPr>
              <a:t>the BLAST</a:t>
            </a:r>
          </a:p>
          <a:p>
            <a:pPr algn="just">
              <a:lnSpc>
                <a:spcPct val="170000"/>
              </a:lnSpc>
            </a:pPr>
            <a:r>
              <a:rPr lang="en-US" sz="1800" dirty="0"/>
              <a:t>In order to simplify the real-time implementation, in 1998, </a:t>
            </a:r>
            <a:r>
              <a:rPr lang="en-US" sz="1800" b="1" dirty="0" err="1">
                <a:solidFill>
                  <a:srgbClr val="FF0000"/>
                </a:solidFill>
              </a:rPr>
              <a:t>Wolniansk</a:t>
            </a:r>
            <a:r>
              <a:rPr lang="en-US" sz="1800" dirty="0" err="1"/>
              <a:t>y</a:t>
            </a:r>
            <a:r>
              <a:rPr lang="en-US" sz="1800" dirty="0"/>
              <a:t> et al. proposed </a:t>
            </a:r>
            <a:r>
              <a:rPr lang="en-US" sz="1800" b="1" dirty="0">
                <a:solidFill>
                  <a:srgbClr val="FF0000"/>
                </a:solidFill>
              </a:rPr>
              <a:t>V-BLAST</a:t>
            </a:r>
            <a:r>
              <a:rPr lang="en-US" sz="1800" dirty="0"/>
              <a:t> that invokes vertical-encoding. 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56DAE-1970-480C-A3F5-794944575683}"/>
              </a:ext>
            </a:extLst>
          </p:cNvPr>
          <p:cNvSpPr txBox="1"/>
          <p:nvPr/>
        </p:nvSpPr>
        <p:spPr>
          <a:xfrm>
            <a:off x="6400800" y="1143000"/>
            <a:ext cx="5562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A. J. </a:t>
            </a:r>
            <a:r>
              <a:rPr lang="en-IN" b="1" dirty="0" err="1">
                <a:solidFill>
                  <a:srgbClr val="FF0000"/>
                </a:solidFill>
                <a:highlight>
                  <a:srgbClr val="FFFF00"/>
                </a:highlight>
              </a:rPr>
              <a:t>Paulraj</a:t>
            </a:r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IN" b="1" dirty="0">
                <a:solidFill>
                  <a:srgbClr val="FF0000"/>
                </a:solidFill>
              </a:rPr>
              <a:t>and T. </a:t>
            </a:r>
            <a:r>
              <a:rPr lang="en-IN" b="1" dirty="0" err="1">
                <a:solidFill>
                  <a:srgbClr val="FF0000"/>
                </a:solidFill>
              </a:rPr>
              <a:t>Kailath</a:t>
            </a:r>
            <a:r>
              <a:rPr lang="en-IN" b="1" dirty="0">
                <a:solidFill>
                  <a:srgbClr val="FF0000"/>
                </a:solidFill>
              </a:rPr>
              <a:t>, ‘‘Increasing capacity in wireless broadcast systems using distributed transmission/directional reception,’’ U.S. Patent 5 345 599, Sep. 6, 1994.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  <a:highlight>
                  <a:srgbClr val="FFFF00"/>
                </a:highlight>
              </a:rPr>
              <a:t>G. J. Foschini </a:t>
            </a:r>
            <a:r>
              <a:rPr lang="en-IN" dirty="0">
                <a:solidFill>
                  <a:srgbClr val="0070C0"/>
                </a:solidFill>
              </a:rPr>
              <a:t>and M. J. </a:t>
            </a:r>
            <a:r>
              <a:rPr lang="en-IN" dirty="0" err="1">
                <a:solidFill>
                  <a:srgbClr val="0070C0"/>
                </a:solidFill>
              </a:rPr>
              <a:t>Gans</a:t>
            </a:r>
            <a:r>
              <a:rPr lang="en-IN" dirty="0">
                <a:solidFill>
                  <a:srgbClr val="0070C0"/>
                </a:solidFill>
              </a:rPr>
              <a:t>, ‘‘On limits of wireless communications in a fading environment when using multiple antennas,’’ Wireless Pers. </a:t>
            </a:r>
            <a:r>
              <a:rPr lang="en-IN" dirty="0" err="1">
                <a:solidFill>
                  <a:srgbClr val="0070C0"/>
                </a:solidFill>
              </a:rPr>
              <a:t>Commun</a:t>
            </a:r>
            <a:r>
              <a:rPr lang="en-IN" dirty="0">
                <a:solidFill>
                  <a:srgbClr val="0070C0"/>
                </a:solidFill>
              </a:rPr>
              <a:t>., vol. 6, no. 3, pp. 311–335, Mar. 1998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0070C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CHAO XU , SHINYA SUGIURA  , SOON XIN NG , PEICHANG ZHANG , LI WANG , AND LAJOS HANZO1 , “</a:t>
            </a:r>
            <a:r>
              <a:rPr lang="en-US" dirty="0"/>
              <a:t>Two Decades of MIMO Design Tradeoffs and Reduced-Complexity MIMO Detection in Near-Capacity Systems”, IEEE Access, </a:t>
            </a:r>
            <a:r>
              <a:rPr lang="en-IN" dirty="0"/>
              <a:t>VOLUME 5, 2017</a:t>
            </a:r>
          </a:p>
        </p:txBody>
      </p:sp>
    </p:spTree>
    <p:extLst>
      <p:ext uri="{BB962C8B-B14F-4D97-AF65-F5344CB8AC3E}">
        <p14:creationId xmlns:p14="http://schemas.microsoft.com/office/powerpoint/2010/main" val="62509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56C1-C604-4E38-ADA1-2B475A01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/>
              <a:t>An Introduction to </a:t>
            </a:r>
            <a:r>
              <a:rPr lang="en-US" sz="3200" dirty="0" err="1">
                <a:latin typeface="Arial" panose="020B0604020202020204" pitchFamily="34" charset="0"/>
              </a:rPr>
              <a:t>Arogyaswami</a:t>
            </a:r>
            <a:r>
              <a:rPr lang="en-US" sz="3200" dirty="0">
                <a:latin typeface="Arial" panose="020B0604020202020204" pitchFamily="34" charset="0"/>
              </a:rPr>
              <a:t> J. </a:t>
            </a:r>
            <a:r>
              <a:rPr lang="en-US" sz="3200" dirty="0" err="1">
                <a:latin typeface="Arial" panose="020B0604020202020204" pitchFamily="34" charset="0"/>
              </a:rPr>
              <a:t>Paulraj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EFD1-EAF0-488A-A309-129737B63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1430000" cy="5417344"/>
          </a:xfrm>
        </p:spPr>
        <p:txBody>
          <a:bodyPr>
            <a:noAutofit/>
          </a:bodyPr>
          <a:lstStyle/>
          <a:p>
            <a:pPr algn="l"/>
            <a:endParaRPr lang="en-US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70000"/>
              </a:lnSpc>
            </a:pPr>
            <a:r>
              <a:rPr lang="en-US" sz="2000" dirty="0" err="1">
                <a:latin typeface="Arial" panose="020B0604020202020204" pitchFamily="34" charset="0"/>
              </a:rPr>
              <a:t>Arogyaswami</a:t>
            </a:r>
            <a:r>
              <a:rPr lang="en-US" sz="2000" dirty="0">
                <a:latin typeface="Arial" panose="020B0604020202020204" pitchFamily="34" charset="0"/>
              </a:rPr>
              <a:t> J. </a:t>
            </a:r>
            <a:r>
              <a:rPr lang="en-US" sz="2000" dirty="0" err="1">
                <a:latin typeface="Arial" panose="020B0604020202020204" pitchFamily="34" charset="0"/>
              </a:rPr>
              <a:t>Paulraj</a:t>
            </a:r>
            <a:r>
              <a:rPr lang="en-US" sz="2000" dirty="0">
                <a:latin typeface="Arial" panose="020B0604020202020204" pitchFamily="34" charset="0"/>
              </a:rPr>
              <a:t> (born 14 April 1944) is an Indian-American electrical engineer, academic. 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Arial" panose="020B0604020202020204" pitchFamily="34" charset="0"/>
              </a:rPr>
              <a:t>He is a Professor Emeritus in the Dept. of Elect. </a:t>
            </a:r>
            <a:r>
              <a:rPr lang="en-US" sz="2000" dirty="0" err="1">
                <a:latin typeface="Arial" panose="020B0604020202020204" pitchFamily="34" charset="0"/>
              </a:rPr>
              <a:t>Engg</a:t>
            </a:r>
            <a:r>
              <a:rPr lang="en-US" sz="2000" dirty="0">
                <a:latin typeface="Arial" panose="020B0604020202020204" pitchFamily="34" charset="0"/>
              </a:rPr>
              <a:t>. at Stanford University. 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Arial" panose="020B0604020202020204" pitchFamily="34" charset="0"/>
              </a:rPr>
              <a:t>He moved to US in 1992 after completing his service in 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Indian Navy.</a:t>
            </a:r>
          </a:p>
          <a:p>
            <a:pPr algn="just">
              <a:lnSpc>
                <a:spcPct val="170000"/>
              </a:lnSpc>
            </a:pPr>
            <a:r>
              <a:rPr lang="en-US" sz="2000" dirty="0" err="1">
                <a:latin typeface="Arial" panose="020B0604020202020204" pitchFamily="34" charset="0"/>
              </a:rPr>
              <a:t>Paulraj</a:t>
            </a:r>
            <a:r>
              <a:rPr lang="en-US" sz="2000" dirty="0">
                <a:latin typeface="Arial" panose="020B0604020202020204" pitchFamily="34" charset="0"/>
              </a:rPr>
              <a:t> was awarded the prestigious </a:t>
            </a:r>
            <a:r>
              <a:rPr lang="en-US" sz="2000" dirty="0">
                <a:latin typeface="Arial" panose="020B0604020202020204" pitchFamily="34" charset="0"/>
                <a:hlinkClick r:id="rId2" tooltip="Marconi Priz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Marconi Prize</a:t>
            </a:r>
            <a:r>
              <a:rPr lang="en-US" sz="2000" dirty="0">
                <a:latin typeface="Arial" panose="020B0604020202020204" pitchFamily="34" charset="0"/>
              </a:rPr>
              <a:t> in 2014 for "his pioneering contributions to developing the theory and applications of MIMO antennas.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Arial" panose="020B0604020202020204" pitchFamily="34" charset="0"/>
              </a:rPr>
              <a:t>His idea for using multiple antennas at both the transmitting and receiving stations – which is at the heart of the current high speed </a:t>
            </a:r>
            <a:r>
              <a:rPr lang="en-US" sz="2000" dirty="0" err="1">
                <a:latin typeface="Arial" panose="020B0604020202020204" pitchFamily="34" charset="0"/>
              </a:rPr>
              <a:t>WiFi</a:t>
            </a:r>
            <a:r>
              <a:rPr lang="en-US" sz="2000" dirty="0">
                <a:latin typeface="Arial" panose="020B0604020202020204" pitchFamily="34" charset="0"/>
              </a:rPr>
              <a:t> and 4G mobile systems – has revolutionized high speed wireless.</a:t>
            </a:r>
          </a:p>
          <a:p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B90A9E-BFFF-4127-A9EE-5BB182D5FFB7}"/>
                  </a:ext>
                </a:extLst>
              </p14:cNvPr>
              <p14:cNvContentPartPr/>
              <p14:nvPr/>
            </p14:nvContentPartPr>
            <p14:xfrm>
              <a:off x="2484840" y="1985040"/>
              <a:ext cx="7374240" cy="2406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B90A9E-BFFF-4127-A9EE-5BB182D5FF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7280" y="1978920"/>
                <a:ext cx="7385400" cy="242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188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792162"/>
          </a:xfrm>
        </p:spPr>
        <p:txBody>
          <a:bodyPr>
            <a:noAutofit/>
          </a:bodyPr>
          <a:lstStyle/>
          <a:p>
            <a:r>
              <a:rPr lang="en-IN" sz="3200" b="1" dirty="0"/>
              <a:t>MIMO-Applications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21D0E-87F2-43FD-A8F7-A1C53F6C5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47154"/>
            <a:ext cx="10820400" cy="527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7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792162"/>
          </a:xfrm>
        </p:spPr>
        <p:txBody>
          <a:bodyPr>
            <a:noAutofit/>
          </a:bodyPr>
          <a:lstStyle/>
          <a:p>
            <a:r>
              <a:rPr lang="en-IN" sz="3200" b="1" dirty="0"/>
              <a:t>MIMO (multiple-input multiple-output)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AA518-FC27-4D9D-AB30-57EC6062C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5532"/>
            <a:ext cx="10668000" cy="511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7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792162"/>
          </a:xfrm>
        </p:spPr>
        <p:txBody>
          <a:bodyPr>
            <a:noAutofit/>
          </a:bodyPr>
          <a:lstStyle/>
          <a:p>
            <a:r>
              <a:rPr lang="en-IN" sz="3200" b="1" dirty="0"/>
              <a:t> Advantages of MIMO technology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CA939-F367-4AE8-9CF0-9BA887FB04F4}"/>
              </a:ext>
            </a:extLst>
          </p:cNvPr>
          <p:cNvSpPr txBox="1"/>
          <p:nvPr/>
        </p:nvSpPr>
        <p:spPr>
          <a:xfrm>
            <a:off x="795540" y="1295400"/>
            <a:ext cx="845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Array gain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Diversity gain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Receiver diversity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Transmit diversity</a:t>
            </a:r>
            <a:r>
              <a:rPr lang="en-IN" sz="2800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800" dirty="0"/>
              <a:t>Multiplexing gain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800" dirty="0"/>
              <a:t>Spatial multiplexing </a:t>
            </a:r>
          </a:p>
        </p:txBody>
      </p:sp>
    </p:spTree>
    <p:extLst>
      <p:ext uri="{BB962C8B-B14F-4D97-AF65-F5344CB8AC3E}">
        <p14:creationId xmlns:p14="http://schemas.microsoft.com/office/powerpoint/2010/main" val="178262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0" y="327285"/>
            <a:ext cx="2971800" cy="792162"/>
          </a:xfrm>
        </p:spPr>
        <p:txBody>
          <a:bodyPr>
            <a:noAutofit/>
          </a:bodyPr>
          <a:lstStyle/>
          <a:p>
            <a:r>
              <a:rPr lang="en-IN" sz="3200" b="1" dirty="0"/>
              <a:t> </a:t>
            </a:r>
            <a:r>
              <a:rPr lang="en-IN" sz="3200" b="1" dirty="0" smtClean="0"/>
              <a:t>Array Gain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CA939-F367-4AE8-9CF0-9BA887FB04F4}"/>
              </a:ext>
            </a:extLst>
          </p:cNvPr>
          <p:cNvSpPr txBox="1"/>
          <p:nvPr/>
        </p:nvSpPr>
        <p:spPr>
          <a:xfrm>
            <a:off x="304800" y="1143000"/>
            <a:ext cx="11582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Array </a:t>
            </a:r>
            <a:r>
              <a:rPr lang="en-US" sz="2400" dirty="0"/>
              <a:t>gain is the increase in receive SNR that results from a coherent combining effect of the wireless signals at a receiver.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coherent combining may be realized through spatial processing at the receive antenna array and/or spatial pre-processing at the transmit antenna array.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Array </a:t>
            </a:r>
            <a:r>
              <a:rPr lang="en-US" sz="2400" dirty="0"/>
              <a:t>gain </a:t>
            </a:r>
            <a:endParaRPr lang="en-US" sz="2400" dirty="0" smtClean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improves </a:t>
            </a:r>
            <a:r>
              <a:rPr lang="en-US" sz="2400" dirty="0"/>
              <a:t>resistance to noise, </a:t>
            </a:r>
            <a:endParaRPr lang="en-US" sz="2400" dirty="0" smtClean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thereby </a:t>
            </a:r>
            <a:r>
              <a:rPr lang="en-US" sz="2400" dirty="0"/>
              <a:t>improving the coverage </a:t>
            </a:r>
            <a:endParaRPr lang="en-US" sz="2400" dirty="0" smtClean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and </a:t>
            </a:r>
            <a:r>
              <a:rPr lang="en-US" sz="2400" dirty="0"/>
              <a:t>the range of a wireless network.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5088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792162"/>
          </a:xfrm>
        </p:spPr>
        <p:txBody>
          <a:bodyPr>
            <a:noAutofit/>
          </a:bodyPr>
          <a:lstStyle/>
          <a:p>
            <a:r>
              <a:rPr lang="en-IN" sz="3200" b="1" dirty="0"/>
              <a:t> Spatial multiplexing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8D2C5-3B94-48E7-859F-4E1FF50FE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7467600" cy="492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1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792162"/>
          </a:xfrm>
        </p:spPr>
        <p:txBody>
          <a:bodyPr>
            <a:noAutofit/>
          </a:bodyPr>
          <a:lstStyle/>
          <a:p>
            <a:r>
              <a:rPr lang="en-IN" sz="3200" b="1" dirty="0"/>
              <a:t> Spatial multiplexing – Signal Processing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02166-BC38-4C08-93A1-062D5238B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03444"/>
            <a:ext cx="8458200" cy="45115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3837B3-D625-4BCF-8FFE-8F8F239884B8}"/>
                  </a:ext>
                </a:extLst>
              </p14:cNvPr>
              <p14:cNvContentPartPr/>
              <p14:nvPr/>
            </p14:nvContentPartPr>
            <p14:xfrm>
              <a:off x="2719200" y="881640"/>
              <a:ext cx="6928920" cy="344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3837B3-D625-4BCF-8FFE-8F8F239884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3800" y="873000"/>
                <a:ext cx="6942960" cy="346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632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792162"/>
          </a:xfrm>
        </p:spPr>
        <p:txBody>
          <a:bodyPr>
            <a:noAutofit/>
          </a:bodyPr>
          <a:lstStyle/>
          <a:p>
            <a:r>
              <a:rPr lang="en-IN" sz="3200" b="1" dirty="0"/>
              <a:t> Spatial multiplexing Gain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E1DDB-AAF1-40EE-BBA4-240C7F7C2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137934"/>
            <a:ext cx="8077200" cy="50342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408407-B950-4C67-8EB3-C907C6ED9D1D}"/>
                  </a:ext>
                </a:extLst>
              </p14:cNvPr>
              <p14:cNvContentPartPr/>
              <p14:nvPr/>
            </p14:nvContentPartPr>
            <p14:xfrm>
              <a:off x="2879760" y="2229120"/>
              <a:ext cx="2210400" cy="89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408407-B950-4C67-8EB3-C907C6ED9D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1840" y="2223360"/>
                <a:ext cx="2226600" cy="9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844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56C1-C604-4E38-ADA1-2B475A01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EFD1-EAF0-488A-A309-129737B63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086" y="1166018"/>
            <a:ext cx="8229600" cy="5417344"/>
          </a:xfrm>
        </p:spPr>
        <p:txBody>
          <a:bodyPr>
            <a:normAutofit/>
          </a:bodyPr>
          <a:lstStyle/>
          <a:p>
            <a:pPr algn="l"/>
            <a:endParaRPr lang="en-US" sz="18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 Books: 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 Larsson and P.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Stoica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“Space-Time Block Coding for Wireless Communications”, Cambridge University Press 2008.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Ezio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Biglieri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Robert Calder bank et al “MIMO Wireless Communications” Cambridge University Press 2007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Books: 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Tse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Pramod Viswanath, “Fundamentals of Wireless Communication”, Cambridge University Press 2005.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Hamid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Jafarkhani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“Space-Time Coding: Theory and Practice”, Cambridge University Press 2005</a:t>
            </a:r>
          </a:p>
          <a:p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Paulraj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Nabar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D. Gore, “ Introduction to Space-Time Wireless Communications”, Cambridge University Press 2003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3497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3035</TotalTime>
  <Words>919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5G WIRELESS COMMUNICATION  (UEC 719) </vt:lpstr>
      <vt:lpstr>PowerPoint Presentation</vt:lpstr>
      <vt:lpstr>Contents</vt:lpstr>
      <vt:lpstr>Motivation behind MIMO Systems</vt:lpstr>
      <vt:lpstr>Introduction to MIMO wireless communication</vt:lpstr>
      <vt:lpstr>PowerPoint Presentation</vt:lpstr>
      <vt:lpstr>Historical Development</vt:lpstr>
      <vt:lpstr>An Introduction to Arogyaswami J. Paulraj</vt:lpstr>
      <vt:lpstr>MIMO-Applications</vt:lpstr>
      <vt:lpstr>MIMO (multiple-input multiple-output)</vt:lpstr>
      <vt:lpstr> Advantages of MIMO technology</vt:lpstr>
      <vt:lpstr> Array Gain</vt:lpstr>
      <vt:lpstr> Spatial multiplexing</vt:lpstr>
      <vt:lpstr> Spatial multiplexing – Signal Processing</vt:lpstr>
      <vt:lpstr> Spatial multiplexing Gain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Lecture-5  FUNCTIONS OF ONE RANDOM VARIABLE</dc:title>
  <dc:creator>ashutosh</dc:creator>
  <cp:lastModifiedBy>Hemdutt Joshi</cp:lastModifiedBy>
  <cp:revision>193</cp:revision>
  <dcterms:created xsi:type="dcterms:W3CDTF">2020-06-13T16:57:58Z</dcterms:created>
  <dcterms:modified xsi:type="dcterms:W3CDTF">2024-11-19T17:10:38Z</dcterms:modified>
</cp:coreProperties>
</file>