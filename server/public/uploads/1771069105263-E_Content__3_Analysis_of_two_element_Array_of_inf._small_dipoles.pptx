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3D398-4ED0-4D48-8DAF-29D80933351F}" type="datetimeFigureOut">
              <a:rPr lang="en-IN" smtClean="0"/>
              <a:t>03-05-2021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223A5-6DEF-4DFB-A4DD-66A5B9420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531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5967C6-E534-4B03-91AF-65368ECF6D7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35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1BAA-55EF-4568-8C77-EB3DDFAB59E7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38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471E-4A3E-4B3A-A85D-D7E789F62B33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14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77B8-C4AD-4BDC-847E-A9F0D7FD7788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46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8959-4751-46D3-8635-315DE57104F7}" type="datetime1">
              <a:rPr lang="en-IN" smtClean="0"/>
              <a:t>03-05-2021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36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F5DB-53BD-4E7C-9DF5-FF7C9762D933}" type="datetime1">
              <a:rPr lang="en-IN" smtClean="0"/>
              <a:t>03-05-2021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210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15686-65DD-4F5B-87DE-D4BB825D9BF6}" type="datetime1">
              <a:rPr lang="en-IN" smtClean="0"/>
              <a:t>03-05-2021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89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FB0E-0AFE-4A12-8517-071275FB03FF}" type="datetime1">
              <a:rPr lang="en-IN" smtClean="0"/>
              <a:t>03-05-2021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07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EC5B4-46ED-45DF-B67B-F9254FD15493}" type="datetime1">
              <a:rPr lang="en-IN" smtClean="0"/>
              <a:t>03-05-2021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34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4D303-DA00-483E-97CF-3C9D110C3EE6}" type="datetime1">
              <a:rPr lang="en-IN" smtClean="0"/>
              <a:t>03-05-2021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40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F71BC-4417-4EB9-AEDA-E5FECF273099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3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65267-BFA2-401E-8418-2295650D5A6E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400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F84C-FFAB-45EF-BCBC-02F96C390BB8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527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A275-5538-4B13-81F1-F26FB202DA32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2737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9BBB5-D1F0-404F-99FB-C4A067EA7A3B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288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17AA-5821-4E26-B5AA-650FFAD1AD99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054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CE5D3-95CA-45EF-99E8-7E9E7F6D58EE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2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043BF-94AD-4299-A4FB-51AB7D3D5DE2}" type="datetime1">
              <a:rPr lang="en-IN" smtClean="0"/>
              <a:t>03-05-2021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Amanpreet Kaur, Assistant Professor , ECED, TIET 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84C0CA-D4A1-49D7-A8C4-8385078C03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70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37673" y="646547"/>
            <a:ext cx="6347713" cy="91440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Analysis of  a two Element Antenna Array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81201" y="3048001"/>
            <a:ext cx="8305801" cy="3374363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44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Amanpreet Kaur(Sr.)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Engineering,</a:t>
            </a:r>
          </a:p>
          <a:p>
            <a:pPr marL="0" indent="0" algn="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Thapar Institute of Engineering and Technology, Patiala  </a:t>
            </a:r>
          </a:p>
          <a:p>
            <a:pPr marL="0" indent="0" algn="ctr">
              <a:buNone/>
            </a:pP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741" y="609601"/>
            <a:ext cx="2480490" cy="211859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81201" y="6381420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7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85012"/>
            <a:ext cx="8596668" cy="95354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Mathematical Anal</a:t>
            </a:r>
            <a:r>
              <a:rPr lang="en-US" sz="4000" b="1" dirty="0" smtClean="0"/>
              <a:t>ysis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025" y="1338553"/>
            <a:ext cx="9233284" cy="4618902"/>
          </a:xfrm>
        </p:spPr>
        <p:txBody>
          <a:bodyPr>
            <a:noAutofit/>
          </a:bodyPr>
          <a:lstStyle/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To Analyze the output fields radiated by an array .</a:t>
            </a: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Let us consider a simplest case of an array formed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by placing the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antenna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elements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along a line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To  give a better physical interpretation of the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array techniques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 two-element array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will first be  considered. </a:t>
            </a:r>
          </a:p>
          <a:p>
            <a:pPr algn="just"/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The analysis of an </a:t>
            </a:r>
            <a:r>
              <a:rPr lang="en-US" sz="3200" b="1" i="1" dirty="0">
                <a:latin typeface="Times New Roman" pitchFamily="18" charset="0"/>
                <a:cs typeface="Times New Roman" pitchFamily="18" charset="0"/>
              </a:rPr>
              <a:t>N-element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array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will then follow. </a:t>
            </a:r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82134" y="6492875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08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29389" y="327259"/>
            <a:ext cx="958676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Assumption: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>
                <a:latin typeface="Arial Rounded MT Bold" pitchFamily="34" charset="0"/>
                <a:cs typeface="Times New Roman" pitchFamily="18" charset="0"/>
              </a:rPr>
              <a:t>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Antenna under investigation is an array of two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infinitesimal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dipoles positioned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	horizontally along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z-axis.</a:t>
            </a:r>
          </a:p>
          <a:p>
            <a:pPr>
              <a:buFont typeface="Arial" pitchFamily="34" charset="0"/>
              <a:buChar char="•"/>
            </a:pP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coupling between the </a:t>
            </a:r>
            <a:r>
              <a:rPr lang="en-US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the Array,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2600" y="3580598"/>
            <a:ext cx="3757708" cy="2853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878061" y="6434425"/>
            <a:ext cx="6297612" cy="365125"/>
          </a:xfrm>
        </p:spPr>
        <p:txBody>
          <a:bodyPr/>
          <a:lstStyle/>
          <a:p>
            <a:r>
              <a:rPr lang="en-IN" smtClean="0"/>
              <a:t>Amanpreet Kaur, Assistant Professor , ECED, TIET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69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5000"/>
          </a:blip>
          <a:srcRect/>
          <a:stretch>
            <a:fillRect/>
          </a:stretch>
        </p:blipFill>
        <p:spPr bwMode="auto">
          <a:xfrm>
            <a:off x="2329313" y="304800"/>
            <a:ext cx="6663381" cy="903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555832" y="1367446"/>
            <a:ext cx="450462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 is the difference in phase excitation between the elements. The magnitude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of the radiators is identical. Assuming far-field observations and referring to figure: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6754" y="1463040"/>
            <a:ext cx="3648075" cy="4139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4450" y="2359867"/>
            <a:ext cx="35337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4829" y="4114287"/>
            <a:ext cx="51816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059780" y="5751752"/>
            <a:ext cx="95964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total field of the array is equal to the field of a single element positioned at the origin multiplied by a factor which is widely referred to as the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array factor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951952" y="6492875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512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168" y="228600"/>
            <a:ext cx="86988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Thus for the two-element array of constant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amplitude with a linear geometry ,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the array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factor is given by :</a:t>
            </a:r>
            <a:endParaRPr lang="en-US" sz="20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4000"/>
          </a:blip>
          <a:srcRect/>
          <a:stretch>
            <a:fillRect/>
          </a:stretch>
        </p:blipFill>
        <p:spPr bwMode="auto">
          <a:xfrm>
            <a:off x="2743200" y="838200"/>
            <a:ext cx="4851133" cy="87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7400" y="1676400"/>
            <a:ext cx="7325139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42763" y="2895600"/>
            <a:ext cx="109054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array factor is a function of the geometry of the array and the excitation phase. By varying the separation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 and/or the phase β between the elements, the characteristics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of the array factor and of the total field of the array can be controlled</a:t>
            </a:r>
            <a:r>
              <a:rPr lang="en-US" sz="2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600" y="4724401"/>
            <a:ext cx="8534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seen that the far-zone field of a uniform two-element array of identical elements is equal to the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of the field of a single element, at a selected reference point (usually the origin), and the array factor of that array.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39177" y="6183870"/>
            <a:ext cx="6558450" cy="579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0790" y="6473398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319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3558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of Pattern Multiplication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5031" y="1501541"/>
            <a:ext cx="8807115" cy="4539822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an array of identical radiating elements , the total filed output is given  as the product of a output of a single element and an array factor.</a:t>
            </a:r>
          </a:p>
          <a:p>
            <a:pPr marL="0" indent="0" algn="just">
              <a:buNone/>
            </a:pP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Array factor is computed by replacing the actual sources with point sources fed with current of same magnitude and phase as the original array 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976390" y="6339746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94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63065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2665"/>
            <a:ext cx="8596668" cy="4568697"/>
          </a:xfrm>
        </p:spPr>
        <p:txBody>
          <a:bodyPr/>
          <a:lstStyle/>
          <a:p>
            <a:r>
              <a:rPr lang="en-IN" dirty="0"/>
              <a:t>[1]. Constantine A Balanis , “Antenna theory , Analysis and Design , 2</a:t>
            </a:r>
            <a:r>
              <a:rPr lang="en-IN" baseline="30000" dirty="0"/>
              <a:t>nd</a:t>
            </a:r>
            <a:r>
              <a:rPr lang="en-IN" dirty="0"/>
              <a:t> Edition” </a:t>
            </a:r>
            <a:r>
              <a:rPr lang="en-IN" dirty="0" err="1"/>
              <a:t>Jhon</a:t>
            </a:r>
            <a:r>
              <a:rPr lang="en-IN" dirty="0"/>
              <a:t> Wiley and Sons 2007.</a:t>
            </a:r>
          </a:p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13771" y="6198381"/>
            <a:ext cx="6297612" cy="365125"/>
          </a:xfrm>
        </p:spPr>
        <p:txBody>
          <a:bodyPr/>
          <a:lstStyle/>
          <a:p>
            <a:r>
              <a:rPr lang="en-IN" dirty="0" smtClean="0"/>
              <a:t>Amanpreet Kaur, Assistant Professor , ECED, TIET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15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439</TotalTime>
  <Words>403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Calibri</vt:lpstr>
      <vt:lpstr>Times New Roman</vt:lpstr>
      <vt:lpstr>Trebuchet MS</vt:lpstr>
      <vt:lpstr>Wingdings 3</vt:lpstr>
      <vt:lpstr>Facet</vt:lpstr>
      <vt:lpstr>Analysis of  a two Element Antenna Array</vt:lpstr>
      <vt:lpstr>Mathematical Analysis</vt:lpstr>
      <vt:lpstr>PowerPoint Presentation</vt:lpstr>
      <vt:lpstr>PowerPoint Presentation</vt:lpstr>
      <vt:lpstr>PowerPoint Presentation</vt:lpstr>
      <vt:lpstr>Principle of Pattern Multiplication 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 a two Element Antenna Array</dc:title>
  <dc:creator>amanp</dc:creator>
  <cp:lastModifiedBy>amanp</cp:lastModifiedBy>
  <cp:revision>9</cp:revision>
  <dcterms:created xsi:type="dcterms:W3CDTF">2021-02-22T11:36:36Z</dcterms:created>
  <dcterms:modified xsi:type="dcterms:W3CDTF">2021-05-03T14:38:35Z</dcterms:modified>
</cp:coreProperties>
</file>